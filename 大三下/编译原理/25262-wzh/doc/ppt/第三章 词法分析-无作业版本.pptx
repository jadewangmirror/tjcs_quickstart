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3" r:id="rId1"/>
  </p:sldMasterIdLst>
  <p:notesMasterIdLst>
    <p:notesMasterId r:id="rId90"/>
  </p:notesMasterIdLst>
  <p:handoutMasterIdLst>
    <p:handoutMasterId r:id="rId91"/>
  </p:handoutMasterIdLst>
  <p:sldIdLst>
    <p:sldId id="276" r:id="rId2"/>
    <p:sldId id="525" r:id="rId3"/>
    <p:sldId id="279" r:id="rId4"/>
    <p:sldId id="695" r:id="rId5"/>
    <p:sldId id="696" r:id="rId6"/>
    <p:sldId id="697" r:id="rId7"/>
    <p:sldId id="698" r:id="rId8"/>
    <p:sldId id="699" r:id="rId9"/>
    <p:sldId id="701" r:id="rId10"/>
    <p:sldId id="702" r:id="rId11"/>
    <p:sldId id="703" r:id="rId12"/>
    <p:sldId id="700" r:id="rId13"/>
    <p:sldId id="704" r:id="rId14"/>
    <p:sldId id="705" r:id="rId15"/>
    <p:sldId id="706" r:id="rId16"/>
    <p:sldId id="719" r:id="rId17"/>
    <p:sldId id="724" r:id="rId18"/>
    <p:sldId id="725" r:id="rId19"/>
    <p:sldId id="727" r:id="rId20"/>
    <p:sldId id="710" r:id="rId21"/>
    <p:sldId id="728" r:id="rId22"/>
    <p:sldId id="712" r:id="rId23"/>
    <p:sldId id="713" r:id="rId24"/>
    <p:sldId id="729" r:id="rId25"/>
    <p:sldId id="730" r:id="rId26"/>
    <p:sldId id="731" r:id="rId27"/>
    <p:sldId id="716" r:id="rId28"/>
    <p:sldId id="732" r:id="rId29"/>
    <p:sldId id="733" r:id="rId30"/>
    <p:sldId id="734" r:id="rId31"/>
    <p:sldId id="735" r:id="rId32"/>
    <p:sldId id="736" r:id="rId33"/>
    <p:sldId id="737" r:id="rId34"/>
    <p:sldId id="738" r:id="rId35"/>
    <p:sldId id="739" r:id="rId36"/>
    <p:sldId id="740" r:id="rId37"/>
    <p:sldId id="741" r:id="rId38"/>
    <p:sldId id="742" r:id="rId39"/>
    <p:sldId id="744" r:id="rId40"/>
    <p:sldId id="745" r:id="rId41"/>
    <p:sldId id="746" r:id="rId42"/>
    <p:sldId id="778" r:id="rId43"/>
    <p:sldId id="747" r:id="rId44"/>
    <p:sldId id="748" r:id="rId45"/>
    <p:sldId id="749" r:id="rId46"/>
    <p:sldId id="750" r:id="rId47"/>
    <p:sldId id="751" r:id="rId48"/>
    <p:sldId id="752" r:id="rId49"/>
    <p:sldId id="779" r:id="rId50"/>
    <p:sldId id="753" r:id="rId51"/>
    <p:sldId id="754" r:id="rId52"/>
    <p:sldId id="755" r:id="rId53"/>
    <p:sldId id="756" r:id="rId54"/>
    <p:sldId id="757" r:id="rId55"/>
    <p:sldId id="758" r:id="rId56"/>
    <p:sldId id="759" r:id="rId57"/>
    <p:sldId id="760" r:id="rId58"/>
    <p:sldId id="761" r:id="rId59"/>
    <p:sldId id="762" r:id="rId60"/>
    <p:sldId id="763" r:id="rId61"/>
    <p:sldId id="764" r:id="rId62"/>
    <p:sldId id="765" r:id="rId63"/>
    <p:sldId id="766" r:id="rId64"/>
    <p:sldId id="767" r:id="rId65"/>
    <p:sldId id="768" r:id="rId66"/>
    <p:sldId id="769" r:id="rId67"/>
    <p:sldId id="770" r:id="rId68"/>
    <p:sldId id="777" r:id="rId69"/>
    <p:sldId id="771" r:id="rId70"/>
    <p:sldId id="793" r:id="rId71"/>
    <p:sldId id="792" r:id="rId72"/>
    <p:sldId id="798" r:id="rId73"/>
    <p:sldId id="799" r:id="rId74"/>
    <p:sldId id="774" r:id="rId75"/>
    <p:sldId id="775" r:id="rId76"/>
    <p:sldId id="776" r:id="rId77"/>
    <p:sldId id="781" r:id="rId78"/>
    <p:sldId id="782" r:id="rId79"/>
    <p:sldId id="783" r:id="rId80"/>
    <p:sldId id="800" r:id="rId81"/>
    <p:sldId id="785" r:id="rId82"/>
    <p:sldId id="786" r:id="rId83"/>
    <p:sldId id="801" r:id="rId84"/>
    <p:sldId id="803" r:id="rId85"/>
    <p:sldId id="789" r:id="rId86"/>
    <p:sldId id="790" r:id="rId87"/>
    <p:sldId id="804" r:id="rId88"/>
    <p:sldId id="791" r:id="rId89"/>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4295" autoAdjust="0"/>
    <p:restoredTop sz="91233" autoAdjust="0"/>
  </p:normalViewPr>
  <p:slideViewPr>
    <p:cSldViewPr>
      <p:cViewPr varScale="1">
        <p:scale>
          <a:sx n="115" d="100"/>
          <a:sy n="115" d="100"/>
        </p:scale>
        <p:origin x="2184" y="208"/>
      </p:cViewPr>
      <p:guideLst>
        <p:guide orient="horz" pos="2160"/>
        <p:guide pos="2880"/>
      </p:guideLst>
    </p:cSldViewPr>
  </p:slideViewPr>
  <p:notesTextViewPr>
    <p:cViewPr>
      <p:scale>
        <a:sx n="100" d="100"/>
        <a:sy n="100" d="100"/>
      </p:scale>
      <p:origin x="0" y="0"/>
    </p:cViewPr>
  </p:notesTextViewPr>
  <p:sorterViewPr>
    <p:cViewPr>
      <p:scale>
        <a:sx n="107" d="100"/>
        <a:sy n="107"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5394" name="Rectangle 2">
            <a:extLst>
              <a:ext uri="{FF2B5EF4-FFF2-40B4-BE49-F238E27FC236}">
                <a16:creationId xmlns:a16="http://schemas.microsoft.com/office/drawing/2014/main" id="{CDB6BBD7-527B-98DC-6327-A8B159AF0D2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ltLang="zh-CN"/>
          </a:p>
        </p:txBody>
      </p:sp>
      <p:sp>
        <p:nvSpPr>
          <p:cNvPr id="315395" name="Rectangle 3">
            <a:extLst>
              <a:ext uri="{FF2B5EF4-FFF2-40B4-BE49-F238E27FC236}">
                <a16:creationId xmlns:a16="http://schemas.microsoft.com/office/drawing/2014/main" id="{F1477F14-0B7F-F75E-9E39-F588D878B605}"/>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ltLang="zh-CN"/>
          </a:p>
        </p:txBody>
      </p:sp>
      <p:sp>
        <p:nvSpPr>
          <p:cNvPr id="315396" name="Rectangle 4">
            <a:extLst>
              <a:ext uri="{FF2B5EF4-FFF2-40B4-BE49-F238E27FC236}">
                <a16:creationId xmlns:a16="http://schemas.microsoft.com/office/drawing/2014/main" id="{82FF2E01-E1F5-3FC5-3C1C-5E14B9D16B95}"/>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ltLang="zh-CN"/>
          </a:p>
        </p:txBody>
      </p:sp>
      <p:sp>
        <p:nvSpPr>
          <p:cNvPr id="315397" name="Rectangle 5">
            <a:extLst>
              <a:ext uri="{FF2B5EF4-FFF2-40B4-BE49-F238E27FC236}">
                <a16:creationId xmlns:a16="http://schemas.microsoft.com/office/drawing/2014/main" id="{935B09D5-C7BC-B6BE-A682-298FA2464DA8}"/>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E67A963A-C1FB-6F47-9808-9A69550D6437}"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B7960AA3-BA8A-5CE1-E3C2-9FD9B15735B2}"/>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ltLang="zh-CN"/>
          </a:p>
        </p:txBody>
      </p:sp>
      <p:sp>
        <p:nvSpPr>
          <p:cNvPr id="3075" name="Rectangle 3">
            <a:extLst>
              <a:ext uri="{FF2B5EF4-FFF2-40B4-BE49-F238E27FC236}">
                <a16:creationId xmlns:a16="http://schemas.microsoft.com/office/drawing/2014/main" id="{A84A22DF-C98B-11D4-57CD-2B12B496FB74}"/>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ltLang="zh-CN"/>
          </a:p>
        </p:txBody>
      </p:sp>
      <p:sp>
        <p:nvSpPr>
          <p:cNvPr id="3076" name="Rectangle 4">
            <a:extLst>
              <a:ext uri="{FF2B5EF4-FFF2-40B4-BE49-F238E27FC236}">
                <a16:creationId xmlns:a16="http://schemas.microsoft.com/office/drawing/2014/main" id="{170BE338-FE84-40F3-591E-7505BC0C1BAB}"/>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08E3E657-6E35-784A-3AEC-284504A78EAB}"/>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8" name="Rectangle 6">
            <a:extLst>
              <a:ext uri="{FF2B5EF4-FFF2-40B4-BE49-F238E27FC236}">
                <a16:creationId xmlns:a16="http://schemas.microsoft.com/office/drawing/2014/main" id="{B0669C44-CB93-775A-3A63-72656BB244B0}"/>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ltLang="zh-CN"/>
          </a:p>
        </p:txBody>
      </p:sp>
      <p:sp>
        <p:nvSpPr>
          <p:cNvPr id="3079" name="Rectangle 7">
            <a:extLst>
              <a:ext uri="{FF2B5EF4-FFF2-40B4-BE49-F238E27FC236}">
                <a16:creationId xmlns:a16="http://schemas.microsoft.com/office/drawing/2014/main" id="{82AC1CB2-2001-F982-A3B4-5A51B8766E64}"/>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D3E7B7BB-D4F0-A84E-84F8-6805741D45C5}"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A56E6F83-1A4B-F287-F847-96F4101F3F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665BC66-C843-6448-84AF-0783727B93A4}" type="slidenum">
              <a:rPr lang="en-US" altLang="zh-CN"/>
              <a:pPr>
                <a:spcBef>
                  <a:spcPct val="0"/>
                </a:spcBef>
              </a:pPr>
              <a:t>1</a:t>
            </a:fld>
            <a:endParaRPr lang="en-US" altLang="zh-CN"/>
          </a:p>
        </p:txBody>
      </p:sp>
      <p:sp>
        <p:nvSpPr>
          <p:cNvPr id="6147" name="Rectangle 2">
            <a:extLst>
              <a:ext uri="{FF2B5EF4-FFF2-40B4-BE49-F238E27FC236}">
                <a16:creationId xmlns:a16="http://schemas.microsoft.com/office/drawing/2014/main" id="{4067488C-6F8D-A8E8-61BE-EEEE07C80E9A}"/>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7FCA1DD2-0BD7-1075-29CE-A6B7DCC17C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EFFEDA57-F1A0-8F6B-2DA4-956DCBE9BF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B5E78A0-BFF3-454A-B572-27E3B541687D}" type="slidenum">
              <a:rPr lang="en-US" altLang="zh-CN"/>
              <a:pPr>
                <a:spcBef>
                  <a:spcPct val="0"/>
                </a:spcBef>
              </a:pPr>
              <a:t>3</a:t>
            </a:fld>
            <a:endParaRPr lang="en-US" altLang="zh-CN"/>
          </a:p>
        </p:txBody>
      </p:sp>
      <p:sp>
        <p:nvSpPr>
          <p:cNvPr id="9219" name="Rectangle 2">
            <a:extLst>
              <a:ext uri="{FF2B5EF4-FFF2-40B4-BE49-F238E27FC236}">
                <a16:creationId xmlns:a16="http://schemas.microsoft.com/office/drawing/2014/main" id="{3C19A65C-3E8E-4B99-0F83-DF29A0E55FB0}"/>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407CF48E-681A-B27C-2472-5C85A25713E0}"/>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46833F78-93B5-CA11-BB28-69499DD5AD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C49FE10-78D9-C745-AA64-0BC9D068C3E3}" type="slidenum">
              <a:rPr lang="en-US" altLang="zh-CN"/>
              <a:pPr>
                <a:spcBef>
                  <a:spcPct val="0"/>
                </a:spcBef>
              </a:pPr>
              <a:t>5</a:t>
            </a:fld>
            <a:endParaRPr lang="en-US" altLang="zh-CN"/>
          </a:p>
        </p:txBody>
      </p:sp>
      <p:sp>
        <p:nvSpPr>
          <p:cNvPr id="12291" name="Rectangle 2">
            <a:extLst>
              <a:ext uri="{FF2B5EF4-FFF2-40B4-BE49-F238E27FC236}">
                <a16:creationId xmlns:a16="http://schemas.microsoft.com/office/drawing/2014/main" id="{F440C1DB-054B-6B31-1A0C-874A8981AAE1}"/>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274E65AC-7C77-8572-9E7A-C048FFF1FA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记号影响语法分析的决策，属性影响记号的翻译</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6A3B9135-E42E-A3EC-6785-9787B07BFE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5082A78-18B4-DD41-B347-AE63ECB361C2}" type="slidenum">
              <a:rPr lang="en-US" altLang="zh-CN"/>
              <a:pPr>
                <a:spcBef>
                  <a:spcPct val="0"/>
                </a:spcBef>
              </a:pPr>
              <a:t>11</a:t>
            </a:fld>
            <a:endParaRPr lang="en-US" altLang="zh-CN"/>
          </a:p>
        </p:txBody>
      </p:sp>
      <p:sp>
        <p:nvSpPr>
          <p:cNvPr id="19459" name="Rectangle 2">
            <a:extLst>
              <a:ext uri="{FF2B5EF4-FFF2-40B4-BE49-F238E27FC236}">
                <a16:creationId xmlns:a16="http://schemas.microsoft.com/office/drawing/2014/main" id="{D576A1A9-C933-5E2D-B454-B7958E8C2C80}"/>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1C2951D0-4C0E-9946-2F0F-F4D3273CA68A}"/>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4B6DDA81-92D0-84E0-CB86-78E24178F4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649BF8E-B8D2-8445-B61B-6C96CF2668B8}" type="slidenum">
              <a:rPr lang="en-US" altLang="zh-CN"/>
              <a:pPr>
                <a:spcBef>
                  <a:spcPct val="0"/>
                </a:spcBef>
              </a:pPr>
              <a:t>28</a:t>
            </a:fld>
            <a:endParaRPr lang="en-US" altLang="zh-CN"/>
          </a:p>
        </p:txBody>
      </p:sp>
      <p:sp>
        <p:nvSpPr>
          <p:cNvPr id="37891" name="Rectangle 2">
            <a:extLst>
              <a:ext uri="{FF2B5EF4-FFF2-40B4-BE49-F238E27FC236}">
                <a16:creationId xmlns:a16="http://schemas.microsoft.com/office/drawing/2014/main" id="{46A4C519-25D5-D402-E47C-6708ACF66D0C}"/>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7EF34765-C9F2-2DB7-F31A-120D5F41BA25}"/>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a:extLst>
              <a:ext uri="{FF2B5EF4-FFF2-40B4-BE49-F238E27FC236}">
                <a16:creationId xmlns:a16="http://schemas.microsoft.com/office/drawing/2014/main" id="{876C83A4-D6B7-EA8B-0DB4-11C96DCE19FD}"/>
              </a:ext>
            </a:extLst>
          </p:cNvPr>
          <p:cNvSpPr>
            <a:spLocks noGrp="1" noRot="1" noChangeAspect="1" noChangeArrowheads="1" noTextEdit="1"/>
          </p:cNvSpPr>
          <p:nvPr>
            <p:ph type="sldImg"/>
          </p:nvPr>
        </p:nvSpPr>
        <p:spPr>
          <a:ln/>
        </p:spPr>
      </p:sp>
      <p:sp>
        <p:nvSpPr>
          <p:cNvPr id="41987" name="备注占位符 2">
            <a:extLst>
              <a:ext uri="{FF2B5EF4-FFF2-40B4-BE49-F238E27FC236}">
                <a16:creationId xmlns:a16="http://schemas.microsoft.com/office/drawing/2014/main" id="{CFDA0A4B-2963-227B-4929-540BFDD10E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1988" name="灯片编号占位符 3">
            <a:extLst>
              <a:ext uri="{FF2B5EF4-FFF2-40B4-BE49-F238E27FC236}">
                <a16:creationId xmlns:a16="http://schemas.microsoft.com/office/drawing/2014/main" id="{185379D0-4E3C-B59B-AE3D-F62F08C136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DC59245-4DAF-854B-9E66-C49CEDCC955C}" type="slidenum">
              <a:rPr lang="en-US" altLang="zh-CN"/>
              <a:pPr/>
              <a:t>31</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C0CEAD40-A655-1027-26B6-198E0612CE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36CFC04-0B1A-CB4F-A8B4-0DDC0964E37B}" type="slidenum">
              <a:rPr lang="en-US" altLang="zh-CN"/>
              <a:pPr>
                <a:spcBef>
                  <a:spcPct val="0"/>
                </a:spcBef>
              </a:pPr>
              <a:t>82</a:t>
            </a:fld>
            <a:endParaRPr lang="en-US" altLang="zh-CN"/>
          </a:p>
        </p:txBody>
      </p:sp>
      <p:sp>
        <p:nvSpPr>
          <p:cNvPr id="95235" name="Rectangle 2">
            <a:extLst>
              <a:ext uri="{FF2B5EF4-FFF2-40B4-BE49-F238E27FC236}">
                <a16:creationId xmlns:a16="http://schemas.microsoft.com/office/drawing/2014/main" id="{5A7E6FD1-87FC-1B34-3A89-2DB8A2E045E8}"/>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660BEB10-D804-2B1B-5251-B49007887C5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83AFBC15-D41D-4E8F-27FB-3B9E814DC6D8}"/>
              </a:ext>
            </a:extLst>
          </p:cNvPr>
          <p:cNvGrpSpPr>
            <a:grpSpLocks/>
          </p:cNvGrpSpPr>
          <p:nvPr/>
        </p:nvGrpSpPr>
        <p:grpSpPr bwMode="auto">
          <a:xfrm>
            <a:off x="0" y="0"/>
            <a:ext cx="9144000" cy="6858000"/>
            <a:chOff x="0" y="0"/>
            <a:chExt cx="5760" cy="4320"/>
          </a:xfrm>
        </p:grpSpPr>
        <p:sp>
          <p:nvSpPr>
            <p:cNvPr id="3" name="Rectangle 3">
              <a:extLst>
                <a:ext uri="{FF2B5EF4-FFF2-40B4-BE49-F238E27FC236}">
                  <a16:creationId xmlns:a16="http://schemas.microsoft.com/office/drawing/2014/main" id="{E2060DF2-DC75-AE06-D21F-0C8F58C22F91}"/>
                </a:ext>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4" name="Rectangle 4">
              <a:extLst>
                <a:ext uri="{FF2B5EF4-FFF2-40B4-BE49-F238E27FC236}">
                  <a16:creationId xmlns:a16="http://schemas.microsoft.com/office/drawing/2014/main" id="{314E6C81-F431-B898-DBED-6B381FE73DF8}"/>
                </a:ext>
              </a:extLst>
            </p:cNvPr>
            <p:cNvSpPr>
              <a:spLocks noChangeArrowheads="1"/>
            </p:cNvSpPr>
            <p:nvPr/>
          </p:nvSpPr>
          <p:spPr bwMode="hidden">
            <a:xfrm>
              <a:off x="1081" y="1065"/>
              <a:ext cx="4679" cy="1596"/>
            </a:xfrm>
            <a:prstGeom prst="rect">
              <a:avLst/>
            </a:prstGeom>
            <a:solidFill>
              <a:schemeClr val="bg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grpSp>
          <p:nvGrpSpPr>
            <p:cNvPr id="5" name="Group 5">
              <a:extLst>
                <a:ext uri="{FF2B5EF4-FFF2-40B4-BE49-F238E27FC236}">
                  <a16:creationId xmlns:a16="http://schemas.microsoft.com/office/drawing/2014/main" id="{CABAFA0D-2B7D-BB69-BE0C-AA8A6F1B92D6}"/>
                </a:ext>
              </a:extLst>
            </p:cNvPr>
            <p:cNvGrpSpPr>
              <a:grpSpLocks/>
            </p:cNvGrpSpPr>
            <p:nvPr/>
          </p:nvGrpSpPr>
          <p:grpSpPr bwMode="auto">
            <a:xfrm>
              <a:off x="0" y="672"/>
              <a:ext cx="1806" cy="1989"/>
              <a:chOff x="0" y="672"/>
              <a:chExt cx="1806" cy="1989"/>
            </a:xfrm>
          </p:grpSpPr>
          <p:sp>
            <p:nvSpPr>
              <p:cNvPr id="6" name="Rectangle 6">
                <a:extLst>
                  <a:ext uri="{FF2B5EF4-FFF2-40B4-BE49-F238E27FC236}">
                    <a16:creationId xmlns:a16="http://schemas.microsoft.com/office/drawing/2014/main" id="{CC267782-5D62-E4A3-3C01-E82EF780517E}"/>
                  </a:ext>
                </a:extLst>
              </p:cNvPr>
              <p:cNvSpPr>
                <a:spLocks noChangeArrowheads="1"/>
              </p:cNvSpPr>
              <p:nvPr userDrawn="1"/>
            </p:nvSpPr>
            <p:spPr bwMode="auto">
              <a:xfrm>
                <a:off x="361" y="2257"/>
                <a:ext cx="363" cy="404"/>
              </a:xfrm>
              <a:prstGeom prst="rect">
                <a:avLst/>
              </a:prstGeom>
              <a:solidFill>
                <a:schemeClr val="accent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7" name="Rectangle 7">
                <a:extLst>
                  <a:ext uri="{FF2B5EF4-FFF2-40B4-BE49-F238E27FC236}">
                    <a16:creationId xmlns:a16="http://schemas.microsoft.com/office/drawing/2014/main" id="{1B19817C-B765-C042-388D-6FD3BA6AF7EB}"/>
                  </a:ext>
                </a:extLst>
              </p:cNvPr>
              <p:cNvSpPr>
                <a:spLocks noChangeArrowheads="1"/>
              </p:cNvSpPr>
              <p:nvPr userDrawn="1"/>
            </p:nvSpPr>
            <p:spPr bwMode="auto">
              <a:xfrm>
                <a:off x="1081" y="1065"/>
                <a:ext cx="362" cy="405"/>
              </a:xfrm>
              <a:prstGeom prst="rect">
                <a:avLst/>
              </a:prstGeom>
              <a:solidFill>
                <a:schemeClr val="folHlink"/>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8" name="Rectangle 8">
                <a:extLst>
                  <a:ext uri="{FF2B5EF4-FFF2-40B4-BE49-F238E27FC236}">
                    <a16:creationId xmlns:a16="http://schemas.microsoft.com/office/drawing/2014/main" id="{6713F872-AA87-8AC3-D293-DE7FC15301FE}"/>
                  </a:ext>
                </a:extLst>
              </p:cNvPr>
              <p:cNvSpPr>
                <a:spLocks noChangeArrowheads="1"/>
              </p:cNvSpPr>
              <p:nvPr userDrawn="1"/>
            </p:nvSpPr>
            <p:spPr bwMode="auto">
              <a:xfrm>
                <a:off x="1437" y="672"/>
                <a:ext cx="369" cy="400"/>
              </a:xfrm>
              <a:prstGeom prst="rect">
                <a:avLst/>
              </a:prstGeom>
              <a:solidFill>
                <a:schemeClr val="folHlink"/>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9" name="Rectangle 9">
                <a:extLst>
                  <a:ext uri="{FF2B5EF4-FFF2-40B4-BE49-F238E27FC236}">
                    <a16:creationId xmlns:a16="http://schemas.microsoft.com/office/drawing/2014/main" id="{EFE7CD6B-F789-6234-2FA9-3F877D0AF70F}"/>
                  </a:ext>
                </a:extLst>
              </p:cNvPr>
              <p:cNvSpPr>
                <a:spLocks noChangeArrowheads="1"/>
              </p:cNvSpPr>
              <p:nvPr userDrawn="1"/>
            </p:nvSpPr>
            <p:spPr bwMode="auto">
              <a:xfrm>
                <a:off x="719" y="2257"/>
                <a:ext cx="368" cy="404"/>
              </a:xfrm>
              <a:prstGeom prst="rect">
                <a:avLst/>
              </a:prstGeom>
              <a:solidFill>
                <a:schemeClr val="bg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0" name="Rectangle 10">
                <a:extLst>
                  <a:ext uri="{FF2B5EF4-FFF2-40B4-BE49-F238E27FC236}">
                    <a16:creationId xmlns:a16="http://schemas.microsoft.com/office/drawing/2014/main" id="{AB21775C-B5EF-59DB-CA41-C89762C05BBD}"/>
                  </a:ext>
                </a:extLst>
              </p:cNvPr>
              <p:cNvSpPr>
                <a:spLocks noChangeArrowheads="1"/>
              </p:cNvSpPr>
              <p:nvPr userDrawn="1"/>
            </p:nvSpPr>
            <p:spPr bwMode="auto">
              <a:xfrm>
                <a:off x="1437" y="1065"/>
                <a:ext cx="369" cy="405"/>
              </a:xfrm>
              <a:prstGeom prst="rect">
                <a:avLst/>
              </a:prstGeom>
              <a:solidFill>
                <a:schemeClr val="accent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1" name="Rectangle 11">
                <a:extLst>
                  <a:ext uri="{FF2B5EF4-FFF2-40B4-BE49-F238E27FC236}">
                    <a16:creationId xmlns:a16="http://schemas.microsoft.com/office/drawing/2014/main" id="{576EABC7-84CC-D37C-6143-B0120AB1331E}"/>
                  </a:ext>
                </a:extLst>
              </p:cNvPr>
              <p:cNvSpPr>
                <a:spLocks noChangeArrowheads="1"/>
              </p:cNvSpPr>
              <p:nvPr userDrawn="1"/>
            </p:nvSpPr>
            <p:spPr bwMode="auto">
              <a:xfrm>
                <a:off x="719" y="1464"/>
                <a:ext cx="368" cy="399"/>
              </a:xfrm>
              <a:prstGeom prst="rect">
                <a:avLst/>
              </a:prstGeom>
              <a:solidFill>
                <a:schemeClr val="folHlink"/>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2" name="Rectangle 12">
                <a:extLst>
                  <a:ext uri="{FF2B5EF4-FFF2-40B4-BE49-F238E27FC236}">
                    <a16:creationId xmlns:a16="http://schemas.microsoft.com/office/drawing/2014/main" id="{76A863D6-6FD6-462B-0EC7-891E18479485}"/>
                  </a:ext>
                </a:extLst>
              </p:cNvPr>
              <p:cNvSpPr>
                <a:spLocks noChangeArrowheads="1"/>
              </p:cNvSpPr>
              <p:nvPr userDrawn="1"/>
            </p:nvSpPr>
            <p:spPr bwMode="auto">
              <a:xfrm>
                <a:off x="0" y="1464"/>
                <a:ext cx="367" cy="399"/>
              </a:xfrm>
              <a:prstGeom prst="rect">
                <a:avLst/>
              </a:prstGeom>
              <a:solidFill>
                <a:schemeClr val="bg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3" name="Rectangle 13">
                <a:extLst>
                  <a:ext uri="{FF2B5EF4-FFF2-40B4-BE49-F238E27FC236}">
                    <a16:creationId xmlns:a16="http://schemas.microsoft.com/office/drawing/2014/main" id="{F8C8FBCB-367A-878C-B199-269409A925CA}"/>
                  </a:ext>
                </a:extLst>
              </p:cNvPr>
              <p:cNvSpPr>
                <a:spLocks noChangeArrowheads="1"/>
              </p:cNvSpPr>
              <p:nvPr userDrawn="1"/>
            </p:nvSpPr>
            <p:spPr bwMode="auto">
              <a:xfrm>
                <a:off x="1081" y="1464"/>
                <a:ext cx="362" cy="399"/>
              </a:xfrm>
              <a:prstGeom prst="rect">
                <a:avLst/>
              </a:prstGeom>
              <a:solidFill>
                <a:schemeClr val="accent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4" name="Rectangle 14">
                <a:extLst>
                  <a:ext uri="{FF2B5EF4-FFF2-40B4-BE49-F238E27FC236}">
                    <a16:creationId xmlns:a16="http://schemas.microsoft.com/office/drawing/2014/main" id="{9D21F8C7-698B-75A4-EEBE-287A4301243C}"/>
                  </a:ext>
                </a:extLst>
              </p:cNvPr>
              <p:cNvSpPr>
                <a:spLocks noChangeArrowheads="1"/>
              </p:cNvSpPr>
              <p:nvPr userDrawn="1"/>
            </p:nvSpPr>
            <p:spPr bwMode="auto">
              <a:xfrm>
                <a:off x="361" y="1857"/>
                <a:ext cx="363" cy="406"/>
              </a:xfrm>
              <a:prstGeom prst="rect">
                <a:avLst/>
              </a:prstGeom>
              <a:solidFill>
                <a:schemeClr val="folHlink"/>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5" name="Rectangle 15">
                <a:extLst>
                  <a:ext uri="{FF2B5EF4-FFF2-40B4-BE49-F238E27FC236}">
                    <a16:creationId xmlns:a16="http://schemas.microsoft.com/office/drawing/2014/main" id="{D7C4E942-DB7D-2B80-C220-8C48E8BFB30F}"/>
                  </a:ext>
                </a:extLst>
              </p:cNvPr>
              <p:cNvSpPr>
                <a:spLocks noChangeArrowheads="1"/>
              </p:cNvSpPr>
              <p:nvPr userDrawn="1"/>
            </p:nvSpPr>
            <p:spPr bwMode="auto">
              <a:xfrm>
                <a:off x="719" y="1857"/>
                <a:ext cx="368" cy="406"/>
              </a:xfrm>
              <a:prstGeom prst="rect">
                <a:avLst/>
              </a:prstGeom>
              <a:solidFill>
                <a:schemeClr val="accent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grpSp>
      </p:grpSp>
      <p:sp>
        <p:nvSpPr>
          <p:cNvPr id="44051"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p>
        </p:txBody>
      </p:sp>
      <p:sp>
        <p:nvSpPr>
          <p:cNvPr id="44052"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zh-CN" altLang="en-US"/>
              <a:t>单击此处编辑母版副标题样式</a:t>
            </a:r>
          </a:p>
        </p:txBody>
      </p:sp>
      <p:sp>
        <p:nvSpPr>
          <p:cNvPr id="16" name="Rectangle 16">
            <a:extLst>
              <a:ext uri="{FF2B5EF4-FFF2-40B4-BE49-F238E27FC236}">
                <a16:creationId xmlns:a16="http://schemas.microsoft.com/office/drawing/2014/main" id="{693F3B44-B22F-316E-1F13-2829696E4BCC}"/>
              </a:ext>
            </a:extLst>
          </p:cNvPr>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17" name="Rectangle 17">
            <a:extLst>
              <a:ext uri="{FF2B5EF4-FFF2-40B4-BE49-F238E27FC236}">
                <a16:creationId xmlns:a16="http://schemas.microsoft.com/office/drawing/2014/main" id="{88D83D80-DCF8-4680-EADD-C42C984C00DF}"/>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18" name="Rectangle 18">
            <a:extLst>
              <a:ext uri="{FF2B5EF4-FFF2-40B4-BE49-F238E27FC236}">
                <a16:creationId xmlns:a16="http://schemas.microsoft.com/office/drawing/2014/main" id="{A2F97089-E7A4-2DC0-D29A-9789CC0D1DDD}"/>
              </a:ext>
            </a:extLst>
          </p:cNvPr>
          <p:cNvSpPr>
            <a:spLocks noGrp="1" noChangeArrowheads="1"/>
          </p:cNvSpPr>
          <p:nvPr>
            <p:ph type="sldNum" sz="quarter" idx="12"/>
          </p:nvPr>
        </p:nvSpPr>
        <p:spPr/>
        <p:txBody>
          <a:bodyPr/>
          <a:lstStyle>
            <a:lvl1pPr>
              <a:defRPr smtClean="0"/>
            </a:lvl1pPr>
          </a:lstStyle>
          <a:p>
            <a:pPr>
              <a:defRPr/>
            </a:pPr>
            <a:fld id="{BF24057C-37F4-C84C-AEFB-CE889AD2770C}" type="slidenum">
              <a:rPr lang="en-US" altLang="zh-CN"/>
              <a:pPr>
                <a:defRPr/>
              </a:pPr>
              <a:t>‹#›</a:t>
            </a:fld>
            <a:endParaRPr lang="en-US" altLang="zh-CN"/>
          </a:p>
        </p:txBody>
      </p:sp>
    </p:spTree>
    <p:extLst>
      <p:ext uri="{BB962C8B-B14F-4D97-AF65-F5344CB8AC3E}">
        <p14:creationId xmlns:p14="http://schemas.microsoft.com/office/powerpoint/2010/main" val="3595662737"/>
      </p:ext>
    </p:extLst>
  </p:cSld>
  <p:clrMapOvr>
    <a:masterClrMapping/>
  </p:clrMapOvr>
  <p:transition>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a:extLst>
              <a:ext uri="{FF2B5EF4-FFF2-40B4-BE49-F238E27FC236}">
                <a16:creationId xmlns:a16="http://schemas.microsoft.com/office/drawing/2014/main" id="{26B92CBA-3B14-18DE-4CE7-E8F305382C9E}"/>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a:extLst>
              <a:ext uri="{FF2B5EF4-FFF2-40B4-BE49-F238E27FC236}">
                <a16:creationId xmlns:a16="http://schemas.microsoft.com/office/drawing/2014/main" id="{322D5BE5-6D9B-8527-E98C-E5DA316C6A6D}"/>
              </a:ext>
            </a:extLst>
          </p:cNvPr>
          <p:cNvSpPr>
            <a:spLocks noGrp="1" noChangeArrowheads="1"/>
          </p:cNvSpPr>
          <p:nvPr>
            <p:ph type="sldNum" sz="quarter" idx="11"/>
          </p:nvPr>
        </p:nvSpPr>
        <p:spPr>
          <a:ln/>
        </p:spPr>
        <p:txBody>
          <a:bodyPr/>
          <a:lstStyle>
            <a:lvl1pPr>
              <a:defRPr/>
            </a:lvl1pPr>
          </a:lstStyle>
          <a:p>
            <a:pPr>
              <a:defRPr/>
            </a:pPr>
            <a:fld id="{7E960F47-89DB-4748-9DA4-209627FF3DF5}" type="slidenum">
              <a:rPr lang="en-US" altLang="zh-CN"/>
              <a:pPr>
                <a:defRPr/>
              </a:pPr>
              <a:t>‹#›</a:t>
            </a:fld>
            <a:endParaRPr lang="en-US" altLang="zh-CN"/>
          </a:p>
        </p:txBody>
      </p:sp>
      <p:sp>
        <p:nvSpPr>
          <p:cNvPr id="6" name="Rectangle 16">
            <a:extLst>
              <a:ext uri="{FF2B5EF4-FFF2-40B4-BE49-F238E27FC236}">
                <a16:creationId xmlns:a16="http://schemas.microsoft.com/office/drawing/2014/main" id="{8158FB93-54A1-A6AA-5E1F-33CD0634C688}"/>
              </a:ext>
            </a:extLst>
          </p:cNvPr>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522218002"/>
      </p:ext>
    </p:extLst>
  </p:cSld>
  <p:clrMapOvr>
    <a:masterClrMapping/>
  </p:clrMapOvr>
  <p:transition>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a:extLst>
              <a:ext uri="{FF2B5EF4-FFF2-40B4-BE49-F238E27FC236}">
                <a16:creationId xmlns:a16="http://schemas.microsoft.com/office/drawing/2014/main" id="{70AF85C0-621C-7AED-8AD2-E0095E4687FA}"/>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a:extLst>
              <a:ext uri="{FF2B5EF4-FFF2-40B4-BE49-F238E27FC236}">
                <a16:creationId xmlns:a16="http://schemas.microsoft.com/office/drawing/2014/main" id="{93C0FE16-98D9-E31B-51F9-DC28DF67B8FE}"/>
              </a:ext>
            </a:extLst>
          </p:cNvPr>
          <p:cNvSpPr>
            <a:spLocks noGrp="1" noChangeArrowheads="1"/>
          </p:cNvSpPr>
          <p:nvPr>
            <p:ph type="sldNum" sz="quarter" idx="11"/>
          </p:nvPr>
        </p:nvSpPr>
        <p:spPr>
          <a:ln/>
        </p:spPr>
        <p:txBody>
          <a:bodyPr/>
          <a:lstStyle>
            <a:lvl1pPr>
              <a:defRPr/>
            </a:lvl1pPr>
          </a:lstStyle>
          <a:p>
            <a:pPr>
              <a:defRPr/>
            </a:pPr>
            <a:fld id="{AD45057F-57BD-F345-8F2C-FDE8F73157CE}" type="slidenum">
              <a:rPr lang="en-US" altLang="zh-CN"/>
              <a:pPr>
                <a:defRPr/>
              </a:pPr>
              <a:t>‹#›</a:t>
            </a:fld>
            <a:endParaRPr lang="en-US" altLang="zh-CN"/>
          </a:p>
        </p:txBody>
      </p:sp>
      <p:sp>
        <p:nvSpPr>
          <p:cNvPr id="6" name="Rectangle 16">
            <a:extLst>
              <a:ext uri="{FF2B5EF4-FFF2-40B4-BE49-F238E27FC236}">
                <a16:creationId xmlns:a16="http://schemas.microsoft.com/office/drawing/2014/main" id="{48CADBAB-480B-F9BA-56D2-3490C82C1653}"/>
              </a:ext>
            </a:extLst>
          </p:cNvPr>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188307023"/>
      </p:ext>
    </p:extLst>
  </p:cSld>
  <p:clrMapOvr>
    <a:masterClrMapping/>
  </p:clrMapOvr>
  <p:transition>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a:extLst>
              <a:ext uri="{FF2B5EF4-FFF2-40B4-BE49-F238E27FC236}">
                <a16:creationId xmlns:a16="http://schemas.microsoft.com/office/drawing/2014/main" id="{3C10AC42-CCBA-24A7-BE64-514FCAD0FDF5}"/>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a:extLst>
              <a:ext uri="{FF2B5EF4-FFF2-40B4-BE49-F238E27FC236}">
                <a16:creationId xmlns:a16="http://schemas.microsoft.com/office/drawing/2014/main" id="{4BA5A057-DC47-CE6B-2914-8B2B92749107}"/>
              </a:ext>
            </a:extLst>
          </p:cNvPr>
          <p:cNvSpPr>
            <a:spLocks noGrp="1" noChangeArrowheads="1"/>
          </p:cNvSpPr>
          <p:nvPr>
            <p:ph type="sldNum" sz="quarter" idx="11"/>
          </p:nvPr>
        </p:nvSpPr>
        <p:spPr>
          <a:ln/>
        </p:spPr>
        <p:txBody>
          <a:bodyPr/>
          <a:lstStyle>
            <a:lvl1pPr>
              <a:defRPr/>
            </a:lvl1pPr>
          </a:lstStyle>
          <a:p>
            <a:pPr>
              <a:defRPr/>
            </a:pPr>
            <a:fld id="{6E2E0A3E-080C-0A49-BF33-BB46E03E4AD3}" type="slidenum">
              <a:rPr lang="en-US" altLang="zh-CN"/>
              <a:pPr>
                <a:defRPr/>
              </a:pPr>
              <a:t>‹#›</a:t>
            </a:fld>
            <a:endParaRPr lang="en-US" altLang="zh-CN"/>
          </a:p>
        </p:txBody>
      </p:sp>
      <p:sp>
        <p:nvSpPr>
          <p:cNvPr id="7" name="Rectangle 16">
            <a:extLst>
              <a:ext uri="{FF2B5EF4-FFF2-40B4-BE49-F238E27FC236}">
                <a16:creationId xmlns:a16="http://schemas.microsoft.com/office/drawing/2014/main" id="{AF046093-3CC6-3C99-A429-764659562BA1}"/>
              </a:ext>
            </a:extLst>
          </p:cNvPr>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330786018"/>
      </p:ext>
    </p:extLst>
  </p:cSld>
  <p:clrMapOvr>
    <a:masterClrMapping/>
  </p:clrMapOvr>
  <p:transition>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a:extLst>
              <a:ext uri="{FF2B5EF4-FFF2-40B4-BE49-F238E27FC236}">
                <a16:creationId xmlns:a16="http://schemas.microsoft.com/office/drawing/2014/main" id="{40DD98A3-1CE3-6379-6FD3-C50A3A43DBF1}"/>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3">
            <a:extLst>
              <a:ext uri="{FF2B5EF4-FFF2-40B4-BE49-F238E27FC236}">
                <a16:creationId xmlns:a16="http://schemas.microsoft.com/office/drawing/2014/main" id="{E04275E7-03B1-AEBA-0427-3EC5DF0B7AEC}"/>
              </a:ext>
            </a:extLst>
          </p:cNvPr>
          <p:cNvSpPr>
            <a:spLocks noGrp="1" noChangeArrowheads="1"/>
          </p:cNvSpPr>
          <p:nvPr>
            <p:ph type="sldNum" sz="quarter" idx="11"/>
          </p:nvPr>
        </p:nvSpPr>
        <p:spPr>
          <a:ln/>
        </p:spPr>
        <p:txBody>
          <a:bodyPr/>
          <a:lstStyle>
            <a:lvl1pPr>
              <a:defRPr/>
            </a:lvl1pPr>
          </a:lstStyle>
          <a:p>
            <a:pPr>
              <a:defRPr/>
            </a:pPr>
            <a:fld id="{1A2EE1AC-5CD1-664E-A09D-57FB661F10F9}" type="slidenum">
              <a:rPr lang="en-US" altLang="zh-CN"/>
              <a:pPr>
                <a:defRPr/>
              </a:pPr>
              <a:t>‹#›</a:t>
            </a:fld>
            <a:endParaRPr lang="en-US" altLang="zh-CN"/>
          </a:p>
        </p:txBody>
      </p:sp>
      <p:sp>
        <p:nvSpPr>
          <p:cNvPr id="9" name="Rectangle 16">
            <a:extLst>
              <a:ext uri="{FF2B5EF4-FFF2-40B4-BE49-F238E27FC236}">
                <a16:creationId xmlns:a16="http://schemas.microsoft.com/office/drawing/2014/main" id="{7ADB9E1E-C571-D1DD-8DCD-697C3F1BA387}"/>
              </a:ext>
            </a:extLst>
          </p:cNvPr>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279945346"/>
      </p:ext>
    </p:extLst>
  </p:cSld>
  <p:clrMapOvr>
    <a:masterClrMapping/>
  </p:clrMapOvr>
  <p:transition>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a:extLst>
              <a:ext uri="{FF2B5EF4-FFF2-40B4-BE49-F238E27FC236}">
                <a16:creationId xmlns:a16="http://schemas.microsoft.com/office/drawing/2014/main" id="{FBE476F3-7D46-8CCA-D79B-1881F1C4D017}"/>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a:extLst>
              <a:ext uri="{FF2B5EF4-FFF2-40B4-BE49-F238E27FC236}">
                <a16:creationId xmlns:a16="http://schemas.microsoft.com/office/drawing/2014/main" id="{08851D2B-E700-31FA-C4B6-99D800483ACD}"/>
              </a:ext>
            </a:extLst>
          </p:cNvPr>
          <p:cNvSpPr>
            <a:spLocks noGrp="1" noChangeArrowheads="1"/>
          </p:cNvSpPr>
          <p:nvPr>
            <p:ph type="sldNum" sz="quarter" idx="11"/>
          </p:nvPr>
        </p:nvSpPr>
        <p:spPr>
          <a:ln/>
        </p:spPr>
        <p:txBody>
          <a:bodyPr/>
          <a:lstStyle>
            <a:lvl1pPr>
              <a:defRPr/>
            </a:lvl1pPr>
          </a:lstStyle>
          <a:p>
            <a:pPr>
              <a:defRPr/>
            </a:pPr>
            <a:fld id="{A6CD2737-59F9-4549-858C-D48E69E8B289}" type="slidenum">
              <a:rPr lang="en-US" altLang="zh-CN"/>
              <a:pPr>
                <a:defRPr/>
              </a:pPr>
              <a:t>‹#›</a:t>
            </a:fld>
            <a:endParaRPr lang="en-US" altLang="zh-CN"/>
          </a:p>
        </p:txBody>
      </p:sp>
      <p:sp>
        <p:nvSpPr>
          <p:cNvPr id="5" name="Rectangle 16">
            <a:extLst>
              <a:ext uri="{FF2B5EF4-FFF2-40B4-BE49-F238E27FC236}">
                <a16:creationId xmlns:a16="http://schemas.microsoft.com/office/drawing/2014/main" id="{8F500479-4F7B-53E7-74D7-B8964268012A}"/>
              </a:ext>
            </a:extLst>
          </p:cNvPr>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272349836"/>
      </p:ext>
    </p:extLst>
  </p:cSld>
  <p:clrMapOvr>
    <a:masterClrMapping/>
  </p:clrMapOvr>
  <p:transition>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8A81186-632A-C246-8651-B4CEEF119A72}"/>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3">
            <a:extLst>
              <a:ext uri="{FF2B5EF4-FFF2-40B4-BE49-F238E27FC236}">
                <a16:creationId xmlns:a16="http://schemas.microsoft.com/office/drawing/2014/main" id="{F6E614F6-6ACB-CD5F-9565-4ACF73DE190F}"/>
              </a:ext>
            </a:extLst>
          </p:cNvPr>
          <p:cNvSpPr>
            <a:spLocks noGrp="1" noChangeArrowheads="1"/>
          </p:cNvSpPr>
          <p:nvPr>
            <p:ph type="sldNum" sz="quarter" idx="11"/>
          </p:nvPr>
        </p:nvSpPr>
        <p:spPr>
          <a:ln/>
        </p:spPr>
        <p:txBody>
          <a:bodyPr/>
          <a:lstStyle>
            <a:lvl1pPr>
              <a:defRPr/>
            </a:lvl1pPr>
          </a:lstStyle>
          <a:p>
            <a:pPr>
              <a:defRPr/>
            </a:pPr>
            <a:fld id="{EC9FF3C7-FDC3-DF45-A231-41BA65E5035E}" type="slidenum">
              <a:rPr lang="en-US" altLang="zh-CN"/>
              <a:pPr>
                <a:defRPr/>
              </a:pPr>
              <a:t>‹#›</a:t>
            </a:fld>
            <a:endParaRPr lang="en-US" altLang="zh-CN"/>
          </a:p>
        </p:txBody>
      </p:sp>
      <p:sp>
        <p:nvSpPr>
          <p:cNvPr id="4" name="Rectangle 16">
            <a:extLst>
              <a:ext uri="{FF2B5EF4-FFF2-40B4-BE49-F238E27FC236}">
                <a16:creationId xmlns:a16="http://schemas.microsoft.com/office/drawing/2014/main" id="{0D2106FA-C650-5C3A-9BA1-1914D89C01E2}"/>
              </a:ext>
            </a:extLst>
          </p:cNvPr>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039137669"/>
      </p:ext>
    </p:extLst>
  </p:cSld>
  <p:clrMapOvr>
    <a:masterClrMapping/>
  </p:clrMapOvr>
  <p:transition>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a:extLst>
              <a:ext uri="{FF2B5EF4-FFF2-40B4-BE49-F238E27FC236}">
                <a16:creationId xmlns:a16="http://schemas.microsoft.com/office/drawing/2014/main" id="{1FA48E01-B2C3-0547-B2C0-34B33D7662C8}"/>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a:extLst>
              <a:ext uri="{FF2B5EF4-FFF2-40B4-BE49-F238E27FC236}">
                <a16:creationId xmlns:a16="http://schemas.microsoft.com/office/drawing/2014/main" id="{D1C4A705-56EB-D2CD-ADA7-31292E6F1284}"/>
              </a:ext>
            </a:extLst>
          </p:cNvPr>
          <p:cNvSpPr>
            <a:spLocks noGrp="1" noChangeArrowheads="1"/>
          </p:cNvSpPr>
          <p:nvPr>
            <p:ph type="sldNum" sz="quarter" idx="11"/>
          </p:nvPr>
        </p:nvSpPr>
        <p:spPr>
          <a:ln/>
        </p:spPr>
        <p:txBody>
          <a:bodyPr/>
          <a:lstStyle>
            <a:lvl1pPr>
              <a:defRPr/>
            </a:lvl1pPr>
          </a:lstStyle>
          <a:p>
            <a:pPr>
              <a:defRPr/>
            </a:pPr>
            <a:fld id="{AF8BE5C6-78D1-3345-B60B-53C4AE107600}" type="slidenum">
              <a:rPr lang="en-US" altLang="zh-CN"/>
              <a:pPr>
                <a:defRPr/>
              </a:pPr>
              <a:t>‹#›</a:t>
            </a:fld>
            <a:endParaRPr lang="en-US" altLang="zh-CN"/>
          </a:p>
        </p:txBody>
      </p:sp>
      <p:sp>
        <p:nvSpPr>
          <p:cNvPr id="7" name="Rectangle 16">
            <a:extLst>
              <a:ext uri="{FF2B5EF4-FFF2-40B4-BE49-F238E27FC236}">
                <a16:creationId xmlns:a16="http://schemas.microsoft.com/office/drawing/2014/main" id="{F28951BD-601C-87B6-4A7E-3AE2C26E7E6C}"/>
              </a:ext>
            </a:extLst>
          </p:cNvPr>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91904858"/>
      </p:ext>
    </p:extLst>
  </p:cSld>
  <p:clrMapOvr>
    <a:masterClrMapping/>
  </p:clrMapOvr>
  <p:transition>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a:extLst>
              <a:ext uri="{FF2B5EF4-FFF2-40B4-BE49-F238E27FC236}">
                <a16:creationId xmlns:a16="http://schemas.microsoft.com/office/drawing/2014/main" id="{FF6E4C74-C436-4EAF-6DA8-001787DA1F95}"/>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a:extLst>
              <a:ext uri="{FF2B5EF4-FFF2-40B4-BE49-F238E27FC236}">
                <a16:creationId xmlns:a16="http://schemas.microsoft.com/office/drawing/2014/main" id="{DCCB137F-8DC6-39A9-922D-2C724B690951}"/>
              </a:ext>
            </a:extLst>
          </p:cNvPr>
          <p:cNvSpPr>
            <a:spLocks noGrp="1" noChangeArrowheads="1"/>
          </p:cNvSpPr>
          <p:nvPr>
            <p:ph type="sldNum" sz="quarter" idx="11"/>
          </p:nvPr>
        </p:nvSpPr>
        <p:spPr>
          <a:ln/>
        </p:spPr>
        <p:txBody>
          <a:bodyPr/>
          <a:lstStyle>
            <a:lvl1pPr>
              <a:defRPr/>
            </a:lvl1pPr>
          </a:lstStyle>
          <a:p>
            <a:pPr>
              <a:defRPr/>
            </a:pPr>
            <a:fld id="{85362D7B-E68A-DA47-A369-2ADCD62AAE1B}" type="slidenum">
              <a:rPr lang="en-US" altLang="zh-CN"/>
              <a:pPr>
                <a:defRPr/>
              </a:pPr>
              <a:t>‹#›</a:t>
            </a:fld>
            <a:endParaRPr lang="en-US" altLang="zh-CN"/>
          </a:p>
        </p:txBody>
      </p:sp>
      <p:sp>
        <p:nvSpPr>
          <p:cNvPr id="7" name="Rectangle 16">
            <a:extLst>
              <a:ext uri="{FF2B5EF4-FFF2-40B4-BE49-F238E27FC236}">
                <a16:creationId xmlns:a16="http://schemas.microsoft.com/office/drawing/2014/main" id="{3EAE36A3-13D7-438A-B4D5-E4240A32E775}"/>
              </a:ext>
            </a:extLst>
          </p:cNvPr>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971685856"/>
      </p:ext>
    </p:extLst>
  </p:cSld>
  <p:clrMapOvr>
    <a:masterClrMapping/>
  </p:clrMapOvr>
  <p:transition>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a:extLst>
              <a:ext uri="{FF2B5EF4-FFF2-40B4-BE49-F238E27FC236}">
                <a16:creationId xmlns:a16="http://schemas.microsoft.com/office/drawing/2014/main" id="{E7F2968D-52FA-EBAE-5C8B-3188039DEECC}"/>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a:extLst>
              <a:ext uri="{FF2B5EF4-FFF2-40B4-BE49-F238E27FC236}">
                <a16:creationId xmlns:a16="http://schemas.microsoft.com/office/drawing/2014/main" id="{208E81CB-C5D8-D71C-67CF-C96A3675D111}"/>
              </a:ext>
            </a:extLst>
          </p:cNvPr>
          <p:cNvSpPr>
            <a:spLocks noGrp="1" noChangeArrowheads="1"/>
          </p:cNvSpPr>
          <p:nvPr>
            <p:ph type="sldNum" sz="quarter" idx="11"/>
          </p:nvPr>
        </p:nvSpPr>
        <p:spPr>
          <a:ln/>
        </p:spPr>
        <p:txBody>
          <a:bodyPr/>
          <a:lstStyle>
            <a:lvl1pPr>
              <a:defRPr/>
            </a:lvl1pPr>
          </a:lstStyle>
          <a:p>
            <a:pPr>
              <a:defRPr/>
            </a:pPr>
            <a:fld id="{2CDF1B7B-B5C2-2841-9AEE-43100565500D}" type="slidenum">
              <a:rPr lang="en-US" altLang="zh-CN"/>
              <a:pPr>
                <a:defRPr/>
              </a:pPr>
              <a:t>‹#›</a:t>
            </a:fld>
            <a:endParaRPr lang="en-US" altLang="zh-CN"/>
          </a:p>
        </p:txBody>
      </p:sp>
      <p:sp>
        <p:nvSpPr>
          <p:cNvPr id="6" name="Rectangle 16">
            <a:extLst>
              <a:ext uri="{FF2B5EF4-FFF2-40B4-BE49-F238E27FC236}">
                <a16:creationId xmlns:a16="http://schemas.microsoft.com/office/drawing/2014/main" id="{25BB0F6A-DD7D-F503-1565-F234383CFD78}"/>
              </a:ext>
            </a:extLst>
          </p:cNvPr>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033607283"/>
      </p:ext>
    </p:extLst>
  </p:cSld>
  <p:clrMapOvr>
    <a:masterClrMapping/>
  </p:clrMapOvr>
  <p:transition>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a:extLst>
              <a:ext uri="{FF2B5EF4-FFF2-40B4-BE49-F238E27FC236}">
                <a16:creationId xmlns:a16="http://schemas.microsoft.com/office/drawing/2014/main" id="{5A61B2CF-8C95-15D2-091E-B0EFF3B5842D}"/>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a:extLst>
              <a:ext uri="{FF2B5EF4-FFF2-40B4-BE49-F238E27FC236}">
                <a16:creationId xmlns:a16="http://schemas.microsoft.com/office/drawing/2014/main" id="{2D39E960-C39E-97BF-C978-D38091639D99}"/>
              </a:ext>
            </a:extLst>
          </p:cNvPr>
          <p:cNvSpPr>
            <a:spLocks noGrp="1" noChangeArrowheads="1"/>
          </p:cNvSpPr>
          <p:nvPr>
            <p:ph type="sldNum" sz="quarter" idx="11"/>
          </p:nvPr>
        </p:nvSpPr>
        <p:spPr>
          <a:ln/>
        </p:spPr>
        <p:txBody>
          <a:bodyPr/>
          <a:lstStyle>
            <a:lvl1pPr>
              <a:defRPr/>
            </a:lvl1pPr>
          </a:lstStyle>
          <a:p>
            <a:pPr>
              <a:defRPr/>
            </a:pPr>
            <a:fld id="{69618CFE-5D6D-AF4F-92B7-C22895175430}" type="slidenum">
              <a:rPr lang="en-US" altLang="zh-CN"/>
              <a:pPr>
                <a:defRPr/>
              </a:pPr>
              <a:t>‹#›</a:t>
            </a:fld>
            <a:endParaRPr lang="en-US" altLang="zh-CN"/>
          </a:p>
        </p:txBody>
      </p:sp>
      <p:sp>
        <p:nvSpPr>
          <p:cNvPr id="6" name="Rectangle 16">
            <a:extLst>
              <a:ext uri="{FF2B5EF4-FFF2-40B4-BE49-F238E27FC236}">
                <a16:creationId xmlns:a16="http://schemas.microsoft.com/office/drawing/2014/main" id="{CD9AC163-D486-6A17-1767-8496B69504E5}"/>
              </a:ext>
            </a:extLst>
          </p:cNvPr>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81171797"/>
      </p:ext>
    </p:extLst>
  </p:cSld>
  <p:clrMapOvr>
    <a:masterClrMapping/>
  </p:clrMapOvr>
  <p:transition>
    <p:dissolv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表格占位符 2"/>
          <p:cNvSpPr>
            <a:spLocks noGrp="1"/>
          </p:cNvSpPr>
          <p:nvPr>
            <p:ph type="tbl" idx="1"/>
          </p:nvPr>
        </p:nvSpPr>
        <p:spPr>
          <a:xfrm>
            <a:off x="457200" y="1981200"/>
            <a:ext cx="8229600" cy="3886200"/>
          </a:xfrm>
        </p:spPr>
        <p:txBody>
          <a:bodyPr/>
          <a:lstStyle/>
          <a:p>
            <a:pPr lvl="0"/>
            <a:endParaRPr lang="zh-CN" altLang="en-US" noProof="0"/>
          </a:p>
        </p:txBody>
      </p:sp>
      <p:sp>
        <p:nvSpPr>
          <p:cNvPr id="4" name="Rectangle 2">
            <a:extLst>
              <a:ext uri="{FF2B5EF4-FFF2-40B4-BE49-F238E27FC236}">
                <a16:creationId xmlns:a16="http://schemas.microsoft.com/office/drawing/2014/main" id="{FADA3F6C-FC26-C230-FE44-BF0D7E8E2143}"/>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a:extLst>
              <a:ext uri="{FF2B5EF4-FFF2-40B4-BE49-F238E27FC236}">
                <a16:creationId xmlns:a16="http://schemas.microsoft.com/office/drawing/2014/main" id="{E47E845F-62E8-2EAD-810E-79A0121D8C25}"/>
              </a:ext>
            </a:extLst>
          </p:cNvPr>
          <p:cNvSpPr>
            <a:spLocks noGrp="1" noChangeArrowheads="1"/>
          </p:cNvSpPr>
          <p:nvPr>
            <p:ph type="sldNum" sz="quarter" idx="11"/>
          </p:nvPr>
        </p:nvSpPr>
        <p:spPr>
          <a:ln/>
        </p:spPr>
        <p:txBody>
          <a:bodyPr/>
          <a:lstStyle>
            <a:lvl1pPr>
              <a:defRPr/>
            </a:lvl1pPr>
          </a:lstStyle>
          <a:p>
            <a:pPr>
              <a:defRPr/>
            </a:pPr>
            <a:fld id="{FFE9CFB0-1D4F-1047-9736-BDB2BE05CF16}" type="slidenum">
              <a:rPr lang="en-US" altLang="zh-CN"/>
              <a:pPr>
                <a:defRPr/>
              </a:pPr>
              <a:t>‹#›</a:t>
            </a:fld>
            <a:endParaRPr lang="en-US" altLang="zh-CN"/>
          </a:p>
        </p:txBody>
      </p:sp>
      <p:sp>
        <p:nvSpPr>
          <p:cNvPr id="6" name="Rectangle 16">
            <a:extLst>
              <a:ext uri="{FF2B5EF4-FFF2-40B4-BE49-F238E27FC236}">
                <a16:creationId xmlns:a16="http://schemas.microsoft.com/office/drawing/2014/main" id="{3F129640-308F-06B2-EB1F-DB09DF3C181B}"/>
              </a:ext>
            </a:extLst>
          </p:cNvPr>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149304874"/>
      </p:ext>
    </p:extLst>
  </p:cSld>
  <p:clrMapOvr>
    <a:masterClrMapping/>
  </p:clrMapOvr>
  <p:transition>
    <p:dissolv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981200"/>
            <a:ext cx="40386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a:extLst>
              <a:ext uri="{FF2B5EF4-FFF2-40B4-BE49-F238E27FC236}">
                <a16:creationId xmlns:a16="http://schemas.microsoft.com/office/drawing/2014/main" id="{61857717-2F51-5317-D914-8F3E81FE9093}"/>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a:extLst>
              <a:ext uri="{FF2B5EF4-FFF2-40B4-BE49-F238E27FC236}">
                <a16:creationId xmlns:a16="http://schemas.microsoft.com/office/drawing/2014/main" id="{F8A152A5-A988-70B6-EAD0-6D236C769B86}"/>
              </a:ext>
            </a:extLst>
          </p:cNvPr>
          <p:cNvSpPr>
            <a:spLocks noGrp="1" noChangeArrowheads="1"/>
          </p:cNvSpPr>
          <p:nvPr>
            <p:ph type="sldNum" sz="quarter" idx="11"/>
          </p:nvPr>
        </p:nvSpPr>
        <p:spPr>
          <a:ln/>
        </p:spPr>
        <p:txBody>
          <a:bodyPr/>
          <a:lstStyle>
            <a:lvl1pPr>
              <a:defRPr/>
            </a:lvl1pPr>
          </a:lstStyle>
          <a:p>
            <a:pPr>
              <a:defRPr/>
            </a:pPr>
            <a:fld id="{E0A955F8-F951-074C-88F2-1805E40EAE47}" type="slidenum">
              <a:rPr lang="en-US" altLang="zh-CN"/>
              <a:pPr>
                <a:defRPr/>
              </a:pPr>
              <a:t>‹#›</a:t>
            </a:fld>
            <a:endParaRPr lang="en-US" altLang="zh-CN"/>
          </a:p>
        </p:txBody>
      </p:sp>
      <p:sp>
        <p:nvSpPr>
          <p:cNvPr id="7" name="Rectangle 16">
            <a:extLst>
              <a:ext uri="{FF2B5EF4-FFF2-40B4-BE49-F238E27FC236}">
                <a16:creationId xmlns:a16="http://schemas.microsoft.com/office/drawing/2014/main" id="{F9AEFD10-F9B2-AACE-621F-5117B5A7F650}"/>
              </a:ext>
            </a:extLst>
          </p:cNvPr>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368065043"/>
      </p:ext>
    </p:extLst>
  </p:cSld>
  <p:clrMapOvr>
    <a:masterClrMapping/>
  </p:clrMapOvr>
  <p:transition>
    <p:dissolv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981200"/>
            <a:ext cx="40386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981200"/>
            <a:ext cx="40386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000500"/>
            <a:ext cx="40386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2">
            <a:extLst>
              <a:ext uri="{FF2B5EF4-FFF2-40B4-BE49-F238E27FC236}">
                <a16:creationId xmlns:a16="http://schemas.microsoft.com/office/drawing/2014/main" id="{AE9C9552-8687-D0FA-259D-67718ACAFCCC}"/>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7" name="Rectangle 3">
            <a:extLst>
              <a:ext uri="{FF2B5EF4-FFF2-40B4-BE49-F238E27FC236}">
                <a16:creationId xmlns:a16="http://schemas.microsoft.com/office/drawing/2014/main" id="{91C3851F-EC9D-E044-EBCD-C54760A7B957}"/>
              </a:ext>
            </a:extLst>
          </p:cNvPr>
          <p:cNvSpPr>
            <a:spLocks noGrp="1" noChangeArrowheads="1"/>
          </p:cNvSpPr>
          <p:nvPr>
            <p:ph type="sldNum" sz="quarter" idx="11"/>
          </p:nvPr>
        </p:nvSpPr>
        <p:spPr>
          <a:ln/>
        </p:spPr>
        <p:txBody>
          <a:bodyPr/>
          <a:lstStyle>
            <a:lvl1pPr>
              <a:defRPr/>
            </a:lvl1pPr>
          </a:lstStyle>
          <a:p>
            <a:pPr>
              <a:defRPr/>
            </a:pPr>
            <a:fld id="{3BA9BFCD-47AC-3F44-AFA9-E5AE0317A8A0}" type="slidenum">
              <a:rPr lang="en-US" altLang="zh-CN"/>
              <a:pPr>
                <a:defRPr/>
              </a:pPr>
              <a:t>‹#›</a:t>
            </a:fld>
            <a:endParaRPr lang="en-US" altLang="zh-CN"/>
          </a:p>
        </p:txBody>
      </p:sp>
      <p:sp>
        <p:nvSpPr>
          <p:cNvPr id="8" name="Rectangle 16">
            <a:extLst>
              <a:ext uri="{FF2B5EF4-FFF2-40B4-BE49-F238E27FC236}">
                <a16:creationId xmlns:a16="http://schemas.microsoft.com/office/drawing/2014/main" id="{7659C318-41DD-9A19-6D7C-FEE530A95937}"/>
              </a:ext>
            </a:extLst>
          </p:cNvPr>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585642558"/>
      </p:ext>
    </p:extLst>
  </p:cSld>
  <p:clrMapOvr>
    <a:masterClrMapping/>
  </p:clrMapOvr>
  <p:transition>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D905D868-C055-63D1-6E11-7B6245CA8931}"/>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ltLang="zh-CN"/>
          </a:p>
        </p:txBody>
      </p:sp>
      <p:sp>
        <p:nvSpPr>
          <p:cNvPr id="43011" name="Rectangle 3">
            <a:extLst>
              <a:ext uri="{FF2B5EF4-FFF2-40B4-BE49-F238E27FC236}">
                <a16:creationId xmlns:a16="http://schemas.microsoft.com/office/drawing/2014/main" id="{20872D87-ACD3-483F-3872-E111A6302284}"/>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Arial Black" panose="020B0A04020102020204" pitchFamily="34" charset="0"/>
              </a:defRPr>
            </a:lvl1pPr>
          </a:lstStyle>
          <a:p>
            <a:pPr>
              <a:defRPr/>
            </a:pPr>
            <a:fld id="{6FBB8EBA-6071-DC4A-960B-FBB5BDA39D97}" type="slidenum">
              <a:rPr lang="en-US" altLang="zh-CN"/>
              <a:pPr>
                <a:defRPr/>
              </a:pPr>
              <a:t>‹#›</a:t>
            </a:fld>
            <a:endParaRPr lang="en-US" altLang="zh-CN"/>
          </a:p>
        </p:txBody>
      </p:sp>
      <p:grpSp>
        <p:nvGrpSpPr>
          <p:cNvPr id="1028" name="Group 4">
            <a:extLst>
              <a:ext uri="{FF2B5EF4-FFF2-40B4-BE49-F238E27FC236}">
                <a16:creationId xmlns:a16="http://schemas.microsoft.com/office/drawing/2014/main" id="{C8B3CB07-573E-F566-C60B-381D4D5B61A4}"/>
              </a:ext>
            </a:extLst>
          </p:cNvPr>
          <p:cNvGrpSpPr>
            <a:grpSpLocks/>
          </p:cNvGrpSpPr>
          <p:nvPr/>
        </p:nvGrpSpPr>
        <p:grpSpPr bwMode="auto">
          <a:xfrm>
            <a:off x="0" y="0"/>
            <a:ext cx="9144000" cy="546100"/>
            <a:chOff x="0" y="0"/>
            <a:chExt cx="5760" cy="344"/>
          </a:xfrm>
        </p:grpSpPr>
        <p:sp>
          <p:nvSpPr>
            <p:cNvPr id="1032" name="Rectangle 5">
              <a:extLst>
                <a:ext uri="{FF2B5EF4-FFF2-40B4-BE49-F238E27FC236}">
                  <a16:creationId xmlns:a16="http://schemas.microsoft.com/office/drawing/2014/main" id="{6E683711-1D4E-8749-A75A-049E8205630E}"/>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1033" name="Rectangle 6">
              <a:extLst>
                <a:ext uri="{FF2B5EF4-FFF2-40B4-BE49-F238E27FC236}">
                  <a16:creationId xmlns:a16="http://schemas.microsoft.com/office/drawing/2014/main" id="{30D845DF-B33A-FBB5-E128-D0CDEF230D57}"/>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034" name="Rectangle 7">
              <a:extLst>
                <a:ext uri="{FF2B5EF4-FFF2-40B4-BE49-F238E27FC236}">
                  <a16:creationId xmlns:a16="http://schemas.microsoft.com/office/drawing/2014/main" id="{CAAB6B14-736F-BD47-84E0-00C648AFDEF8}"/>
                </a:ext>
              </a:extLst>
            </p:cNvPr>
            <p:cNvSpPr>
              <a:spLocks noChangeArrowheads="1"/>
            </p:cNvSpPr>
            <p:nvPr/>
          </p:nvSpPr>
          <p:spPr bwMode="auto">
            <a:xfrm>
              <a:off x="258" y="85"/>
              <a:ext cx="87" cy="89"/>
            </a:xfrm>
            <a:prstGeom prst="rect">
              <a:avLst/>
            </a:prstGeom>
            <a:solidFill>
              <a:schemeClr val="folHlink"/>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hlink"/>
                </a:solidFill>
              </a:endParaRPr>
            </a:p>
          </p:txBody>
        </p:sp>
        <p:sp>
          <p:nvSpPr>
            <p:cNvPr id="1035" name="Rectangle 8">
              <a:extLst>
                <a:ext uri="{FF2B5EF4-FFF2-40B4-BE49-F238E27FC236}">
                  <a16:creationId xmlns:a16="http://schemas.microsoft.com/office/drawing/2014/main" id="{4D979FBB-D475-3151-276E-C44444566BEA}"/>
                </a:ext>
              </a:extLst>
            </p:cNvPr>
            <p:cNvSpPr>
              <a:spLocks noChangeArrowheads="1"/>
            </p:cNvSpPr>
            <p:nvPr/>
          </p:nvSpPr>
          <p:spPr bwMode="auto">
            <a:xfrm>
              <a:off x="345" y="0"/>
              <a:ext cx="88" cy="87"/>
            </a:xfrm>
            <a:prstGeom prst="rect">
              <a:avLst/>
            </a:prstGeom>
            <a:solidFill>
              <a:schemeClr val="folHlink"/>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hlink"/>
                </a:solidFill>
              </a:endParaRPr>
            </a:p>
          </p:txBody>
        </p:sp>
        <p:sp>
          <p:nvSpPr>
            <p:cNvPr id="1036" name="Rectangle 9">
              <a:extLst>
                <a:ext uri="{FF2B5EF4-FFF2-40B4-BE49-F238E27FC236}">
                  <a16:creationId xmlns:a16="http://schemas.microsoft.com/office/drawing/2014/main" id="{5FAED655-1035-51BA-20CB-36B6C4D66676}"/>
                </a:ext>
              </a:extLst>
            </p:cNvPr>
            <p:cNvSpPr>
              <a:spLocks noChangeArrowheads="1"/>
            </p:cNvSpPr>
            <p:nvPr/>
          </p:nvSpPr>
          <p:spPr bwMode="auto">
            <a:xfrm>
              <a:off x="345" y="85"/>
              <a:ext cx="88" cy="89"/>
            </a:xfrm>
            <a:prstGeom prst="rect">
              <a:avLst/>
            </a:prstGeom>
            <a:solidFill>
              <a:schemeClr val="accent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accent2"/>
                </a:solidFill>
              </a:endParaRPr>
            </a:p>
          </p:txBody>
        </p:sp>
        <p:sp>
          <p:nvSpPr>
            <p:cNvPr id="1037" name="Rectangle 10">
              <a:extLst>
                <a:ext uri="{FF2B5EF4-FFF2-40B4-BE49-F238E27FC236}">
                  <a16:creationId xmlns:a16="http://schemas.microsoft.com/office/drawing/2014/main" id="{065D4D7E-D3FC-2D08-5652-27CD2DA06A0D}"/>
                </a:ext>
              </a:extLst>
            </p:cNvPr>
            <p:cNvSpPr>
              <a:spLocks noChangeArrowheads="1"/>
            </p:cNvSpPr>
            <p:nvPr/>
          </p:nvSpPr>
          <p:spPr bwMode="auto">
            <a:xfrm>
              <a:off x="173" y="173"/>
              <a:ext cx="86" cy="87"/>
            </a:xfrm>
            <a:prstGeom prst="rect">
              <a:avLst/>
            </a:prstGeom>
            <a:solidFill>
              <a:schemeClr val="folHlink"/>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hlink"/>
                </a:solidFill>
              </a:endParaRPr>
            </a:p>
          </p:txBody>
        </p:sp>
        <p:sp>
          <p:nvSpPr>
            <p:cNvPr id="1038" name="Rectangle 11">
              <a:extLst>
                <a:ext uri="{FF2B5EF4-FFF2-40B4-BE49-F238E27FC236}">
                  <a16:creationId xmlns:a16="http://schemas.microsoft.com/office/drawing/2014/main" id="{EEECAC12-D94C-256B-CC7E-CE08DC7E37A1}"/>
                </a:ext>
              </a:extLst>
            </p:cNvPr>
            <p:cNvSpPr>
              <a:spLocks noChangeArrowheads="1"/>
            </p:cNvSpPr>
            <p:nvPr/>
          </p:nvSpPr>
          <p:spPr bwMode="auto">
            <a:xfrm>
              <a:off x="83" y="86"/>
              <a:ext cx="89" cy="87"/>
            </a:xfrm>
            <a:prstGeom prst="rect">
              <a:avLst/>
            </a:prstGeom>
            <a:solidFill>
              <a:schemeClr val="bg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039" name="Rectangle 12">
              <a:extLst>
                <a:ext uri="{FF2B5EF4-FFF2-40B4-BE49-F238E27FC236}">
                  <a16:creationId xmlns:a16="http://schemas.microsoft.com/office/drawing/2014/main" id="{DB60FA57-F3D7-5A3C-2C73-07D0D5E6DF57}"/>
                </a:ext>
              </a:extLst>
            </p:cNvPr>
            <p:cNvSpPr>
              <a:spLocks noChangeArrowheads="1"/>
            </p:cNvSpPr>
            <p:nvPr/>
          </p:nvSpPr>
          <p:spPr bwMode="auto">
            <a:xfrm>
              <a:off x="258" y="171"/>
              <a:ext cx="87" cy="87"/>
            </a:xfrm>
            <a:prstGeom prst="rect">
              <a:avLst/>
            </a:prstGeom>
            <a:solidFill>
              <a:schemeClr val="accent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accent2"/>
                </a:solidFill>
              </a:endParaRPr>
            </a:p>
          </p:txBody>
        </p:sp>
        <p:sp>
          <p:nvSpPr>
            <p:cNvPr id="1040" name="Rectangle 13">
              <a:extLst>
                <a:ext uri="{FF2B5EF4-FFF2-40B4-BE49-F238E27FC236}">
                  <a16:creationId xmlns:a16="http://schemas.microsoft.com/office/drawing/2014/main" id="{C2AAB6D3-4B83-7830-D926-8A2A38B4C36A}"/>
                </a:ext>
              </a:extLst>
            </p:cNvPr>
            <p:cNvSpPr>
              <a:spLocks noChangeArrowheads="1"/>
            </p:cNvSpPr>
            <p:nvPr/>
          </p:nvSpPr>
          <p:spPr bwMode="auto">
            <a:xfrm>
              <a:off x="173" y="258"/>
              <a:ext cx="86" cy="86"/>
            </a:xfrm>
            <a:prstGeom prst="rect">
              <a:avLst/>
            </a:prstGeom>
            <a:solidFill>
              <a:schemeClr val="accent2"/>
            </a:solidFill>
            <a:ln>
              <a:noFill/>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a:solidFill>
                  <a:schemeClr val="accent2"/>
                </a:solidFill>
              </a:endParaRPr>
            </a:p>
          </p:txBody>
        </p:sp>
      </p:grpSp>
      <p:sp>
        <p:nvSpPr>
          <p:cNvPr id="1029" name="Rectangle 14">
            <a:extLst>
              <a:ext uri="{FF2B5EF4-FFF2-40B4-BE49-F238E27FC236}">
                <a16:creationId xmlns:a16="http://schemas.microsoft.com/office/drawing/2014/main" id="{CE0B199F-C16E-C2CA-D71E-B0986C59CAE6}"/>
              </a:ext>
            </a:extLst>
          </p:cNvPr>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a:extLst>
              <a:ext uri="{FF2B5EF4-FFF2-40B4-BE49-F238E27FC236}">
                <a16:creationId xmlns:a16="http://schemas.microsoft.com/office/drawing/2014/main" id="{FE41B26C-4262-17FE-159F-3AE8CA3FC36B}"/>
              </a:ext>
            </a:extLst>
          </p:cNvPr>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3024" name="Rectangle 16">
            <a:extLst>
              <a:ext uri="{FF2B5EF4-FFF2-40B4-BE49-F238E27FC236}">
                <a16:creationId xmlns:a16="http://schemas.microsoft.com/office/drawing/2014/main" id="{70B71F86-6A9E-83CC-1D06-890E5D28E064}"/>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922"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 id="2147483919" r:id="rId12"/>
    <p:sldLayoutId id="2147483920" r:id="rId13"/>
    <p:sldLayoutId id="2147483921" r:id="rId14"/>
  </p:sldLayoutIdLst>
  <p:transition>
    <p:dissolve/>
  </p:transition>
  <p:hf hdr="0" ftr="0" dt="0"/>
  <p:txStyles>
    <p:titleStyle>
      <a:lvl1pPr algn="l" rtl="0" eaLnBrk="0" fontAlgn="base" hangingPunct="0">
        <a:spcBef>
          <a:spcPct val="0"/>
        </a:spcBef>
        <a:spcAft>
          <a:spcPct val="0"/>
        </a:spcAft>
        <a:defRPr sz="4400">
          <a:solidFill>
            <a:srgbClr val="0033CC"/>
          </a:solidFill>
          <a:latin typeface="+mj-lt"/>
          <a:ea typeface="+mj-ea"/>
          <a:cs typeface="+mj-cs"/>
        </a:defRPr>
      </a:lvl1pPr>
      <a:lvl2pPr algn="l" rtl="0" eaLnBrk="0" fontAlgn="base" hangingPunct="0">
        <a:spcBef>
          <a:spcPct val="0"/>
        </a:spcBef>
        <a:spcAft>
          <a:spcPct val="0"/>
        </a:spcAft>
        <a:defRPr sz="4400">
          <a:solidFill>
            <a:srgbClr val="0033CC"/>
          </a:solidFill>
          <a:latin typeface="Arial" charset="0"/>
          <a:ea typeface="华文新魏" pitchFamily="2" charset="-122"/>
        </a:defRPr>
      </a:lvl2pPr>
      <a:lvl3pPr algn="l" rtl="0" eaLnBrk="0" fontAlgn="base" hangingPunct="0">
        <a:spcBef>
          <a:spcPct val="0"/>
        </a:spcBef>
        <a:spcAft>
          <a:spcPct val="0"/>
        </a:spcAft>
        <a:defRPr sz="4400">
          <a:solidFill>
            <a:srgbClr val="0033CC"/>
          </a:solidFill>
          <a:latin typeface="Arial" charset="0"/>
          <a:ea typeface="华文新魏" pitchFamily="2" charset="-122"/>
        </a:defRPr>
      </a:lvl3pPr>
      <a:lvl4pPr algn="l" rtl="0" eaLnBrk="0" fontAlgn="base" hangingPunct="0">
        <a:spcBef>
          <a:spcPct val="0"/>
        </a:spcBef>
        <a:spcAft>
          <a:spcPct val="0"/>
        </a:spcAft>
        <a:defRPr sz="4400">
          <a:solidFill>
            <a:srgbClr val="0033CC"/>
          </a:solidFill>
          <a:latin typeface="Arial" charset="0"/>
          <a:ea typeface="华文新魏" pitchFamily="2" charset="-122"/>
        </a:defRPr>
      </a:lvl4pPr>
      <a:lvl5pPr algn="l" rtl="0" eaLnBrk="0" fontAlgn="base" hangingPunct="0">
        <a:spcBef>
          <a:spcPct val="0"/>
        </a:spcBef>
        <a:spcAft>
          <a:spcPct val="0"/>
        </a:spcAft>
        <a:defRPr sz="4400">
          <a:solidFill>
            <a:srgbClr val="0033CC"/>
          </a:solidFill>
          <a:latin typeface="Arial" charset="0"/>
          <a:ea typeface="华文新魏" pitchFamily="2" charset="-122"/>
        </a:defRPr>
      </a:lvl5pPr>
      <a:lvl6pPr marL="457200" algn="l" rtl="0" fontAlgn="base">
        <a:spcBef>
          <a:spcPct val="0"/>
        </a:spcBef>
        <a:spcAft>
          <a:spcPct val="0"/>
        </a:spcAft>
        <a:defRPr sz="4400">
          <a:solidFill>
            <a:srgbClr val="0033CC"/>
          </a:solidFill>
          <a:latin typeface="Arial" charset="0"/>
          <a:ea typeface="华文新魏" pitchFamily="2" charset="-122"/>
        </a:defRPr>
      </a:lvl6pPr>
      <a:lvl7pPr marL="914400" algn="l" rtl="0" fontAlgn="base">
        <a:spcBef>
          <a:spcPct val="0"/>
        </a:spcBef>
        <a:spcAft>
          <a:spcPct val="0"/>
        </a:spcAft>
        <a:defRPr sz="4400">
          <a:solidFill>
            <a:srgbClr val="0033CC"/>
          </a:solidFill>
          <a:latin typeface="Arial" charset="0"/>
          <a:ea typeface="华文新魏" pitchFamily="2" charset="-122"/>
        </a:defRPr>
      </a:lvl7pPr>
      <a:lvl8pPr marL="1371600" algn="l" rtl="0" fontAlgn="base">
        <a:spcBef>
          <a:spcPct val="0"/>
        </a:spcBef>
        <a:spcAft>
          <a:spcPct val="0"/>
        </a:spcAft>
        <a:defRPr sz="4400">
          <a:solidFill>
            <a:srgbClr val="0033CC"/>
          </a:solidFill>
          <a:latin typeface="Arial" charset="0"/>
          <a:ea typeface="华文新魏" pitchFamily="2" charset="-122"/>
        </a:defRPr>
      </a:lvl8pPr>
      <a:lvl9pPr marL="1828800" algn="l" rtl="0" fontAlgn="base">
        <a:spcBef>
          <a:spcPct val="0"/>
        </a:spcBef>
        <a:spcAft>
          <a:spcPct val="0"/>
        </a:spcAft>
        <a:defRPr sz="4400">
          <a:solidFill>
            <a:srgbClr val="0033CC"/>
          </a:solidFill>
          <a:latin typeface="Arial" charset="0"/>
          <a:ea typeface="华文新魏"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b="1">
          <a:solidFill>
            <a:srgbClr val="003366"/>
          </a:solidFill>
          <a:latin typeface="+mn-lt"/>
          <a:ea typeface="+mn-ea"/>
          <a:cs typeface="仿宋_GB2312" charset="0"/>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b="1">
          <a:solidFill>
            <a:srgbClr val="003366"/>
          </a:solidFill>
          <a:latin typeface="+mn-lt"/>
          <a:ea typeface="+mn-ea"/>
          <a:cs typeface="仿宋_GB2312" charset="0"/>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b="1">
          <a:solidFill>
            <a:srgbClr val="003366"/>
          </a:solidFill>
          <a:latin typeface="+mn-lt"/>
          <a:ea typeface="+mn-ea"/>
          <a:cs typeface="仿宋_GB2312" charset="0"/>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b="1">
          <a:solidFill>
            <a:srgbClr val="003366"/>
          </a:solidFill>
          <a:latin typeface="+mn-lt"/>
          <a:ea typeface="+mn-ea"/>
          <a:cs typeface="仿宋_GB2312" charset="0"/>
        </a:defRPr>
      </a:lvl4pPr>
      <a:lvl5pPr marL="2057400" indent="-228600" algn="l" rtl="0" eaLnBrk="0" fontAlgn="base" hangingPunct="0">
        <a:spcBef>
          <a:spcPct val="20000"/>
        </a:spcBef>
        <a:spcAft>
          <a:spcPct val="0"/>
        </a:spcAft>
        <a:buClr>
          <a:schemeClr val="bg2"/>
        </a:buClr>
        <a:buFont typeface="Wingdings" pitchFamily="2" charset="2"/>
        <a:buChar char="§"/>
        <a:defRPr sz="2000" b="1">
          <a:solidFill>
            <a:srgbClr val="003366"/>
          </a:solidFill>
          <a:latin typeface="+mn-lt"/>
          <a:ea typeface="+mn-ea"/>
          <a:cs typeface="仿宋_GB2312" charset="0"/>
        </a:defRPr>
      </a:lvl5pPr>
      <a:lvl6pPr marL="2514600" indent="-228600" algn="l" rtl="0" fontAlgn="base">
        <a:spcBef>
          <a:spcPct val="20000"/>
        </a:spcBef>
        <a:spcAft>
          <a:spcPct val="0"/>
        </a:spcAft>
        <a:buClr>
          <a:schemeClr val="bg2"/>
        </a:buClr>
        <a:buFont typeface="Wingdings" pitchFamily="2" charset="2"/>
        <a:buChar char="§"/>
        <a:defRPr sz="2000" b="1">
          <a:solidFill>
            <a:srgbClr val="003366"/>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b="1">
          <a:solidFill>
            <a:srgbClr val="003366"/>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b="1">
          <a:solidFill>
            <a:srgbClr val="003366"/>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b="1">
          <a:solidFill>
            <a:srgbClr val="003366"/>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2.bin"/><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4.bin"/><Relationship Id="rId1"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oleObject" Target="../embeddings/oleObject5.bin"/></Relationships>
</file>

<file path=ppt/slides/_rels/slide5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6.bin"/><Relationship Id="rId1" Type="http://schemas.openxmlformats.org/officeDocument/2006/relationships/slideLayout" Target="../slideLayouts/slideLayout2.xml"/><Relationship Id="rId5" Type="http://schemas.openxmlformats.org/officeDocument/2006/relationships/image" Target="../media/image8.emf"/><Relationship Id="rId4" Type="http://schemas.openxmlformats.org/officeDocument/2006/relationships/oleObject" Target="../embeddings/oleObject7.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image" Target="../media/image10.emf"/><Relationship Id="rId5" Type="http://schemas.openxmlformats.org/officeDocument/2006/relationships/oleObject" Target="../embeddings/oleObject11.bin"/><Relationship Id="rId4" Type="http://schemas.openxmlformats.org/officeDocument/2006/relationships/oleObject" Target="../embeddings/oleObject10.bin"/></Relationships>
</file>

<file path=ppt/slides/_rels/slide74.xml.rels><?xml version="1.0" encoding="UTF-8" standalone="yes"?>
<Relationships xmlns="http://schemas.openxmlformats.org/package/2006/relationships"><Relationship Id="rId3" Type="http://schemas.openxmlformats.org/officeDocument/2006/relationships/image" Target="../media/image11.emf"/><Relationship Id="rId7" Type="http://schemas.openxmlformats.org/officeDocument/2006/relationships/image" Target="../media/image13.emf"/><Relationship Id="rId2" Type="http://schemas.openxmlformats.org/officeDocument/2006/relationships/oleObject" Target="../embeddings/oleObject12.bin"/><Relationship Id="rId1" Type="http://schemas.openxmlformats.org/officeDocument/2006/relationships/slideLayout" Target="../slideLayouts/slideLayout7.xml"/><Relationship Id="rId6" Type="http://schemas.openxmlformats.org/officeDocument/2006/relationships/oleObject" Target="../embeddings/oleObject14.bin"/><Relationship Id="rId5" Type="http://schemas.openxmlformats.org/officeDocument/2006/relationships/image" Target="../media/image12.emf"/><Relationship Id="rId4" Type="http://schemas.openxmlformats.org/officeDocument/2006/relationships/oleObject" Target="../embeddings/oleObject13.bin"/></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image" Target="../media/image14.emf"/><Relationship Id="rId7" Type="http://schemas.openxmlformats.org/officeDocument/2006/relationships/image" Target="../media/image16.emf"/><Relationship Id="rId2" Type="http://schemas.openxmlformats.org/officeDocument/2006/relationships/oleObject" Target="../embeddings/oleObject15.bin"/><Relationship Id="rId1" Type="http://schemas.openxmlformats.org/officeDocument/2006/relationships/slideLayout" Target="../slideLayouts/slideLayout7.xml"/><Relationship Id="rId6" Type="http://schemas.openxmlformats.org/officeDocument/2006/relationships/oleObject" Target="../embeddings/oleObject17.bin"/><Relationship Id="rId5" Type="http://schemas.openxmlformats.org/officeDocument/2006/relationships/image" Target="../media/image15.emf"/><Relationship Id="rId4" Type="http://schemas.openxmlformats.org/officeDocument/2006/relationships/oleObject" Target="../embeddings/oleObject16.bin"/></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image" Target="../media/image15.emf"/><Relationship Id="rId7" Type="http://schemas.openxmlformats.org/officeDocument/2006/relationships/image" Target="../media/image18.emf"/><Relationship Id="rId2" Type="http://schemas.openxmlformats.org/officeDocument/2006/relationships/oleObject" Target="../embeddings/oleObject19.bin"/><Relationship Id="rId1" Type="http://schemas.openxmlformats.org/officeDocument/2006/relationships/slideLayout" Target="../slideLayouts/slideLayout7.xml"/><Relationship Id="rId6" Type="http://schemas.openxmlformats.org/officeDocument/2006/relationships/oleObject" Target="../embeddings/oleObject21.bin"/><Relationship Id="rId5" Type="http://schemas.openxmlformats.org/officeDocument/2006/relationships/image" Target="../media/image17.emf"/><Relationship Id="rId4" Type="http://schemas.openxmlformats.org/officeDocument/2006/relationships/oleObject" Target="../embeddings/oleObject20.bin"/></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B325D8E-16DA-5CEE-8F25-9D2FF753E4A3}"/>
              </a:ext>
            </a:extLst>
          </p:cNvPr>
          <p:cNvSpPr>
            <a:spLocks noGrp="1" noChangeArrowheads="1"/>
          </p:cNvSpPr>
          <p:nvPr>
            <p:ph type="ctrTitle"/>
          </p:nvPr>
        </p:nvSpPr>
        <p:spPr/>
        <p:txBody>
          <a:bodyPr/>
          <a:lstStyle/>
          <a:p>
            <a:pPr eaLnBrk="1" hangingPunct="1"/>
            <a:r>
              <a:rPr lang="zh-CN" altLang="en-US" sz="4800"/>
              <a:t>第三章 词法分析</a:t>
            </a:r>
          </a:p>
        </p:txBody>
      </p:sp>
      <p:sp>
        <p:nvSpPr>
          <p:cNvPr id="5123" name="Rectangle 3">
            <a:extLst>
              <a:ext uri="{FF2B5EF4-FFF2-40B4-BE49-F238E27FC236}">
                <a16:creationId xmlns:a16="http://schemas.microsoft.com/office/drawing/2014/main" id="{19AC9A1A-3D66-0C97-C7CC-0735F0F57B24}"/>
              </a:ext>
            </a:extLst>
          </p:cNvPr>
          <p:cNvSpPr>
            <a:spLocks noGrp="1" noChangeArrowheads="1"/>
          </p:cNvSpPr>
          <p:nvPr>
            <p:ph type="subTitle" idx="1"/>
          </p:nvPr>
        </p:nvSpPr>
        <p:spPr>
          <a:xfrm>
            <a:off x="2971800" y="4484688"/>
            <a:ext cx="6019800" cy="1752600"/>
          </a:xfrm>
        </p:spPr>
        <p:txBody>
          <a:bodyPr/>
          <a:lstStyle/>
          <a:p>
            <a:pPr eaLnBrk="1" hangingPunct="1">
              <a:lnSpc>
                <a:spcPct val="95000"/>
              </a:lnSpc>
            </a:pPr>
            <a:endParaRPr lang="en-US" altLang="zh-CN" sz="3600">
              <a:latin typeface="华文新魏" panose="02010800040101010101" pitchFamily="2" charset="-122"/>
              <a:ea typeface="华文新魏" panose="02010800040101010101" pitchFamily="2" charset="-122"/>
            </a:endParaRPr>
          </a:p>
          <a:p>
            <a:pPr eaLnBrk="1" hangingPunct="1"/>
            <a:endParaRPr lang="zh-CN" altLang="zh-CN" sz="3600">
              <a:ea typeface="宋体" panose="02010600030101010101" pitchFamily="2" charset="-122"/>
            </a:endParaRPr>
          </a:p>
        </p:txBody>
      </p:sp>
    </p:spTree>
  </p:cSld>
  <p:clrMapOvr>
    <a:masterClrMapping/>
  </p:clrMapOvr>
  <p:transition>
    <p:dissolv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725F7E7-9D53-EDA3-0612-1B5A0175FAF8}"/>
              </a:ext>
            </a:extLst>
          </p:cNvPr>
          <p:cNvSpPr>
            <a:spLocks noGrp="1" noChangeArrowheads="1"/>
          </p:cNvSpPr>
          <p:nvPr>
            <p:ph type="title"/>
          </p:nvPr>
        </p:nvSpPr>
        <p:spPr/>
        <p:txBody>
          <a:bodyPr/>
          <a:lstStyle/>
          <a:p>
            <a:pPr eaLnBrk="1" hangingPunct="1"/>
            <a:r>
              <a:rPr lang="zh-CN" altLang="en-US"/>
              <a:t>概述</a:t>
            </a:r>
          </a:p>
        </p:txBody>
      </p:sp>
      <p:sp>
        <p:nvSpPr>
          <p:cNvPr id="7171" name="Rectangle 3">
            <a:extLst>
              <a:ext uri="{FF2B5EF4-FFF2-40B4-BE49-F238E27FC236}">
                <a16:creationId xmlns:a16="http://schemas.microsoft.com/office/drawing/2014/main" id="{4F162928-0A4B-94F8-6804-94034590165B}"/>
              </a:ext>
            </a:extLst>
          </p:cNvPr>
          <p:cNvSpPr>
            <a:spLocks noGrp="1" noChangeArrowheads="1"/>
          </p:cNvSpPr>
          <p:nvPr>
            <p:ph type="body" idx="1"/>
          </p:nvPr>
        </p:nvSpPr>
        <p:spPr/>
        <p:txBody>
          <a:bodyPr/>
          <a:lstStyle/>
          <a:p>
            <a:pPr eaLnBrk="1" hangingPunct="1">
              <a:lnSpc>
                <a:spcPct val="130000"/>
              </a:lnSpc>
            </a:pPr>
            <a:r>
              <a:rPr lang="zh-CN" altLang="en-US" sz="2400">
                <a:ea typeface="宋体" panose="02010600030101010101" pitchFamily="2" charset="-122"/>
              </a:rPr>
              <a:t>编译程序首先是在单词级别上来分析和翻译源程序的。</a:t>
            </a:r>
          </a:p>
          <a:p>
            <a:pPr eaLnBrk="1" hangingPunct="1">
              <a:lnSpc>
                <a:spcPct val="130000"/>
              </a:lnSpc>
            </a:pPr>
            <a:r>
              <a:rPr lang="zh-CN" altLang="en-US" sz="2400">
                <a:ea typeface="宋体" panose="02010600030101010101" pitchFamily="2" charset="-122"/>
              </a:rPr>
              <a:t>词法分析的任务是：从左至右逐个字符地对源程序进行扫描，产生一个个单词符号，把作为</a:t>
            </a:r>
            <a:r>
              <a:rPr lang="zh-CN" altLang="en-US" sz="2400">
                <a:solidFill>
                  <a:srgbClr val="990000"/>
                </a:solidFill>
                <a:ea typeface="宋体" panose="02010600030101010101" pitchFamily="2" charset="-122"/>
              </a:rPr>
              <a:t>字符串</a:t>
            </a:r>
            <a:r>
              <a:rPr lang="zh-CN" altLang="en-US" sz="2400">
                <a:ea typeface="宋体" panose="02010600030101010101" pitchFamily="2" charset="-122"/>
              </a:rPr>
              <a:t>的源程序改造成为</a:t>
            </a:r>
            <a:r>
              <a:rPr lang="zh-CN" altLang="en-US" sz="2400">
                <a:solidFill>
                  <a:srgbClr val="990000"/>
                </a:solidFill>
                <a:ea typeface="宋体" panose="02010600030101010101" pitchFamily="2" charset="-122"/>
              </a:rPr>
              <a:t>单词符号串</a:t>
            </a:r>
            <a:r>
              <a:rPr lang="zh-CN" altLang="en-US" sz="2400">
                <a:ea typeface="宋体" panose="02010600030101010101" pitchFamily="2" charset="-122"/>
              </a:rPr>
              <a:t>的中间程序。</a:t>
            </a:r>
          </a:p>
          <a:p>
            <a:pPr eaLnBrk="1" hangingPunct="1">
              <a:lnSpc>
                <a:spcPct val="130000"/>
              </a:lnSpc>
            </a:pPr>
            <a:r>
              <a:rPr lang="zh-CN" altLang="en-US" sz="2400">
                <a:ea typeface="宋体" panose="02010600030101010101" pitchFamily="2" charset="-122"/>
              </a:rPr>
              <a:t>词法分析是编译的基础。执行词法分析的程序称为词法分析器。</a:t>
            </a:r>
          </a:p>
        </p:txBody>
      </p:sp>
      <p:sp>
        <p:nvSpPr>
          <p:cNvPr id="7172" name="灯片编号占位符 3">
            <a:extLst>
              <a:ext uri="{FF2B5EF4-FFF2-40B4-BE49-F238E27FC236}">
                <a16:creationId xmlns:a16="http://schemas.microsoft.com/office/drawing/2014/main" id="{EDB22D24-30E4-6051-E677-3A6E3D59093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D886BF91-E76D-5B4B-B0D6-AD174AD2886F}"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2</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B18749A8-9C83-3E3F-E748-F089301FDF55}"/>
              </a:ext>
            </a:extLst>
          </p:cNvPr>
          <p:cNvSpPr>
            <a:spLocks noGrp="1" noChangeArrowheads="1"/>
          </p:cNvSpPr>
          <p:nvPr>
            <p:ph type="title"/>
          </p:nvPr>
        </p:nvSpPr>
        <p:spPr/>
        <p:txBody>
          <a:bodyPr/>
          <a:lstStyle/>
          <a:p>
            <a:pPr eaLnBrk="1" hangingPunct="1"/>
            <a:r>
              <a:rPr lang="zh-CN" altLang="en-US"/>
              <a:t>内容线索</a:t>
            </a:r>
          </a:p>
        </p:txBody>
      </p:sp>
      <p:sp>
        <p:nvSpPr>
          <p:cNvPr id="8195" name="Rectangle 3">
            <a:extLst>
              <a:ext uri="{FF2B5EF4-FFF2-40B4-BE49-F238E27FC236}">
                <a16:creationId xmlns:a16="http://schemas.microsoft.com/office/drawing/2014/main" id="{19F718F0-6502-F121-68C2-BE1C997DF5A6}"/>
              </a:ext>
            </a:extLst>
          </p:cNvPr>
          <p:cNvSpPr>
            <a:spLocks noGrp="1" noChangeArrowheads="1"/>
          </p:cNvSpPr>
          <p:nvPr>
            <p:ph type="body" idx="1"/>
          </p:nvPr>
        </p:nvSpPr>
        <p:spPr/>
        <p:txBody>
          <a:bodyPr/>
          <a:lstStyle/>
          <a:p>
            <a:pPr eaLnBrk="1" hangingPunct="1">
              <a:lnSpc>
                <a:spcPct val="130000"/>
              </a:lnSpc>
            </a:pPr>
            <a:r>
              <a:rPr lang="zh-CN" altLang="en-US">
                <a:solidFill>
                  <a:srgbClr val="FF0000"/>
                </a:solidFill>
                <a:ea typeface="宋体" panose="02010600030101010101" pitchFamily="2" charset="-122"/>
              </a:rPr>
              <a:t>对于词法分析器的要求</a:t>
            </a:r>
          </a:p>
          <a:p>
            <a:pPr eaLnBrk="1" hangingPunct="1">
              <a:lnSpc>
                <a:spcPct val="130000"/>
              </a:lnSpc>
            </a:pPr>
            <a:r>
              <a:rPr lang="zh-CN" altLang="en-US">
                <a:ea typeface="宋体" panose="02010600030101010101" pitchFamily="2" charset="-122"/>
              </a:rPr>
              <a:t>词法分析器的设计</a:t>
            </a:r>
          </a:p>
          <a:p>
            <a:pPr eaLnBrk="1" hangingPunct="1">
              <a:lnSpc>
                <a:spcPct val="130000"/>
              </a:lnSpc>
            </a:pPr>
            <a:r>
              <a:rPr lang="zh-CN" altLang="en-US">
                <a:ea typeface="宋体" panose="02010600030101010101" pitchFamily="2" charset="-122"/>
              </a:rPr>
              <a:t>正规表达式与有限自动机</a:t>
            </a:r>
          </a:p>
          <a:p>
            <a:pPr eaLnBrk="1" hangingPunct="1">
              <a:lnSpc>
                <a:spcPct val="130000"/>
              </a:lnSpc>
            </a:pPr>
            <a:r>
              <a:rPr lang="zh-CN" altLang="en-US">
                <a:ea typeface="宋体" panose="02010600030101010101" pitchFamily="2" charset="-122"/>
              </a:rPr>
              <a:t>词法分析器的自动生成</a:t>
            </a:r>
          </a:p>
        </p:txBody>
      </p:sp>
      <p:sp>
        <p:nvSpPr>
          <p:cNvPr id="8196" name="灯片编号占位符 3">
            <a:extLst>
              <a:ext uri="{FF2B5EF4-FFF2-40B4-BE49-F238E27FC236}">
                <a16:creationId xmlns:a16="http://schemas.microsoft.com/office/drawing/2014/main" id="{5E82E093-1130-8205-0A77-FD422477ED3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79065EAC-3C3D-384C-95F6-364E3037ACEE}"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3</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9C1FB1D-3237-A945-4C51-055C2FF46D0A}"/>
              </a:ext>
            </a:extLst>
          </p:cNvPr>
          <p:cNvSpPr>
            <a:spLocks noGrp="1" noChangeArrowheads="1"/>
          </p:cNvSpPr>
          <p:nvPr>
            <p:ph type="title"/>
          </p:nvPr>
        </p:nvSpPr>
        <p:spPr/>
        <p:txBody>
          <a:bodyPr/>
          <a:lstStyle/>
          <a:p>
            <a:pPr eaLnBrk="1" hangingPunct="1"/>
            <a:r>
              <a:rPr lang="zh-CN" altLang="en-US"/>
              <a:t>词法分析器的功能</a:t>
            </a:r>
          </a:p>
        </p:txBody>
      </p:sp>
      <p:sp>
        <p:nvSpPr>
          <p:cNvPr id="646148" name="Rectangle 4">
            <a:extLst>
              <a:ext uri="{FF2B5EF4-FFF2-40B4-BE49-F238E27FC236}">
                <a16:creationId xmlns:a16="http://schemas.microsoft.com/office/drawing/2014/main" id="{833FB696-AFF0-ACDC-2E7D-C54C9BF8D223}"/>
              </a:ext>
            </a:extLst>
          </p:cNvPr>
          <p:cNvSpPr>
            <a:spLocks noChangeArrowheads="1"/>
          </p:cNvSpPr>
          <p:nvPr/>
        </p:nvSpPr>
        <p:spPr bwMode="auto">
          <a:xfrm>
            <a:off x="395288" y="3238500"/>
            <a:ext cx="576262" cy="1563688"/>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zh-CN" altLang="en-US" b="0">
                <a:solidFill>
                  <a:schemeClr val="tx2"/>
                </a:solidFill>
                <a:latin typeface="黑体" panose="02010609060101010101" pitchFamily="49" charset="-122"/>
                <a:ea typeface="黑体" panose="02010609060101010101" pitchFamily="49" charset="-122"/>
              </a:rPr>
              <a:t>源程序</a:t>
            </a:r>
          </a:p>
        </p:txBody>
      </p:sp>
      <p:sp>
        <p:nvSpPr>
          <p:cNvPr id="646149" name="Rectangle 5">
            <a:extLst>
              <a:ext uri="{FF2B5EF4-FFF2-40B4-BE49-F238E27FC236}">
                <a16:creationId xmlns:a16="http://schemas.microsoft.com/office/drawing/2014/main" id="{35186B2E-9752-1AD7-4C1F-B9FF740CD6DC}"/>
              </a:ext>
            </a:extLst>
          </p:cNvPr>
          <p:cNvSpPr>
            <a:spLocks noChangeArrowheads="1"/>
          </p:cNvSpPr>
          <p:nvPr/>
        </p:nvSpPr>
        <p:spPr bwMode="auto">
          <a:xfrm>
            <a:off x="1403350" y="3490913"/>
            <a:ext cx="1439863" cy="116998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zh-CN" altLang="en-US" sz="2800" b="0">
                <a:solidFill>
                  <a:schemeClr val="tx2"/>
                </a:solidFill>
                <a:latin typeface="黑体" panose="02010609060101010101" pitchFamily="49" charset="-122"/>
                <a:ea typeface="黑体" panose="02010609060101010101" pitchFamily="49" charset="-122"/>
              </a:rPr>
              <a:t>扫描器</a:t>
            </a:r>
          </a:p>
          <a:p>
            <a:pPr algn="ctr" eaLnBrk="1" hangingPunct="1">
              <a:spcBef>
                <a:spcPct val="50000"/>
              </a:spcBef>
              <a:buClrTx/>
              <a:buSzTx/>
              <a:buFontTx/>
              <a:buNone/>
            </a:pPr>
            <a:r>
              <a:rPr lang="en-US" altLang="zh-CN" sz="2800" b="0">
                <a:solidFill>
                  <a:schemeClr val="tx2"/>
                </a:solidFill>
                <a:latin typeface="黑体" panose="02010609060101010101" pitchFamily="49" charset="-122"/>
                <a:ea typeface="黑体" panose="02010609060101010101" pitchFamily="49" charset="-122"/>
              </a:rPr>
              <a:t>scanner</a:t>
            </a:r>
          </a:p>
        </p:txBody>
      </p:sp>
      <p:sp>
        <p:nvSpPr>
          <p:cNvPr id="646150" name="Line 6">
            <a:extLst>
              <a:ext uri="{FF2B5EF4-FFF2-40B4-BE49-F238E27FC236}">
                <a16:creationId xmlns:a16="http://schemas.microsoft.com/office/drawing/2014/main" id="{A68BCA3D-5D7D-DEBB-B7CC-37925B5CB8FB}"/>
              </a:ext>
            </a:extLst>
          </p:cNvPr>
          <p:cNvSpPr>
            <a:spLocks noChangeShapeType="1"/>
          </p:cNvSpPr>
          <p:nvPr/>
        </p:nvSpPr>
        <p:spPr bwMode="auto">
          <a:xfrm>
            <a:off x="971550" y="4076700"/>
            <a:ext cx="431800" cy="0"/>
          </a:xfrm>
          <a:prstGeom prst="line">
            <a:avLst/>
          </a:prstGeom>
          <a:noFill/>
          <a:ln w="9525">
            <a:solidFill>
              <a:schemeClr val="tx2"/>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46151" name="Line 7">
            <a:extLst>
              <a:ext uri="{FF2B5EF4-FFF2-40B4-BE49-F238E27FC236}">
                <a16:creationId xmlns:a16="http://schemas.microsoft.com/office/drawing/2014/main" id="{7FEA4CC2-608E-068B-A5C4-E0D1C13F2804}"/>
              </a:ext>
            </a:extLst>
          </p:cNvPr>
          <p:cNvSpPr>
            <a:spLocks noChangeShapeType="1"/>
          </p:cNvSpPr>
          <p:nvPr/>
        </p:nvSpPr>
        <p:spPr bwMode="auto">
          <a:xfrm>
            <a:off x="2844800" y="4076700"/>
            <a:ext cx="358775" cy="0"/>
          </a:xfrm>
          <a:prstGeom prst="line">
            <a:avLst/>
          </a:prstGeom>
          <a:noFill/>
          <a:ln w="9525">
            <a:solidFill>
              <a:schemeClr val="tx2"/>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46152" name="Line 8">
            <a:extLst>
              <a:ext uri="{FF2B5EF4-FFF2-40B4-BE49-F238E27FC236}">
                <a16:creationId xmlns:a16="http://schemas.microsoft.com/office/drawing/2014/main" id="{7792B2EC-8236-2DE2-1798-19F6CD55A413}"/>
              </a:ext>
            </a:extLst>
          </p:cNvPr>
          <p:cNvSpPr>
            <a:spLocks noChangeShapeType="1"/>
          </p:cNvSpPr>
          <p:nvPr/>
        </p:nvSpPr>
        <p:spPr bwMode="auto">
          <a:xfrm>
            <a:off x="3203575" y="2852738"/>
            <a:ext cx="0" cy="2592387"/>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46153" name="Line 9">
            <a:extLst>
              <a:ext uri="{FF2B5EF4-FFF2-40B4-BE49-F238E27FC236}">
                <a16:creationId xmlns:a16="http://schemas.microsoft.com/office/drawing/2014/main" id="{779EDA1E-05F9-6084-41C1-1DA87C4ACEF7}"/>
              </a:ext>
            </a:extLst>
          </p:cNvPr>
          <p:cNvSpPr>
            <a:spLocks noChangeShapeType="1"/>
          </p:cNvSpPr>
          <p:nvPr/>
        </p:nvSpPr>
        <p:spPr bwMode="auto">
          <a:xfrm>
            <a:off x="3203575" y="2852738"/>
            <a:ext cx="4318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46154" name="Line 10">
            <a:extLst>
              <a:ext uri="{FF2B5EF4-FFF2-40B4-BE49-F238E27FC236}">
                <a16:creationId xmlns:a16="http://schemas.microsoft.com/office/drawing/2014/main" id="{11269BBA-0D81-5690-79E8-11CDAF24B1CF}"/>
              </a:ext>
            </a:extLst>
          </p:cNvPr>
          <p:cNvSpPr>
            <a:spLocks noChangeShapeType="1"/>
          </p:cNvSpPr>
          <p:nvPr/>
        </p:nvSpPr>
        <p:spPr bwMode="auto">
          <a:xfrm>
            <a:off x="3203575" y="3500438"/>
            <a:ext cx="4318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46155" name="Line 11">
            <a:extLst>
              <a:ext uri="{FF2B5EF4-FFF2-40B4-BE49-F238E27FC236}">
                <a16:creationId xmlns:a16="http://schemas.microsoft.com/office/drawing/2014/main" id="{4A0D606A-1728-62CC-13E3-D013C5BDD3B2}"/>
              </a:ext>
            </a:extLst>
          </p:cNvPr>
          <p:cNvSpPr>
            <a:spLocks noChangeShapeType="1"/>
          </p:cNvSpPr>
          <p:nvPr/>
        </p:nvSpPr>
        <p:spPr bwMode="auto">
          <a:xfrm>
            <a:off x="3203575" y="4795838"/>
            <a:ext cx="431800" cy="1587"/>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46156" name="Line 12">
            <a:extLst>
              <a:ext uri="{FF2B5EF4-FFF2-40B4-BE49-F238E27FC236}">
                <a16:creationId xmlns:a16="http://schemas.microsoft.com/office/drawing/2014/main" id="{6397FB1F-2FFD-7BE3-DC5F-53C87D131948}"/>
              </a:ext>
            </a:extLst>
          </p:cNvPr>
          <p:cNvSpPr>
            <a:spLocks noChangeShapeType="1"/>
          </p:cNvSpPr>
          <p:nvPr/>
        </p:nvSpPr>
        <p:spPr bwMode="auto">
          <a:xfrm flipV="1">
            <a:off x="3203575" y="5445125"/>
            <a:ext cx="4318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46157" name="Text Box 13">
            <a:extLst>
              <a:ext uri="{FF2B5EF4-FFF2-40B4-BE49-F238E27FC236}">
                <a16:creationId xmlns:a16="http://schemas.microsoft.com/office/drawing/2014/main" id="{0357FA75-1B5F-4914-7610-70D97C4792B4}"/>
              </a:ext>
            </a:extLst>
          </p:cNvPr>
          <p:cNvSpPr txBox="1">
            <a:spLocks noChangeArrowheads="1"/>
          </p:cNvSpPr>
          <p:nvPr/>
        </p:nvSpPr>
        <p:spPr bwMode="auto">
          <a:xfrm>
            <a:off x="3563938" y="2636838"/>
            <a:ext cx="172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b="0">
                <a:solidFill>
                  <a:schemeClr val="tx2"/>
                </a:solidFill>
                <a:latin typeface="黑体" panose="02010609060101010101" pitchFamily="49" charset="-122"/>
                <a:ea typeface="黑体" panose="02010609060101010101" pitchFamily="49" charset="-122"/>
              </a:rPr>
              <a:t>1</a:t>
            </a:r>
            <a:r>
              <a:rPr lang="zh-CN" altLang="en-US" sz="2000" b="0">
                <a:solidFill>
                  <a:schemeClr val="tx2"/>
                </a:solidFill>
                <a:latin typeface="黑体" panose="02010609060101010101" pitchFamily="49" charset="-122"/>
                <a:ea typeface="黑体" panose="02010609060101010101" pitchFamily="49" charset="-122"/>
              </a:rPr>
              <a:t>、关键字</a:t>
            </a:r>
            <a:endParaRPr lang="zh-CN" altLang="en-US" sz="800" b="0">
              <a:solidFill>
                <a:schemeClr val="tx2"/>
              </a:solidFill>
              <a:latin typeface="黑体" panose="02010609060101010101" pitchFamily="49" charset="-122"/>
              <a:ea typeface="黑体" panose="02010609060101010101" pitchFamily="49" charset="-122"/>
            </a:endParaRPr>
          </a:p>
        </p:txBody>
      </p:sp>
      <p:sp>
        <p:nvSpPr>
          <p:cNvPr id="646163" name="Text Box 19">
            <a:extLst>
              <a:ext uri="{FF2B5EF4-FFF2-40B4-BE49-F238E27FC236}">
                <a16:creationId xmlns:a16="http://schemas.microsoft.com/office/drawing/2014/main" id="{6CE0C9D1-2AC9-9347-56C0-34914801B8AA}"/>
              </a:ext>
            </a:extLst>
          </p:cNvPr>
          <p:cNvSpPr txBox="1">
            <a:spLocks noChangeArrowheads="1"/>
          </p:cNvSpPr>
          <p:nvPr/>
        </p:nvSpPr>
        <p:spPr bwMode="auto">
          <a:xfrm>
            <a:off x="3563938" y="3213100"/>
            <a:ext cx="172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b="0">
                <a:solidFill>
                  <a:schemeClr val="tx2"/>
                </a:solidFill>
                <a:latin typeface="黑体" panose="02010609060101010101" pitchFamily="49" charset="-122"/>
                <a:ea typeface="黑体" panose="02010609060101010101" pitchFamily="49" charset="-122"/>
              </a:rPr>
              <a:t>2</a:t>
            </a:r>
            <a:r>
              <a:rPr lang="zh-CN" altLang="en-US" sz="2000" b="0">
                <a:solidFill>
                  <a:schemeClr val="tx2"/>
                </a:solidFill>
                <a:latin typeface="黑体" panose="02010609060101010101" pitchFamily="49" charset="-122"/>
                <a:ea typeface="黑体" panose="02010609060101010101" pitchFamily="49" charset="-122"/>
              </a:rPr>
              <a:t>、标识符</a:t>
            </a:r>
          </a:p>
        </p:txBody>
      </p:sp>
      <p:sp>
        <p:nvSpPr>
          <p:cNvPr id="646164" name="Text Box 20">
            <a:extLst>
              <a:ext uri="{FF2B5EF4-FFF2-40B4-BE49-F238E27FC236}">
                <a16:creationId xmlns:a16="http://schemas.microsoft.com/office/drawing/2014/main" id="{4613292C-8CC0-7E18-0D70-5A6DD5E02A49}"/>
              </a:ext>
            </a:extLst>
          </p:cNvPr>
          <p:cNvSpPr txBox="1">
            <a:spLocks noChangeArrowheads="1"/>
          </p:cNvSpPr>
          <p:nvPr/>
        </p:nvSpPr>
        <p:spPr bwMode="auto">
          <a:xfrm>
            <a:off x="3563938" y="5121275"/>
            <a:ext cx="172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b="0">
                <a:solidFill>
                  <a:schemeClr val="tx2"/>
                </a:solidFill>
                <a:latin typeface="黑体" panose="02010609060101010101" pitchFamily="49" charset="-122"/>
                <a:ea typeface="黑体" panose="02010609060101010101" pitchFamily="49" charset="-122"/>
              </a:rPr>
              <a:t>5</a:t>
            </a:r>
            <a:r>
              <a:rPr lang="zh-CN" altLang="en-US" sz="2000" b="0">
                <a:solidFill>
                  <a:schemeClr val="tx2"/>
                </a:solidFill>
                <a:latin typeface="黑体" panose="02010609060101010101" pitchFamily="49" charset="-122"/>
                <a:ea typeface="黑体" panose="02010609060101010101" pitchFamily="49" charset="-122"/>
              </a:rPr>
              <a:t>、界符</a:t>
            </a:r>
          </a:p>
        </p:txBody>
      </p:sp>
      <p:sp>
        <p:nvSpPr>
          <p:cNvPr id="646165" name="Text Box 21">
            <a:extLst>
              <a:ext uri="{FF2B5EF4-FFF2-40B4-BE49-F238E27FC236}">
                <a16:creationId xmlns:a16="http://schemas.microsoft.com/office/drawing/2014/main" id="{5AB2641F-3080-F436-EF66-1B1D9C2BD70B}"/>
              </a:ext>
            </a:extLst>
          </p:cNvPr>
          <p:cNvSpPr txBox="1">
            <a:spLocks noChangeArrowheads="1"/>
          </p:cNvSpPr>
          <p:nvPr/>
        </p:nvSpPr>
        <p:spPr bwMode="auto">
          <a:xfrm>
            <a:off x="3565525" y="4473575"/>
            <a:ext cx="172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b="0">
                <a:solidFill>
                  <a:schemeClr val="tx2"/>
                </a:solidFill>
                <a:latin typeface="黑体" panose="02010609060101010101" pitchFamily="49" charset="-122"/>
                <a:ea typeface="黑体" panose="02010609060101010101" pitchFamily="49" charset="-122"/>
              </a:rPr>
              <a:t>4</a:t>
            </a:r>
            <a:r>
              <a:rPr lang="zh-CN" altLang="en-US" sz="2000" b="0">
                <a:solidFill>
                  <a:schemeClr val="tx2"/>
                </a:solidFill>
                <a:latin typeface="黑体" panose="02010609060101010101" pitchFamily="49" charset="-122"/>
                <a:ea typeface="黑体" panose="02010609060101010101" pitchFamily="49" charset="-122"/>
              </a:rPr>
              <a:t>、运算符</a:t>
            </a:r>
          </a:p>
        </p:txBody>
      </p:sp>
      <p:sp>
        <p:nvSpPr>
          <p:cNvPr id="646166" name="Text Box 22">
            <a:extLst>
              <a:ext uri="{FF2B5EF4-FFF2-40B4-BE49-F238E27FC236}">
                <a16:creationId xmlns:a16="http://schemas.microsoft.com/office/drawing/2014/main" id="{54A5737B-000F-04A4-DAD5-3C9028B2B808}"/>
              </a:ext>
            </a:extLst>
          </p:cNvPr>
          <p:cNvSpPr txBox="1">
            <a:spLocks noChangeArrowheads="1"/>
          </p:cNvSpPr>
          <p:nvPr/>
        </p:nvSpPr>
        <p:spPr bwMode="auto">
          <a:xfrm>
            <a:off x="3563938" y="3824288"/>
            <a:ext cx="172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b="0">
                <a:solidFill>
                  <a:schemeClr val="tx2"/>
                </a:solidFill>
                <a:latin typeface="黑体" panose="02010609060101010101" pitchFamily="49" charset="-122"/>
                <a:ea typeface="黑体" panose="02010609060101010101" pitchFamily="49" charset="-122"/>
              </a:rPr>
              <a:t>3</a:t>
            </a:r>
            <a:r>
              <a:rPr lang="zh-CN" altLang="en-US" sz="2000" b="0">
                <a:solidFill>
                  <a:schemeClr val="tx2"/>
                </a:solidFill>
                <a:latin typeface="黑体" panose="02010609060101010101" pitchFamily="49" charset="-122"/>
                <a:ea typeface="黑体" panose="02010609060101010101" pitchFamily="49" charset="-122"/>
              </a:rPr>
              <a:t>、常数</a:t>
            </a:r>
          </a:p>
        </p:txBody>
      </p:sp>
      <p:sp>
        <p:nvSpPr>
          <p:cNvPr id="646167" name="Line 23">
            <a:extLst>
              <a:ext uri="{FF2B5EF4-FFF2-40B4-BE49-F238E27FC236}">
                <a16:creationId xmlns:a16="http://schemas.microsoft.com/office/drawing/2014/main" id="{070F1017-C710-1DA0-4609-7011F0879162}"/>
              </a:ext>
            </a:extLst>
          </p:cNvPr>
          <p:cNvSpPr>
            <a:spLocks noChangeShapeType="1"/>
          </p:cNvSpPr>
          <p:nvPr/>
        </p:nvSpPr>
        <p:spPr bwMode="auto">
          <a:xfrm flipV="1">
            <a:off x="3203575" y="4076700"/>
            <a:ext cx="431800" cy="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46168" name="Rectangle 24">
            <a:extLst>
              <a:ext uri="{FF2B5EF4-FFF2-40B4-BE49-F238E27FC236}">
                <a16:creationId xmlns:a16="http://schemas.microsoft.com/office/drawing/2014/main" id="{00D85ACC-C3C3-D50F-CEED-C1159A78692E}"/>
              </a:ext>
            </a:extLst>
          </p:cNvPr>
          <p:cNvSpPr>
            <a:spLocks noChangeArrowheads="1"/>
          </p:cNvSpPr>
          <p:nvPr/>
        </p:nvSpPr>
        <p:spPr bwMode="auto">
          <a:xfrm>
            <a:off x="5364163" y="2133600"/>
            <a:ext cx="3600450" cy="1320800"/>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2000">
                <a:solidFill>
                  <a:schemeClr val="tx1"/>
                </a:solidFill>
                <a:latin typeface="黑体" panose="02010609060101010101" pitchFamily="49" charset="-122"/>
                <a:ea typeface="黑体" panose="02010609060101010101" pitchFamily="49" charset="-122"/>
              </a:rPr>
              <a:t>由程序语言定义的具有固定意义的标识符。也可称为保留字或基本字。例如：</a:t>
            </a:r>
            <a:r>
              <a:rPr lang="en-US" altLang="zh-CN" sz="2000">
                <a:solidFill>
                  <a:schemeClr val="tx1"/>
                </a:solidFill>
                <a:latin typeface="黑体" panose="02010609060101010101" pitchFamily="49" charset="-122"/>
                <a:ea typeface="黑体" panose="02010609060101010101" pitchFamily="49" charset="-122"/>
              </a:rPr>
              <a:t>C</a:t>
            </a:r>
            <a:r>
              <a:rPr lang="zh-CN" altLang="en-US" sz="2000">
                <a:solidFill>
                  <a:schemeClr val="tx1"/>
                </a:solidFill>
                <a:latin typeface="黑体" panose="02010609060101010101" pitchFamily="49" charset="-122"/>
                <a:ea typeface="黑体" panose="02010609060101010101" pitchFamily="49" charset="-122"/>
              </a:rPr>
              <a:t>中的</a:t>
            </a:r>
            <a:r>
              <a:rPr lang="en-US" altLang="zh-CN" sz="2000">
                <a:solidFill>
                  <a:schemeClr val="tx1"/>
                </a:solidFill>
                <a:latin typeface="黑体" panose="02010609060101010101" pitchFamily="49" charset="-122"/>
                <a:ea typeface="黑体" panose="02010609060101010101" pitchFamily="49" charset="-122"/>
              </a:rPr>
              <a:t>int</a:t>
            </a:r>
            <a:r>
              <a:rPr lang="zh-CN" altLang="en-US" sz="2000">
                <a:solidFill>
                  <a:schemeClr val="tx1"/>
                </a:solidFill>
                <a:latin typeface="黑体" panose="02010609060101010101" pitchFamily="49" charset="-122"/>
                <a:ea typeface="黑体" panose="02010609060101010101" pitchFamily="49" charset="-122"/>
              </a:rPr>
              <a:t>，</a:t>
            </a:r>
            <a:r>
              <a:rPr lang="en-US" altLang="zh-CN" sz="2000">
                <a:solidFill>
                  <a:schemeClr val="tx1"/>
                </a:solidFill>
                <a:latin typeface="黑体" panose="02010609060101010101" pitchFamily="49" charset="-122"/>
                <a:ea typeface="黑体" panose="02010609060101010101" pitchFamily="49" charset="-122"/>
              </a:rPr>
              <a:t>while</a:t>
            </a:r>
            <a:r>
              <a:rPr lang="zh-CN" altLang="en-US" sz="2000">
                <a:solidFill>
                  <a:schemeClr val="tx1"/>
                </a:solidFill>
                <a:latin typeface="黑体" panose="02010609060101010101" pitchFamily="49" charset="-122"/>
                <a:ea typeface="黑体" panose="02010609060101010101" pitchFamily="49" charset="-122"/>
              </a:rPr>
              <a:t>，</a:t>
            </a:r>
            <a:r>
              <a:rPr lang="en-US" altLang="zh-CN" sz="2000">
                <a:solidFill>
                  <a:schemeClr val="tx1"/>
                </a:solidFill>
                <a:latin typeface="黑体" panose="02010609060101010101" pitchFamily="49" charset="-122"/>
                <a:ea typeface="黑体" panose="02010609060101010101" pitchFamily="49" charset="-122"/>
              </a:rPr>
              <a:t>if</a:t>
            </a:r>
            <a:r>
              <a:rPr lang="zh-CN" altLang="en-US" sz="2000">
                <a:solidFill>
                  <a:schemeClr val="tx1"/>
                </a:solidFill>
                <a:latin typeface="黑体" panose="02010609060101010101" pitchFamily="49" charset="-122"/>
                <a:ea typeface="黑体" panose="02010609060101010101" pitchFamily="49" charset="-122"/>
              </a:rPr>
              <a:t>等。</a:t>
            </a:r>
            <a:r>
              <a:rPr lang="zh-CN" altLang="en-US" sz="1800">
                <a:solidFill>
                  <a:schemeClr val="tx1"/>
                </a:solidFill>
                <a:latin typeface="黑体" panose="02010609060101010101" pitchFamily="49" charset="-122"/>
                <a:ea typeface="黑体" panose="02010609060101010101" pitchFamily="49" charset="-122"/>
              </a:rPr>
              <a:t>它是确定的。</a:t>
            </a:r>
          </a:p>
        </p:txBody>
      </p:sp>
      <p:sp>
        <p:nvSpPr>
          <p:cNvPr id="646169" name="Rectangle 25">
            <a:extLst>
              <a:ext uri="{FF2B5EF4-FFF2-40B4-BE49-F238E27FC236}">
                <a16:creationId xmlns:a16="http://schemas.microsoft.com/office/drawing/2014/main" id="{2E40445F-E225-FFD6-955B-74DBABC5062C}"/>
              </a:ext>
            </a:extLst>
          </p:cNvPr>
          <p:cNvSpPr>
            <a:spLocks noChangeArrowheads="1"/>
          </p:cNvSpPr>
          <p:nvPr/>
        </p:nvSpPr>
        <p:spPr bwMode="auto">
          <a:xfrm>
            <a:off x="5364163" y="4868863"/>
            <a:ext cx="3600450" cy="711200"/>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2000">
                <a:solidFill>
                  <a:schemeClr val="tx1"/>
                </a:solidFill>
                <a:latin typeface="黑体" panose="02010609060101010101" pitchFamily="49" charset="-122"/>
                <a:ea typeface="黑体" panose="02010609060101010101" pitchFamily="49" charset="-122"/>
              </a:rPr>
              <a:t>界符：如逗号、分号、括号、</a:t>
            </a:r>
            <a:r>
              <a:rPr lang="en-US" altLang="zh-CN" sz="2000">
                <a:solidFill>
                  <a:schemeClr val="tx1"/>
                </a:solidFill>
                <a:latin typeface="黑体" panose="02010609060101010101" pitchFamily="49" charset="-122"/>
                <a:ea typeface="黑体" panose="02010609060101010101" pitchFamily="49" charset="-122"/>
              </a:rPr>
              <a:t>/*</a:t>
            </a:r>
            <a:r>
              <a:rPr lang="zh-CN" altLang="en-US" sz="2000">
                <a:solidFill>
                  <a:schemeClr val="tx1"/>
                </a:solidFill>
                <a:latin typeface="黑体" panose="02010609060101010101" pitchFamily="49" charset="-122"/>
                <a:ea typeface="黑体" panose="02010609060101010101" pitchFamily="49" charset="-122"/>
              </a:rPr>
              <a:t>，*</a:t>
            </a:r>
            <a:r>
              <a:rPr lang="en-US" altLang="zh-CN" sz="2000">
                <a:solidFill>
                  <a:schemeClr val="tx1"/>
                </a:solidFill>
                <a:latin typeface="黑体" panose="02010609060101010101" pitchFamily="49" charset="-122"/>
                <a:ea typeface="黑体" panose="02010609060101010101" pitchFamily="49" charset="-122"/>
              </a:rPr>
              <a:t>/ </a:t>
            </a:r>
            <a:r>
              <a:rPr lang="zh-CN" altLang="en-US" sz="2000">
                <a:solidFill>
                  <a:schemeClr val="tx1"/>
                </a:solidFill>
                <a:latin typeface="黑体" panose="02010609060101010101" pitchFamily="49" charset="-122"/>
                <a:ea typeface="黑体" panose="02010609060101010101" pitchFamily="49" charset="-122"/>
              </a:rPr>
              <a:t>等。它是确定的。</a:t>
            </a:r>
          </a:p>
        </p:txBody>
      </p:sp>
      <p:sp>
        <p:nvSpPr>
          <p:cNvPr id="646170" name="Rectangle 26">
            <a:extLst>
              <a:ext uri="{FF2B5EF4-FFF2-40B4-BE49-F238E27FC236}">
                <a16:creationId xmlns:a16="http://schemas.microsoft.com/office/drawing/2014/main" id="{DCB0CB26-44A7-4D12-8F96-0EAC1BB9A862}"/>
              </a:ext>
            </a:extLst>
          </p:cNvPr>
          <p:cNvSpPr>
            <a:spLocks noChangeArrowheads="1"/>
          </p:cNvSpPr>
          <p:nvPr/>
        </p:nvSpPr>
        <p:spPr bwMode="auto">
          <a:xfrm>
            <a:off x="5364163" y="4302125"/>
            <a:ext cx="3600450" cy="711200"/>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2000">
                <a:solidFill>
                  <a:schemeClr val="tx1"/>
                </a:solidFill>
                <a:latin typeface="黑体" panose="02010609060101010101" pitchFamily="49" charset="-122"/>
                <a:ea typeface="黑体" panose="02010609060101010101" pitchFamily="49" charset="-122"/>
              </a:rPr>
              <a:t>运算符：如</a:t>
            </a:r>
            <a:r>
              <a:rPr lang="en-US" altLang="zh-CN" sz="2000">
                <a:solidFill>
                  <a:schemeClr val="tx1"/>
                </a:solidFill>
                <a:latin typeface="黑体" panose="02010609060101010101" pitchFamily="49" charset="-122"/>
                <a:ea typeface="黑体" panose="02010609060101010101" pitchFamily="49" charset="-122"/>
              </a:rPr>
              <a:t>+</a:t>
            </a:r>
            <a:r>
              <a:rPr lang="zh-CN" altLang="en-US" sz="2000">
                <a:solidFill>
                  <a:schemeClr val="tx1"/>
                </a:solidFill>
                <a:latin typeface="黑体" panose="02010609060101010101" pitchFamily="49" charset="-122"/>
                <a:ea typeface="黑体" panose="02010609060101010101" pitchFamily="49" charset="-122"/>
              </a:rPr>
              <a:t>、</a:t>
            </a:r>
            <a:r>
              <a:rPr lang="en-US" altLang="zh-CN" sz="2000">
                <a:solidFill>
                  <a:schemeClr val="tx1"/>
                </a:solidFill>
                <a:latin typeface="黑体" panose="02010609060101010101" pitchFamily="49" charset="-122"/>
                <a:ea typeface="黑体" panose="02010609060101010101" pitchFamily="49" charset="-122"/>
              </a:rPr>
              <a:t>-</a:t>
            </a:r>
            <a:r>
              <a:rPr lang="zh-CN" altLang="en-US" sz="2000">
                <a:solidFill>
                  <a:schemeClr val="tx1"/>
                </a:solidFill>
                <a:latin typeface="黑体" panose="02010609060101010101" pitchFamily="49" charset="-122"/>
                <a:ea typeface="黑体" panose="02010609060101010101" pitchFamily="49" charset="-122"/>
              </a:rPr>
              <a:t>、*、</a:t>
            </a:r>
            <a:r>
              <a:rPr lang="en-US" altLang="zh-CN" sz="2000">
                <a:solidFill>
                  <a:schemeClr val="tx1"/>
                </a:solidFill>
                <a:latin typeface="黑体" panose="02010609060101010101" pitchFamily="49" charset="-122"/>
                <a:ea typeface="黑体" panose="02010609060101010101" pitchFamily="49" charset="-122"/>
              </a:rPr>
              <a:t>/ </a:t>
            </a:r>
            <a:r>
              <a:rPr lang="zh-CN" altLang="en-US" sz="2000">
                <a:solidFill>
                  <a:schemeClr val="tx1"/>
                </a:solidFill>
                <a:latin typeface="黑体" panose="02010609060101010101" pitchFamily="49" charset="-122"/>
                <a:ea typeface="黑体" panose="02010609060101010101" pitchFamily="49" charset="-122"/>
              </a:rPr>
              <a:t>等。它是确定的。</a:t>
            </a:r>
          </a:p>
        </p:txBody>
      </p:sp>
      <p:sp>
        <p:nvSpPr>
          <p:cNvPr id="646171" name="Rectangle 27">
            <a:extLst>
              <a:ext uri="{FF2B5EF4-FFF2-40B4-BE49-F238E27FC236}">
                <a16:creationId xmlns:a16="http://schemas.microsoft.com/office/drawing/2014/main" id="{91254202-F03B-F00F-C00F-5A10BC74D929}"/>
              </a:ext>
            </a:extLst>
          </p:cNvPr>
          <p:cNvSpPr>
            <a:spLocks noChangeArrowheads="1"/>
          </p:cNvSpPr>
          <p:nvPr/>
        </p:nvSpPr>
        <p:spPr bwMode="auto">
          <a:xfrm>
            <a:off x="5364163" y="3500438"/>
            <a:ext cx="3600450" cy="1016000"/>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2000">
                <a:solidFill>
                  <a:schemeClr val="tx1"/>
                </a:solidFill>
                <a:latin typeface="黑体" panose="02010609060101010101" pitchFamily="49" charset="-122"/>
                <a:ea typeface="黑体" panose="02010609060101010101" pitchFamily="49" charset="-122"/>
              </a:rPr>
              <a:t>常数的类型一般有整型、实型、布尔型、文本型等，是不确定的。。</a:t>
            </a:r>
          </a:p>
        </p:txBody>
      </p:sp>
      <p:sp>
        <p:nvSpPr>
          <p:cNvPr id="646172" name="Rectangle 28">
            <a:extLst>
              <a:ext uri="{FF2B5EF4-FFF2-40B4-BE49-F238E27FC236}">
                <a16:creationId xmlns:a16="http://schemas.microsoft.com/office/drawing/2014/main" id="{45BB5B23-2372-21D7-F4A4-41EE7FA9C5FA}"/>
              </a:ext>
            </a:extLst>
          </p:cNvPr>
          <p:cNvSpPr>
            <a:spLocks noChangeArrowheads="1"/>
          </p:cNvSpPr>
          <p:nvPr/>
        </p:nvSpPr>
        <p:spPr bwMode="auto">
          <a:xfrm>
            <a:off x="5364163" y="2852738"/>
            <a:ext cx="3600450" cy="1016000"/>
          </a:xfrm>
          <a:prstGeom prst="rect">
            <a:avLst/>
          </a:prstGeom>
          <a:noFill/>
          <a:ln w="12700" algn="ctr">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2000">
                <a:solidFill>
                  <a:schemeClr val="tx1"/>
                </a:solidFill>
                <a:latin typeface="黑体" panose="02010609060101010101" pitchFamily="49" charset="-122"/>
                <a:ea typeface="黑体" panose="02010609060101010101" pitchFamily="49" charset="-122"/>
              </a:rPr>
              <a:t>用来表示各种名字，如变量名、数组名、过程名等，是不确定的。</a:t>
            </a:r>
          </a:p>
        </p:txBody>
      </p:sp>
      <p:sp>
        <p:nvSpPr>
          <p:cNvPr id="646173" name="Line 29">
            <a:extLst>
              <a:ext uri="{FF2B5EF4-FFF2-40B4-BE49-F238E27FC236}">
                <a16:creationId xmlns:a16="http://schemas.microsoft.com/office/drawing/2014/main" id="{CCD1E764-18C3-20D8-3767-6E1A380A5A39}"/>
              </a:ext>
            </a:extLst>
          </p:cNvPr>
          <p:cNvSpPr>
            <a:spLocks noChangeShapeType="1"/>
          </p:cNvSpPr>
          <p:nvPr/>
        </p:nvSpPr>
        <p:spPr bwMode="auto">
          <a:xfrm>
            <a:off x="4787900" y="2781300"/>
            <a:ext cx="576263" cy="0"/>
          </a:xfrm>
          <a:prstGeom prst="line">
            <a:avLst/>
          </a:prstGeom>
          <a:noFill/>
          <a:ln w="28575">
            <a:solidFill>
              <a:schemeClr val="hlink"/>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46174" name="Line 30">
            <a:extLst>
              <a:ext uri="{FF2B5EF4-FFF2-40B4-BE49-F238E27FC236}">
                <a16:creationId xmlns:a16="http://schemas.microsoft.com/office/drawing/2014/main" id="{431F15D8-D286-7F97-80DC-9540F483CBE0}"/>
              </a:ext>
            </a:extLst>
          </p:cNvPr>
          <p:cNvSpPr>
            <a:spLocks noChangeShapeType="1"/>
          </p:cNvSpPr>
          <p:nvPr/>
        </p:nvSpPr>
        <p:spPr bwMode="auto">
          <a:xfrm>
            <a:off x="4787900" y="3429000"/>
            <a:ext cx="576263" cy="0"/>
          </a:xfrm>
          <a:prstGeom prst="line">
            <a:avLst/>
          </a:prstGeom>
          <a:noFill/>
          <a:ln w="28575">
            <a:solidFill>
              <a:schemeClr val="hlink"/>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46175" name="Line 31">
            <a:extLst>
              <a:ext uri="{FF2B5EF4-FFF2-40B4-BE49-F238E27FC236}">
                <a16:creationId xmlns:a16="http://schemas.microsoft.com/office/drawing/2014/main" id="{AC1C6618-C7F1-C910-EAB6-1BCD0D60742A}"/>
              </a:ext>
            </a:extLst>
          </p:cNvPr>
          <p:cNvSpPr>
            <a:spLocks noChangeShapeType="1"/>
          </p:cNvSpPr>
          <p:nvPr/>
        </p:nvSpPr>
        <p:spPr bwMode="auto">
          <a:xfrm>
            <a:off x="4643438" y="4005263"/>
            <a:ext cx="720725" cy="0"/>
          </a:xfrm>
          <a:prstGeom prst="line">
            <a:avLst/>
          </a:prstGeom>
          <a:noFill/>
          <a:ln w="28575">
            <a:solidFill>
              <a:schemeClr val="hlink"/>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46176" name="Line 32">
            <a:extLst>
              <a:ext uri="{FF2B5EF4-FFF2-40B4-BE49-F238E27FC236}">
                <a16:creationId xmlns:a16="http://schemas.microsoft.com/office/drawing/2014/main" id="{58BEA838-17C0-DB89-807F-DD80E0195A97}"/>
              </a:ext>
            </a:extLst>
          </p:cNvPr>
          <p:cNvSpPr>
            <a:spLocks noChangeShapeType="1"/>
          </p:cNvSpPr>
          <p:nvPr/>
        </p:nvSpPr>
        <p:spPr bwMode="auto">
          <a:xfrm>
            <a:off x="4859338" y="4724400"/>
            <a:ext cx="504825" cy="0"/>
          </a:xfrm>
          <a:prstGeom prst="line">
            <a:avLst/>
          </a:prstGeom>
          <a:noFill/>
          <a:ln w="28575">
            <a:solidFill>
              <a:schemeClr val="hlink"/>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46177" name="Line 33">
            <a:extLst>
              <a:ext uri="{FF2B5EF4-FFF2-40B4-BE49-F238E27FC236}">
                <a16:creationId xmlns:a16="http://schemas.microsoft.com/office/drawing/2014/main" id="{6D5A28B0-6422-0FF9-1BAC-C6F007BC169F}"/>
              </a:ext>
            </a:extLst>
          </p:cNvPr>
          <p:cNvSpPr>
            <a:spLocks noChangeShapeType="1"/>
          </p:cNvSpPr>
          <p:nvPr/>
        </p:nvSpPr>
        <p:spPr bwMode="auto">
          <a:xfrm>
            <a:off x="4572000" y="5300663"/>
            <a:ext cx="792163" cy="0"/>
          </a:xfrm>
          <a:prstGeom prst="line">
            <a:avLst/>
          </a:prstGeom>
          <a:noFill/>
          <a:ln w="28575">
            <a:solidFill>
              <a:schemeClr val="hlink"/>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46178" name="AutoShape 34">
            <a:extLst>
              <a:ext uri="{FF2B5EF4-FFF2-40B4-BE49-F238E27FC236}">
                <a16:creationId xmlns:a16="http://schemas.microsoft.com/office/drawing/2014/main" id="{0212920C-2401-78B6-B5E0-E9E815C2AFF2}"/>
              </a:ext>
            </a:extLst>
          </p:cNvPr>
          <p:cNvSpPr>
            <a:spLocks/>
          </p:cNvSpPr>
          <p:nvPr/>
        </p:nvSpPr>
        <p:spPr bwMode="auto">
          <a:xfrm rot="-5400000">
            <a:off x="4067176" y="5157787"/>
            <a:ext cx="360362" cy="1223963"/>
          </a:xfrm>
          <a:prstGeom prst="leftBrace">
            <a:avLst>
              <a:gd name="adj1" fmla="val 28304"/>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646179" name="Text Box 35">
            <a:extLst>
              <a:ext uri="{FF2B5EF4-FFF2-40B4-BE49-F238E27FC236}">
                <a16:creationId xmlns:a16="http://schemas.microsoft.com/office/drawing/2014/main" id="{5F1E6B5B-A0F7-906E-888D-5D2735C775C8}"/>
              </a:ext>
            </a:extLst>
          </p:cNvPr>
          <p:cNvSpPr txBox="1">
            <a:spLocks noChangeArrowheads="1"/>
          </p:cNvSpPr>
          <p:nvPr/>
        </p:nvSpPr>
        <p:spPr bwMode="auto">
          <a:xfrm>
            <a:off x="2805113" y="5995988"/>
            <a:ext cx="2881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zh-CN" altLang="en-US" sz="2400">
                <a:solidFill>
                  <a:schemeClr val="tx1"/>
                </a:solidFill>
                <a:ea typeface="宋体" panose="02010600030101010101" pitchFamily="2" charset="-122"/>
              </a:rPr>
              <a:t>单词符号</a:t>
            </a:r>
          </a:p>
        </p:txBody>
      </p:sp>
      <p:sp>
        <p:nvSpPr>
          <p:cNvPr id="10270" name="灯片编号占位符 29">
            <a:extLst>
              <a:ext uri="{FF2B5EF4-FFF2-40B4-BE49-F238E27FC236}">
                <a16:creationId xmlns:a16="http://schemas.microsoft.com/office/drawing/2014/main" id="{34A4B3AF-11DE-A2F5-2557-4E464095DA1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3A5DB4DC-F88C-6F4D-B769-20A4794E9712}"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4</a:t>
            </a:fld>
            <a:endParaRPr lang="en-US" altLang="zh-CN" sz="1200" b="0">
              <a:solidFill>
                <a:schemeClr val="tx1"/>
              </a:solidFill>
              <a:latin typeface="Arial Black" panose="020B0604020202020204" pitchFamily="34" charset="0"/>
              <a:ea typeface="宋体" panose="02010600030101010101" pitchFamily="2" charset="-122"/>
            </a:endParaRPr>
          </a:p>
        </p:txBody>
      </p:sp>
      <p:sp>
        <p:nvSpPr>
          <p:cNvPr id="2" name="矩形: 圆角 1">
            <a:extLst>
              <a:ext uri="{FF2B5EF4-FFF2-40B4-BE49-F238E27FC236}">
                <a16:creationId xmlns:a16="http://schemas.microsoft.com/office/drawing/2014/main" id="{2DC7837C-1E87-367A-37AF-6F3FCF24C6C0}"/>
              </a:ext>
            </a:extLst>
          </p:cNvPr>
          <p:cNvSpPr>
            <a:spLocks noChangeArrowheads="1"/>
          </p:cNvSpPr>
          <p:nvPr/>
        </p:nvSpPr>
        <p:spPr bwMode="auto">
          <a:xfrm>
            <a:off x="3419475" y="3238500"/>
            <a:ext cx="1727200" cy="1057275"/>
          </a:xfrm>
          <a:prstGeom prst="roundRect">
            <a:avLst>
              <a:gd name="adj" fmla="val 16667"/>
            </a:avLst>
          </a:prstGeom>
          <a:noFill/>
          <a:ln w="28575"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0000"/>
              </a:solidFill>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46148"/>
                                        </p:tgtEl>
                                        <p:attrNameLst>
                                          <p:attrName>style.visibility</p:attrName>
                                        </p:attrNameLst>
                                      </p:cBhvr>
                                      <p:to>
                                        <p:strVal val="visible"/>
                                      </p:to>
                                    </p:set>
                                    <p:animEffect transition="in" filter="fade">
                                      <p:cBhvr>
                                        <p:cTn id="7" dur="2000"/>
                                        <p:tgtEl>
                                          <p:spTgt spid="646148"/>
                                        </p:tgtEl>
                                      </p:cBhvr>
                                    </p:animEffect>
                                  </p:childTnLst>
                                </p:cTn>
                              </p:par>
                              <p:par>
                                <p:cTn id="8" presetID="10" presetClass="entr" presetSubtype="0" fill="hold" nodeType="withEffect">
                                  <p:stCondLst>
                                    <p:cond delay="0"/>
                                  </p:stCondLst>
                                  <p:childTnLst>
                                    <p:set>
                                      <p:cBhvr>
                                        <p:cTn id="9" dur="1" fill="hold">
                                          <p:stCondLst>
                                            <p:cond delay="0"/>
                                          </p:stCondLst>
                                        </p:cTn>
                                        <p:tgtEl>
                                          <p:spTgt spid="646149"/>
                                        </p:tgtEl>
                                        <p:attrNameLst>
                                          <p:attrName>style.visibility</p:attrName>
                                        </p:attrNameLst>
                                      </p:cBhvr>
                                      <p:to>
                                        <p:strVal val="visible"/>
                                      </p:to>
                                    </p:set>
                                    <p:animEffect transition="in" filter="fade">
                                      <p:cBhvr>
                                        <p:cTn id="10" dur="2000"/>
                                        <p:tgtEl>
                                          <p:spTgt spid="646149"/>
                                        </p:tgtEl>
                                      </p:cBhvr>
                                    </p:animEffect>
                                  </p:childTnLst>
                                </p:cTn>
                              </p:par>
                              <p:par>
                                <p:cTn id="11" presetID="10" presetClass="entr" presetSubtype="0" fill="hold" nodeType="withEffect">
                                  <p:stCondLst>
                                    <p:cond delay="0"/>
                                  </p:stCondLst>
                                  <p:childTnLst>
                                    <p:set>
                                      <p:cBhvr>
                                        <p:cTn id="12" dur="1" fill="hold">
                                          <p:stCondLst>
                                            <p:cond delay="0"/>
                                          </p:stCondLst>
                                        </p:cTn>
                                        <p:tgtEl>
                                          <p:spTgt spid="646150"/>
                                        </p:tgtEl>
                                        <p:attrNameLst>
                                          <p:attrName>style.visibility</p:attrName>
                                        </p:attrNameLst>
                                      </p:cBhvr>
                                      <p:to>
                                        <p:strVal val="visible"/>
                                      </p:to>
                                    </p:set>
                                    <p:animEffect transition="in" filter="fade">
                                      <p:cBhvr>
                                        <p:cTn id="13" dur="2000"/>
                                        <p:tgtEl>
                                          <p:spTgt spid="646150"/>
                                        </p:tgtEl>
                                      </p:cBhvr>
                                    </p:animEffect>
                                  </p:childTnLst>
                                </p:cTn>
                              </p:par>
                              <p:par>
                                <p:cTn id="14" presetID="10" presetClass="entr" presetSubtype="0" fill="hold" nodeType="withEffect">
                                  <p:stCondLst>
                                    <p:cond delay="0"/>
                                  </p:stCondLst>
                                  <p:childTnLst>
                                    <p:set>
                                      <p:cBhvr>
                                        <p:cTn id="15" dur="1" fill="hold">
                                          <p:stCondLst>
                                            <p:cond delay="0"/>
                                          </p:stCondLst>
                                        </p:cTn>
                                        <p:tgtEl>
                                          <p:spTgt spid="646151"/>
                                        </p:tgtEl>
                                        <p:attrNameLst>
                                          <p:attrName>style.visibility</p:attrName>
                                        </p:attrNameLst>
                                      </p:cBhvr>
                                      <p:to>
                                        <p:strVal val="visible"/>
                                      </p:to>
                                    </p:set>
                                    <p:animEffect transition="in" filter="fade">
                                      <p:cBhvr>
                                        <p:cTn id="16" dur="2000"/>
                                        <p:tgtEl>
                                          <p:spTgt spid="646151"/>
                                        </p:tgtEl>
                                      </p:cBhvr>
                                    </p:animEffect>
                                  </p:childTnLst>
                                </p:cTn>
                              </p:par>
                              <p:par>
                                <p:cTn id="17" presetID="10" presetClass="entr" presetSubtype="0" fill="hold" nodeType="withEffect">
                                  <p:stCondLst>
                                    <p:cond delay="0"/>
                                  </p:stCondLst>
                                  <p:childTnLst>
                                    <p:set>
                                      <p:cBhvr>
                                        <p:cTn id="18" dur="1" fill="hold">
                                          <p:stCondLst>
                                            <p:cond delay="0"/>
                                          </p:stCondLst>
                                        </p:cTn>
                                        <p:tgtEl>
                                          <p:spTgt spid="646152"/>
                                        </p:tgtEl>
                                        <p:attrNameLst>
                                          <p:attrName>style.visibility</p:attrName>
                                        </p:attrNameLst>
                                      </p:cBhvr>
                                      <p:to>
                                        <p:strVal val="visible"/>
                                      </p:to>
                                    </p:set>
                                    <p:animEffect transition="in" filter="fade">
                                      <p:cBhvr>
                                        <p:cTn id="19" dur="2000"/>
                                        <p:tgtEl>
                                          <p:spTgt spid="646152"/>
                                        </p:tgtEl>
                                      </p:cBhvr>
                                    </p:animEffect>
                                  </p:childTnLst>
                                </p:cTn>
                              </p:par>
                              <p:par>
                                <p:cTn id="20" presetID="10" presetClass="entr" presetSubtype="0" fill="hold" nodeType="withEffect">
                                  <p:stCondLst>
                                    <p:cond delay="0"/>
                                  </p:stCondLst>
                                  <p:childTnLst>
                                    <p:set>
                                      <p:cBhvr>
                                        <p:cTn id="21" dur="1" fill="hold">
                                          <p:stCondLst>
                                            <p:cond delay="0"/>
                                          </p:stCondLst>
                                        </p:cTn>
                                        <p:tgtEl>
                                          <p:spTgt spid="646153"/>
                                        </p:tgtEl>
                                        <p:attrNameLst>
                                          <p:attrName>style.visibility</p:attrName>
                                        </p:attrNameLst>
                                      </p:cBhvr>
                                      <p:to>
                                        <p:strVal val="visible"/>
                                      </p:to>
                                    </p:set>
                                    <p:animEffect transition="in" filter="fade">
                                      <p:cBhvr>
                                        <p:cTn id="22" dur="2000"/>
                                        <p:tgtEl>
                                          <p:spTgt spid="646153"/>
                                        </p:tgtEl>
                                      </p:cBhvr>
                                    </p:animEffect>
                                  </p:childTnLst>
                                </p:cTn>
                              </p:par>
                              <p:par>
                                <p:cTn id="23" presetID="10" presetClass="entr" presetSubtype="0" fill="hold" nodeType="withEffect">
                                  <p:stCondLst>
                                    <p:cond delay="0"/>
                                  </p:stCondLst>
                                  <p:childTnLst>
                                    <p:set>
                                      <p:cBhvr>
                                        <p:cTn id="24" dur="1" fill="hold">
                                          <p:stCondLst>
                                            <p:cond delay="0"/>
                                          </p:stCondLst>
                                        </p:cTn>
                                        <p:tgtEl>
                                          <p:spTgt spid="646154"/>
                                        </p:tgtEl>
                                        <p:attrNameLst>
                                          <p:attrName>style.visibility</p:attrName>
                                        </p:attrNameLst>
                                      </p:cBhvr>
                                      <p:to>
                                        <p:strVal val="visible"/>
                                      </p:to>
                                    </p:set>
                                    <p:animEffect transition="in" filter="fade">
                                      <p:cBhvr>
                                        <p:cTn id="25" dur="2000"/>
                                        <p:tgtEl>
                                          <p:spTgt spid="646154"/>
                                        </p:tgtEl>
                                      </p:cBhvr>
                                    </p:animEffect>
                                  </p:childTnLst>
                                </p:cTn>
                              </p:par>
                              <p:par>
                                <p:cTn id="26" presetID="10" presetClass="entr" presetSubtype="0" fill="hold" nodeType="withEffect">
                                  <p:stCondLst>
                                    <p:cond delay="0"/>
                                  </p:stCondLst>
                                  <p:childTnLst>
                                    <p:set>
                                      <p:cBhvr>
                                        <p:cTn id="27" dur="1" fill="hold">
                                          <p:stCondLst>
                                            <p:cond delay="0"/>
                                          </p:stCondLst>
                                        </p:cTn>
                                        <p:tgtEl>
                                          <p:spTgt spid="646155"/>
                                        </p:tgtEl>
                                        <p:attrNameLst>
                                          <p:attrName>style.visibility</p:attrName>
                                        </p:attrNameLst>
                                      </p:cBhvr>
                                      <p:to>
                                        <p:strVal val="visible"/>
                                      </p:to>
                                    </p:set>
                                    <p:animEffect transition="in" filter="fade">
                                      <p:cBhvr>
                                        <p:cTn id="28" dur="2000"/>
                                        <p:tgtEl>
                                          <p:spTgt spid="646155"/>
                                        </p:tgtEl>
                                      </p:cBhvr>
                                    </p:animEffect>
                                  </p:childTnLst>
                                </p:cTn>
                              </p:par>
                              <p:par>
                                <p:cTn id="29" presetID="10" presetClass="entr" presetSubtype="0" fill="hold" nodeType="withEffect">
                                  <p:stCondLst>
                                    <p:cond delay="0"/>
                                  </p:stCondLst>
                                  <p:childTnLst>
                                    <p:set>
                                      <p:cBhvr>
                                        <p:cTn id="30" dur="1" fill="hold">
                                          <p:stCondLst>
                                            <p:cond delay="0"/>
                                          </p:stCondLst>
                                        </p:cTn>
                                        <p:tgtEl>
                                          <p:spTgt spid="646156"/>
                                        </p:tgtEl>
                                        <p:attrNameLst>
                                          <p:attrName>style.visibility</p:attrName>
                                        </p:attrNameLst>
                                      </p:cBhvr>
                                      <p:to>
                                        <p:strVal val="visible"/>
                                      </p:to>
                                    </p:set>
                                    <p:animEffect transition="in" filter="fade">
                                      <p:cBhvr>
                                        <p:cTn id="31" dur="2000"/>
                                        <p:tgtEl>
                                          <p:spTgt spid="646156"/>
                                        </p:tgtEl>
                                      </p:cBhvr>
                                    </p:animEffect>
                                  </p:childTnLst>
                                </p:cTn>
                              </p:par>
                              <p:par>
                                <p:cTn id="32" presetID="10" presetClass="entr" presetSubtype="0" fill="hold" nodeType="withEffect">
                                  <p:stCondLst>
                                    <p:cond delay="0"/>
                                  </p:stCondLst>
                                  <p:iterate type="lt">
                                    <p:tmPct val="0"/>
                                  </p:iterate>
                                  <p:childTnLst>
                                    <p:set>
                                      <p:cBhvr>
                                        <p:cTn id="33" dur="1" fill="hold">
                                          <p:stCondLst>
                                            <p:cond delay="0"/>
                                          </p:stCondLst>
                                        </p:cTn>
                                        <p:tgtEl>
                                          <p:spTgt spid="646157"/>
                                        </p:tgtEl>
                                        <p:attrNameLst>
                                          <p:attrName>style.visibility</p:attrName>
                                        </p:attrNameLst>
                                      </p:cBhvr>
                                      <p:to>
                                        <p:strVal val="visible"/>
                                      </p:to>
                                    </p:set>
                                    <p:animEffect transition="in" filter="fade">
                                      <p:cBhvr>
                                        <p:cTn id="34" dur="2000"/>
                                        <p:tgtEl>
                                          <p:spTgt spid="646157"/>
                                        </p:tgtEl>
                                      </p:cBhvr>
                                    </p:animEffect>
                                  </p:childTnLst>
                                </p:cTn>
                              </p:par>
                              <p:par>
                                <p:cTn id="35" presetID="10" presetClass="entr" presetSubtype="0" fill="hold" nodeType="withEffect">
                                  <p:stCondLst>
                                    <p:cond delay="0"/>
                                  </p:stCondLst>
                                  <p:iterate type="lt">
                                    <p:tmPct val="0"/>
                                  </p:iterate>
                                  <p:childTnLst>
                                    <p:set>
                                      <p:cBhvr>
                                        <p:cTn id="36" dur="1" fill="hold">
                                          <p:stCondLst>
                                            <p:cond delay="0"/>
                                          </p:stCondLst>
                                        </p:cTn>
                                        <p:tgtEl>
                                          <p:spTgt spid="646163"/>
                                        </p:tgtEl>
                                        <p:attrNameLst>
                                          <p:attrName>style.visibility</p:attrName>
                                        </p:attrNameLst>
                                      </p:cBhvr>
                                      <p:to>
                                        <p:strVal val="visible"/>
                                      </p:to>
                                    </p:set>
                                    <p:animEffect transition="in" filter="fade">
                                      <p:cBhvr>
                                        <p:cTn id="37" dur="2000"/>
                                        <p:tgtEl>
                                          <p:spTgt spid="646163"/>
                                        </p:tgtEl>
                                      </p:cBhvr>
                                    </p:animEffect>
                                  </p:childTnLst>
                                </p:cTn>
                              </p:par>
                              <p:par>
                                <p:cTn id="38" presetID="10" presetClass="entr" presetSubtype="0" fill="hold" nodeType="withEffect">
                                  <p:stCondLst>
                                    <p:cond delay="0"/>
                                  </p:stCondLst>
                                  <p:iterate type="lt">
                                    <p:tmPct val="0"/>
                                  </p:iterate>
                                  <p:childTnLst>
                                    <p:set>
                                      <p:cBhvr>
                                        <p:cTn id="39" dur="1" fill="hold">
                                          <p:stCondLst>
                                            <p:cond delay="0"/>
                                          </p:stCondLst>
                                        </p:cTn>
                                        <p:tgtEl>
                                          <p:spTgt spid="646164"/>
                                        </p:tgtEl>
                                        <p:attrNameLst>
                                          <p:attrName>style.visibility</p:attrName>
                                        </p:attrNameLst>
                                      </p:cBhvr>
                                      <p:to>
                                        <p:strVal val="visible"/>
                                      </p:to>
                                    </p:set>
                                    <p:animEffect transition="in" filter="fade">
                                      <p:cBhvr>
                                        <p:cTn id="40" dur="2000"/>
                                        <p:tgtEl>
                                          <p:spTgt spid="646164"/>
                                        </p:tgtEl>
                                      </p:cBhvr>
                                    </p:animEffect>
                                  </p:childTnLst>
                                </p:cTn>
                              </p:par>
                              <p:par>
                                <p:cTn id="41" presetID="10" presetClass="entr" presetSubtype="0" fill="hold" nodeType="withEffect">
                                  <p:stCondLst>
                                    <p:cond delay="0"/>
                                  </p:stCondLst>
                                  <p:iterate type="lt">
                                    <p:tmPct val="0"/>
                                  </p:iterate>
                                  <p:childTnLst>
                                    <p:set>
                                      <p:cBhvr>
                                        <p:cTn id="42" dur="1" fill="hold">
                                          <p:stCondLst>
                                            <p:cond delay="0"/>
                                          </p:stCondLst>
                                        </p:cTn>
                                        <p:tgtEl>
                                          <p:spTgt spid="646165"/>
                                        </p:tgtEl>
                                        <p:attrNameLst>
                                          <p:attrName>style.visibility</p:attrName>
                                        </p:attrNameLst>
                                      </p:cBhvr>
                                      <p:to>
                                        <p:strVal val="visible"/>
                                      </p:to>
                                    </p:set>
                                    <p:animEffect transition="in" filter="fade">
                                      <p:cBhvr>
                                        <p:cTn id="43" dur="2000"/>
                                        <p:tgtEl>
                                          <p:spTgt spid="646165"/>
                                        </p:tgtEl>
                                      </p:cBhvr>
                                    </p:animEffect>
                                  </p:childTnLst>
                                </p:cTn>
                              </p:par>
                              <p:par>
                                <p:cTn id="44" presetID="10" presetClass="entr" presetSubtype="0" fill="hold" nodeType="withEffect">
                                  <p:stCondLst>
                                    <p:cond delay="0"/>
                                  </p:stCondLst>
                                  <p:iterate type="lt">
                                    <p:tmPct val="0"/>
                                  </p:iterate>
                                  <p:childTnLst>
                                    <p:set>
                                      <p:cBhvr>
                                        <p:cTn id="45" dur="1" fill="hold">
                                          <p:stCondLst>
                                            <p:cond delay="0"/>
                                          </p:stCondLst>
                                        </p:cTn>
                                        <p:tgtEl>
                                          <p:spTgt spid="646166"/>
                                        </p:tgtEl>
                                        <p:attrNameLst>
                                          <p:attrName>style.visibility</p:attrName>
                                        </p:attrNameLst>
                                      </p:cBhvr>
                                      <p:to>
                                        <p:strVal val="visible"/>
                                      </p:to>
                                    </p:set>
                                    <p:animEffect transition="in" filter="fade">
                                      <p:cBhvr>
                                        <p:cTn id="46" dur="2000"/>
                                        <p:tgtEl>
                                          <p:spTgt spid="64616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64617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46179"/>
                                        </p:tgtEl>
                                        <p:attrNameLst>
                                          <p:attrName>style.visibility</p:attrName>
                                        </p:attrNameLst>
                                      </p:cBhvr>
                                      <p:to>
                                        <p:strVal val="visible"/>
                                      </p:to>
                                    </p:set>
                                  </p:childTnLst>
                                </p:cTn>
                              </p:par>
                              <p:par>
                                <p:cTn id="53" presetID="10" presetClass="entr" presetSubtype="0" fill="hold" nodeType="withEffect">
                                  <p:stCondLst>
                                    <p:cond delay="0"/>
                                  </p:stCondLst>
                                  <p:childTnLst>
                                    <p:set>
                                      <p:cBhvr>
                                        <p:cTn id="54" dur="1" fill="hold">
                                          <p:stCondLst>
                                            <p:cond delay="0"/>
                                          </p:stCondLst>
                                        </p:cTn>
                                        <p:tgtEl>
                                          <p:spTgt spid="646167"/>
                                        </p:tgtEl>
                                        <p:attrNameLst>
                                          <p:attrName>style.visibility</p:attrName>
                                        </p:attrNameLst>
                                      </p:cBhvr>
                                      <p:to>
                                        <p:strVal val="visible"/>
                                      </p:to>
                                    </p:set>
                                    <p:animEffect transition="in" filter="fade">
                                      <p:cBhvr>
                                        <p:cTn id="55" dur="2000"/>
                                        <p:tgtEl>
                                          <p:spTgt spid="646167"/>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0" presetClass="emph" presetSubtype="0" fill="hold" nodeType="clickEffect">
                                  <p:stCondLst>
                                    <p:cond delay="0"/>
                                  </p:stCondLst>
                                  <p:iterate type="lt">
                                    <p:tmPct val="10000"/>
                                  </p:iterate>
                                  <p:childTnLst>
                                    <p:set>
                                      <p:cBhvr override="childStyle">
                                        <p:cTn id="59" dur="500" autoRev="1" fill="hold"/>
                                        <p:tgtEl>
                                          <p:spTgt spid="646157"/>
                                        </p:tgtEl>
                                        <p:attrNameLst>
                                          <p:attrName>style.color</p:attrName>
                                        </p:attrNameLst>
                                      </p:cBhvr>
                                      <p:to>
                                        <p:clrVal>
                                          <a:schemeClr val="hlink"/>
                                        </p:clrVal>
                                      </p:to>
                                    </p:set>
                                    <p:set>
                                      <p:cBhvr>
                                        <p:cTn id="60" dur="500" autoRev="1" fill="hold"/>
                                        <p:tgtEl>
                                          <p:spTgt spid="646157"/>
                                        </p:tgtEl>
                                        <p:attrNameLst>
                                          <p:attrName>fillcolor</p:attrName>
                                        </p:attrNameLst>
                                      </p:cBhvr>
                                      <p:to>
                                        <p:clrVal>
                                          <a:schemeClr val="hlink"/>
                                        </p:clrVal>
                                      </p:to>
                                    </p:set>
                                    <p:set>
                                      <p:cBhvr>
                                        <p:cTn id="61" dur="500" autoRev="1" fill="hold"/>
                                        <p:tgtEl>
                                          <p:spTgt spid="646157"/>
                                        </p:tgtEl>
                                        <p:attrNameLst>
                                          <p:attrName>fill.type</p:attrName>
                                        </p:attrNameLst>
                                      </p:cBhvr>
                                      <p:to>
                                        <p:strVal val="solid"/>
                                      </p:to>
                                    </p:set>
                                  </p:childTnLst>
                                </p:cTn>
                              </p:par>
                            </p:childTnLst>
                          </p:cTn>
                        </p:par>
                        <p:par>
                          <p:cTn id="62" fill="hold" nodeType="afterGroup">
                            <p:stCondLst>
                              <p:cond delay="1400"/>
                            </p:stCondLst>
                            <p:childTnLst>
                              <p:par>
                                <p:cTn id="63" presetID="10" presetClass="entr" presetSubtype="0" fill="hold" nodeType="afterEffect">
                                  <p:stCondLst>
                                    <p:cond delay="0"/>
                                  </p:stCondLst>
                                  <p:childTnLst>
                                    <p:set>
                                      <p:cBhvr>
                                        <p:cTn id="64" dur="1" fill="hold">
                                          <p:stCondLst>
                                            <p:cond delay="0"/>
                                          </p:stCondLst>
                                        </p:cTn>
                                        <p:tgtEl>
                                          <p:spTgt spid="646168"/>
                                        </p:tgtEl>
                                        <p:attrNameLst>
                                          <p:attrName>style.visibility</p:attrName>
                                        </p:attrNameLst>
                                      </p:cBhvr>
                                      <p:to>
                                        <p:strVal val="visible"/>
                                      </p:to>
                                    </p:set>
                                    <p:animEffect transition="in" filter="fade">
                                      <p:cBhvr>
                                        <p:cTn id="65" dur="2000"/>
                                        <p:tgtEl>
                                          <p:spTgt spid="646168"/>
                                        </p:tgtEl>
                                      </p:cBhvr>
                                    </p:animEffect>
                                  </p:childTnLst>
                                </p:cTn>
                              </p:par>
                              <p:par>
                                <p:cTn id="66" presetID="10" presetClass="entr" presetSubtype="0" fill="hold" nodeType="withEffect">
                                  <p:stCondLst>
                                    <p:cond delay="0"/>
                                  </p:stCondLst>
                                  <p:childTnLst>
                                    <p:set>
                                      <p:cBhvr>
                                        <p:cTn id="67" dur="1" fill="hold">
                                          <p:stCondLst>
                                            <p:cond delay="0"/>
                                          </p:stCondLst>
                                        </p:cTn>
                                        <p:tgtEl>
                                          <p:spTgt spid="646173"/>
                                        </p:tgtEl>
                                        <p:attrNameLst>
                                          <p:attrName>style.visibility</p:attrName>
                                        </p:attrNameLst>
                                      </p:cBhvr>
                                      <p:to>
                                        <p:strVal val="visible"/>
                                      </p:to>
                                    </p:set>
                                    <p:animEffect transition="in" filter="fade">
                                      <p:cBhvr>
                                        <p:cTn id="68" dur="2000"/>
                                        <p:tgtEl>
                                          <p:spTgt spid="646173"/>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55" presetClass="exit" presetSubtype="0" fill="hold" nodeType="clickEffect">
                                  <p:stCondLst>
                                    <p:cond delay="0"/>
                                  </p:stCondLst>
                                  <p:childTnLst>
                                    <p:anim calcmode="lin" valueType="num">
                                      <p:cBhvr>
                                        <p:cTn id="72" dur="1000"/>
                                        <p:tgtEl>
                                          <p:spTgt spid="646173"/>
                                        </p:tgtEl>
                                        <p:attrNameLst>
                                          <p:attrName>ppt_w</p:attrName>
                                        </p:attrNameLst>
                                      </p:cBhvr>
                                      <p:tavLst>
                                        <p:tav tm="0">
                                          <p:val>
                                            <p:strVal val="ppt_w"/>
                                          </p:val>
                                        </p:tav>
                                        <p:tav tm="100000">
                                          <p:val>
                                            <p:strVal val="ppt_w*0.70"/>
                                          </p:val>
                                        </p:tav>
                                      </p:tavLst>
                                    </p:anim>
                                    <p:anim calcmode="lin" valueType="num">
                                      <p:cBhvr>
                                        <p:cTn id="73" dur="1000"/>
                                        <p:tgtEl>
                                          <p:spTgt spid="646173"/>
                                        </p:tgtEl>
                                        <p:attrNameLst>
                                          <p:attrName>ppt_h</p:attrName>
                                        </p:attrNameLst>
                                      </p:cBhvr>
                                      <p:tavLst>
                                        <p:tav tm="0">
                                          <p:val>
                                            <p:strVal val="ppt_h"/>
                                          </p:val>
                                        </p:tav>
                                        <p:tav tm="100000">
                                          <p:val>
                                            <p:strVal val="ppt_h"/>
                                          </p:val>
                                        </p:tav>
                                      </p:tavLst>
                                    </p:anim>
                                    <p:animEffect transition="out" filter="fade">
                                      <p:cBhvr>
                                        <p:cTn id="74" dur="1000"/>
                                        <p:tgtEl>
                                          <p:spTgt spid="646173"/>
                                        </p:tgtEl>
                                      </p:cBhvr>
                                    </p:animEffect>
                                    <p:set>
                                      <p:cBhvr>
                                        <p:cTn id="75" dur="1" fill="hold">
                                          <p:stCondLst>
                                            <p:cond delay="999"/>
                                          </p:stCondLst>
                                        </p:cTn>
                                        <p:tgtEl>
                                          <p:spTgt spid="646173"/>
                                        </p:tgtEl>
                                        <p:attrNameLst>
                                          <p:attrName>style.visibility</p:attrName>
                                        </p:attrNameLst>
                                      </p:cBhvr>
                                      <p:to>
                                        <p:strVal val="hidden"/>
                                      </p:to>
                                    </p:set>
                                  </p:childTnLst>
                                </p:cTn>
                              </p:par>
                              <p:par>
                                <p:cTn id="76" presetID="55" presetClass="exit" presetSubtype="0" fill="hold" nodeType="withEffect">
                                  <p:stCondLst>
                                    <p:cond delay="0"/>
                                  </p:stCondLst>
                                  <p:childTnLst>
                                    <p:anim calcmode="lin" valueType="num">
                                      <p:cBhvr>
                                        <p:cTn id="77" dur="1000"/>
                                        <p:tgtEl>
                                          <p:spTgt spid="646168"/>
                                        </p:tgtEl>
                                        <p:attrNameLst>
                                          <p:attrName>ppt_w</p:attrName>
                                        </p:attrNameLst>
                                      </p:cBhvr>
                                      <p:tavLst>
                                        <p:tav tm="0">
                                          <p:val>
                                            <p:strVal val="ppt_w"/>
                                          </p:val>
                                        </p:tav>
                                        <p:tav tm="100000">
                                          <p:val>
                                            <p:strVal val="ppt_w*0.70"/>
                                          </p:val>
                                        </p:tav>
                                      </p:tavLst>
                                    </p:anim>
                                    <p:anim calcmode="lin" valueType="num">
                                      <p:cBhvr>
                                        <p:cTn id="78" dur="1000"/>
                                        <p:tgtEl>
                                          <p:spTgt spid="646168"/>
                                        </p:tgtEl>
                                        <p:attrNameLst>
                                          <p:attrName>ppt_h</p:attrName>
                                        </p:attrNameLst>
                                      </p:cBhvr>
                                      <p:tavLst>
                                        <p:tav tm="0">
                                          <p:val>
                                            <p:strVal val="ppt_h"/>
                                          </p:val>
                                        </p:tav>
                                        <p:tav tm="100000">
                                          <p:val>
                                            <p:strVal val="ppt_h"/>
                                          </p:val>
                                        </p:tav>
                                      </p:tavLst>
                                    </p:anim>
                                    <p:animEffect transition="out" filter="fade">
                                      <p:cBhvr>
                                        <p:cTn id="79" dur="1000"/>
                                        <p:tgtEl>
                                          <p:spTgt spid="646168"/>
                                        </p:tgtEl>
                                      </p:cBhvr>
                                    </p:animEffect>
                                    <p:set>
                                      <p:cBhvr>
                                        <p:cTn id="80" dur="1" fill="hold">
                                          <p:stCondLst>
                                            <p:cond delay="999"/>
                                          </p:stCondLst>
                                        </p:cTn>
                                        <p:tgtEl>
                                          <p:spTgt spid="646168"/>
                                        </p:tgtEl>
                                        <p:attrNameLst>
                                          <p:attrName>style.visibility</p:attrName>
                                        </p:attrNameLst>
                                      </p:cBhvr>
                                      <p:to>
                                        <p:strVal val="hidden"/>
                                      </p:to>
                                    </p:set>
                                  </p:childTnLst>
                                </p:cTn>
                              </p:par>
                            </p:childTnLst>
                          </p:cTn>
                        </p:par>
                        <p:par>
                          <p:cTn id="81" fill="hold" nodeType="afterGroup">
                            <p:stCondLst>
                              <p:cond delay="1000"/>
                            </p:stCondLst>
                            <p:childTnLst>
                              <p:par>
                                <p:cTn id="82" presetID="20" presetClass="emph" presetSubtype="0" fill="hold" nodeType="afterEffect">
                                  <p:stCondLst>
                                    <p:cond delay="1000"/>
                                  </p:stCondLst>
                                  <p:iterate type="lt">
                                    <p:tmPct val="10000"/>
                                  </p:iterate>
                                  <p:childTnLst>
                                    <p:set>
                                      <p:cBhvr override="childStyle">
                                        <p:cTn id="83" dur="500" autoRev="1" fill="hold"/>
                                        <p:tgtEl>
                                          <p:spTgt spid="646163"/>
                                        </p:tgtEl>
                                        <p:attrNameLst>
                                          <p:attrName>style.color</p:attrName>
                                        </p:attrNameLst>
                                      </p:cBhvr>
                                      <p:to>
                                        <p:clrVal>
                                          <a:schemeClr val="hlink"/>
                                        </p:clrVal>
                                      </p:to>
                                    </p:set>
                                    <p:set>
                                      <p:cBhvr>
                                        <p:cTn id="84" dur="500" autoRev="1" fill="hold"/>
                                        <p:tgtEl>
                                          <p:spTgt spid="646163"/>
                                        </p:tgtEl>
                                        <p:attrNameLst>
                                          <p:attrName>fillcolor</p:attrName>
                                        </p:attrNameLst>
                                      </p:cBhvr>
                                      <p:to>
                                        <p:clrVal>
                                          <a:schemeClr val="hlink"/>
                                        </p:clrVal>
                                      </p:to>
                                    </p:set>
                                    <p:set>
                                      <p:cBhvr>
                                        <p:cTn id="85" dur="500" autoRev="1" fill="hold"/>
                                        <p:tgtEl>
                                          <p:spTgt spid="646163"/>
                                        </p:tgtEl>
                                        <p:attrNameLst>
                                          <p:attrName>fill.type</p:attrName>
                                        </p:attrNameLst>
                                      </p:cBhvr>
                                      <p:to>
                                        <p:strVal val="solid"/>
                                      </p:to>
                                    </p:set>
                                  </p:childTnLst>
                                </p:cTn>
                              </p:par>
                            </p:childTnLst>
                          </p:cTn>
                        </p:par>
                        <p:par>
                          <p:cTn id="86" fill="hold" nodeType="afterGroup">
                            <p:stCondLst>
                              <p:cond delay="3400"/>
                            </p:stCondLst>
                            <p:childTnLst>
                              <p:par>
                                <p:cTn id="87" presetID="10" presetClass="entr" presetSubtype="0" fill="hold" nodeType="afterEffect">
                                  <p:stCondLst>
                                    <p:cond delay="0"/>
                                  </p:stCondLst>
                                  <p:childTnLst>
                                    <p:set>
                                      <p:cBhvr>
                                        <p:cTn id="88" dur="1" fill="hold">
                                          <p:stCondLst>
                                            <p:cond delay="0"/>
                                          </p:stCondLst>
                                        </p:cTn>
                                        <p:tgtEl>
                                          <p:spTgt spid="646174"/>
                                        </p:tgtEl>
                                        <p:attrNameLst>
                                          <p:attrName>style.visibility</p:attrName>
                                        </p:attrNameLst>
                                      </p:cBhvr>
                                      <p:to>
                                        <p:strVal val="visible"/>
                                      </p:to>
                                    </p:set>
                                    <p:animEffect transition="in" filter="fade">
                                      <p:cBhvr>
                                        <p:cTn id="89" dur="2000"/>
                                        <p:tgtEl>
                                          <p:spTgt spid="646174"/>
                                        </p:tgtEl>
                                      </p:cBhvr>
                                    </p:animEffect>
                                  </p:childTnLst>
                                </p:cTn>
                              </p:par>
                              <p:par>
                                <p:cTn id="90" presetID="10" presetClass="entr" presetSubtype="0" fill="hold" nodeType="withEffect">
                                  <p:stCondLst>
                                    <p:cond delay="0"/>
                                  </p:stCondLst>
                                  <p:childTnLst>
                                    <p:set>
                                      <p:cBhvr>
                                        <p:cTn id="91" dur="1" fill="hold">
                                          <p:stCondLst>
                                            <p:cond delay="0"/>
                                          </p:stCondLst>
                                        </p:cTn>
                                        <p:tgtEl>
                                          <p:spTgt spid="646172"/>
                                        </p:tgtEl>
                                        <p:attrNameLst>
                                          <p:attrName>style.visibility</p:attrName>
                                        </p:attrNameLst>
                                      </p:cBhvr>
                                      <p:to>
                                        <p:strVal val="visible"/>
                                      </p:to>
                                    </p:set>
                                    <p:animEffect transition="in" filter="fade">
                                      <p:cBhvr>
                                        <p:cTn id="92" dur="2000"/>
                                        <p:tgtEl>
                                          <p:spTgt spid="646172"/>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55" presetClass="exit" presetSubtype="0" fill="hold" nodeType="clickEffect">
                                  <p:stCondLst>
                                    <p:cond delay="0"/>
                                  </p:stCondLst>
                                  <p:childTnLst>
                                    <p:anim calcmode="lin" valueType="num">
                                      <p:cBhvr>
                                        <p:cTn id="96" dur="1000"/>
                                        <p:tgtEl>
                                          <p:spTgt spid="646174"/>
                                        </p:tgtEl>
                                        <p:attrNameLst>
                                          <p:attrName>ppt_w</p:attrName>
                                        </p:attrNameLst>
                                      </p:cBhvr>
                                      <p:tavLst>
                                        <p:tav tm="0">
                                          <p:val>
                                            <p:strVal val="ppt_w"/>
                                          </p:val>
                                        </p:tav>
                                        <p:tav tm="100000">
                                          <p:val>
                                            <p:strVal val="ppt_w*0.70"/>
                                          </p:val>
                                        </p:tav>
                                      </p:tavLst>
                                    </p:anim>
                                    <p:anim calcmode="lin" valueType="num">
                                      <p:cBhvr>
                                        <p:cTn id="97" dur="1000"/>
                                        <p:tgtEl>
                                          <p:spTgt spid="646174"/>
                                        </p:tgtEl>
                                        <p:attrNameLst>
                                          <p:attrName>ppt_h</p:attrName>
                                        </p:attrNameLst>
                                      </p:cBhvr>
                                      <p:tavLst>
                                        <p:tav tm="0">
                                          <p:val>
                                            <p:strVal val="ppt_h"/>
                                          </p:val>
                                        </p:tav>
                                        <p:tav tm="100000">
                                          <p:val>
                                            <p:strVal val="ppt_h"/>
                                          </p:val>
                                        </p:tav>
                                      </p:tavLst>
                                    </p:anim>
                                    <p:animEffect transition="out" filter="fade">
                                      <p:cBhvr>
                                        <p:cTn id="98" dur="1000"/>
                                        <p:tgtEl>
                                          <p:spTgt spid="646174"/>
                                        </p:tgtEl>
                                      </p:cBhvr>
                                    </p:animEffect>
                                    <p:set>
                                      <p:cBhvr>
                                        <p:cTn id="99" dur="1" fill="hold">
                                          <p:stCondLst>
                                            <p:cond delay="999"/>
                                          </p:stCondLst>
                                        </p:cTn>
                                        <p:tgtEl>
                                          <p:spTgt spid="646174"/>
                                        </p:tgtEl>
                                        <p:attrNameLst>
                                          <p:attrName>style.visibility</p:attrName>
                                        </p:attrNameLst>
                                      </p:cBhvr>
                                      <p:to>
                                        <p:strVal val="hidden"/>
                                      </p:to>
                                    </p:set>
                                  </p:childTnLst>
                                </p:cTn>
                              </p:par>
                              <p:par>
                                <p:cTn id="100" presetID="55" presetClass="exit" presetSubtype="0" fill="hold" nodeType="withEffect">
                                  <p:stCondLst>
                                    <p:cond delay="0"/>
                                  </p:stCondLst>
                                  <p:childTnLst>
                                    <p:anim calcmode="lin" valueType="num">
                                      <p:cBhvr>
                                        <p:cTn id="101" dur="1000"/>
                                        <p:tgtEl>
                                          <p:spTgt spid="646172"/>
                                        </p:tgtEl>
                                        <p:attrNameLst>
                                          <p:attrName>ppt_w</p:attrName>
                                        </p:attrNameLst>
                                      </p:cBhvr>
                                      <p:tavLst>
                                        <p:tav tm="0">
                                          <p:val>
                                            <p:strVal val="ppt_w"/>
                                          </p:val>
                                        </p:tav>
                                        <p:tav tm="100000">
                                          <p:val>
                                            <p:strVal val="ppt_w*0.70"/>
                                          </p:val>
                                        </p:tav>
                                      </p:tavLst>
                                    </p:anim>
                                    <p:anim calcmode="lin" valueType="num">
                                      <p:cBhvr>
                                        <p:cTn id="102" dur="1000"/>
                                        <p:tgtEl>
                                          <p:spTgt spid="646172"/>
                                        </p:tgtEl>
                                        <p:attrNameLst>
                                          <p:attrName>ppt_h</p:attrName>
                                        </p:attrNameLst>
                                      </p:cBhvr>
                                      <p:tavLst>
                                        <p:tav tm="0">
                                          <p:val>
                                            <p:strVal val="ppt_h"/>
                                          </p:val>
                                        </p:tav>
                                        <p:tav tm="100000">
                                          <p:val>
                                            <p:strVal val="ppt_h"/>
                                          </p:val>
                                        </p:tav>
                                      </p:tavLst>
                                    </p:anim>
                                    <p:animEffect transition="out" filter="fade">
                                      <p:cBhvr>
                                        <p:cTn id="103" dur="1000"/>
                                        <p:tgtEl>
                                          <p:spTgt spid="646172"/>
                                        </p:tgtEl>
                                      </p:cBhvr>
                                    </p:animEffect>
                                    <p:set>
                                      <p:cBhvr>
                                        <p:cTn id="104" dur="1" fill="hold">
                                          <p:stCondLst>
                                            <p:cond delay="999"/>
                                          </p:stCondLst>
                                        </p:cTn>
                                        <p:tgtEl>
                                          <p:spTgt spid="646172"/>
                                        </p:tgtEl>
                                        <p:attrNameLst>
                                          <p:attrName>style.visibility</p:attrName>
                                        </p:attrNameLst>
                                      </p:cBhvr>
                                      <p:to>
                                        <p:strVal val="hidden"/>
                                      </p:to>
                                    </p:set>
                                  </p:childTnLst>
                                </p:cTn>
                              </p:par>
                            </p:childTnLst>
                          </p:cTn>
                        </p:par>
                        <p:par>
                          <p:cTn id="105" fill="hold" nodeType="afterGroup">
                            <p:stCondLst>
                              <p:cond delay="1000"/>
                            </p:stCondLst>
                            <p:childTnLst>
                              <p:par>
                                <p:cTn id="106" presetID="20" presetClass="emph" presetSubtype="0" fill="hold" nodeType="afterEffect">
                                  <p:stCondLst>
                                    <p:cond delay="1000"/>
                                  </p:stCondLst>
                                  <p:iterate type="lt">
                                    <p:tmPct val="10000"/>
                                  </p:iterate>
                                  <p:childTnLst>
                                    <p:set>
                                      <p:cBhvr override="childStyle">
                                        <p:cTn id="107" dur="500" autoRev="1" fill="hold"/>
                                        <p:tgtEl>
                                          <p:spTgt spid="646166"/>
                                        </p:tgtEl>
                                        <p:attrNameLst>
                                          <p:attrName>style.color</p:attrName>
                                        </p:attrNameLst>
                                      </p:cBhvr>
                                      <p:to>
                                        <p:clrVal>
                                          <a:schemeClr val="hlink"/>
                                        </p:clrVal>
                                      </p:to>
                                    </p:set>
                                    <p:set>
                                      <p:cBhvr>
                                        <p:cTn id="108" dur="500" autoRev="1" fill="hold"/>
                                        <p:tgtEl>
                                          <p:spTgt spid="646166"/>
                                        </p:tgtEl>
                                        <p:attrNameLst>
                                          <p:attrName>fillcolor</p:attrName>
                                        </p:attrNameLst>
                                      </p:cBhvr>
                                      <p:to>
                                        <p:clrVal>
                                          <a:schemeClr val="hlink"/>
                                        </p:clrVal>
                                      </p:to>
                                    </p:set>
                                    <p:set>
                                      <p:cBhvr>
                                        <p:cTn id="109" dur="500" autoRev="1" fill="hold"/>
                                        <p:tgtEl>
                                          <p:spTgt spid="646166"/>
                                        </p:tgtEl>
                                        <p:attrNameLst>
                                          <p:attrName>fill.type</p:attrName>
                                        </p:attrNameLst>
                                      </p:cBhvr>
                                      <p:to>
                                        <p:strVal val="solid"/>
                                      </p:to>
                                    </p:set>
                                  </p:childTnLst>
                                </p:cTn>
                              </p:par>
                            </p:childTnLst>
                          </p:cTn>
                        </p:par>
                        <p:par>
                          <p:cTn id="110" fill="hold" nodeType="afterGroup">
                            <p:stCondLst>
                              <p:cond delay="3300"/>
                            </p:stCondLst>
                            <p:childTnLst>
                              <p:par>
                                <p:cTn id="111" presetID="10" presetClass="entr" presetSubtype="0" fill="hold" nodeType="afterEffect">
                                  <p:stCondLst>
                                    <p:cond delay="0"/>
                                  </p:stCondLst>
                                  <p:childTnLst>
                                    <p:set>
                                      <p:cBhvr>
                                        <p:cTn id="112" dur="1" fill="hold">
                                          <p:stCondLst>
                                            <p:cond delay="0"/>
                                          </p:stCondLst>
                                        </p:cTn>
                                        <p:tgtEl>
                                          <p:spTgt spid="646175"/>
                                        </p:tgtEl>
                                        <p:attrNameLst>
                                          <p:attrName>style.visibility</p:attrName>
                                        </p:attrNameLst>
                                      </p:cBhvr>
                                      <p:to>
                                        <p:strVal val="visible"/>
                                      </p:to>
                                    </p:set>
                                    <p:animEffect transition="in" filter="fade">
                                      <p:cBhvr>
                                        <p:cTn id="113" dur="2000"/>
                                        <p:tgtEl>
                                          <p:spTgt spid="646175"/>
                                        </p:tgtEl>
                                      </p:cBhvr>
                                    </p:animEffect>
                                  </p:childTnLst>
                                </p:cTn>
                              </p:par>
                              <p:par>
                                <p:cTn id="114" presetID="10" presetClass="entr" presetSubtype="0" fill="hold" nodeType="withEffect">
                                  <p:stCondLst>
                                    <p:cond delay="0"/>
                                  </p:stCondLst>
                                  <p:childTnLst>
                                    <p:set>
                                      <p:cBhvr>
                                        <p:cTn id="115" dur="1" fill="hold">
                                          <p:stCondLst>
                                            <p:cond delay="0"/>
                                          </p:stCondLst>
                                        </p:cTn>
                                        <p:tgtEl>
                                          <p:spTgt spid="646171"/>
                                        </p:tgtEl>
                                        <p:attrNameLst>
                                          <p:attrName>style.visibility</p:attrName>
                                        </p:attrNameLst>
                                      </p:cBhvr>
                                      <p:to>
                                        <p:strVal val="visible"/>
                                      </p:to>
                                    </p:set>
                                    <p:animEffect transition="in" filter="fade">
                                      <p:cBhvr>
                                        <p:cTn id="116" dur="2000"/>
                                        <p:tgtEl>
                                          <p:spTgt spid="646171"/>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55" presetClass="exit" presetSubtype="0" fill="hold" nodeType="clickEffect">
                                  <p:stCondLst>
                                    <p:cond delay="0"/>
                                  </p:stCondLst>
                                  <p:childTnLst>
                                    <p:anim calcmode="lin" valueType="num">
                                      <p:cBhvr>
                                        <p:cTn id="120" dur="1000"/>
                                        <p:tgtEl>
                                          <p:spTgt spid="646175"/>
                                        </p:tgtEl>
                                        <p:attrNameLst>
                                          <p:attrName>ppt_w</p:attrName>
                                        </p:attrNameLst>
                                      </p:cBhvr>
                                      <p:tavLst>
                                        <p:tav tm="0">
                                          <p:val>
                                            <p:strVal val="ppt_w"/>
                                          </p:val>
                                        </p:tav>
                                        <p:tav tm="100000">
                                          <p:val>
                                            <p:strVal val="ppt_w*0.70"/>
                                          </p:val>
                                        </p:tav>
                                      </p:tavLst>
                                    </p:anim>
                                    <p:anim calcmode="lin" valueType="num">
                                      <p:cBhvr>
                                        <p:cTn id="121" dur="1000"/>
                                        <p:tgtEl>
                                          <p:spTgt spid="646175"/>
                                        </p:tgtEl>
                                        <p:attrNameLst>
                                          <p:attrName>ppt_h</p:attrName>
                                        </p:attrNameLst>
                                      </p:cBhvr>
                                      <p:tavLst>
                                        <p:tav tm="0">
                                          <p:val>
                                            <p:strVal val="ppt_h"/>
                                          </p:val>
                                        </p:tav>
                                        <p:tav tm="100000">
                                          <p:val>
                                            <p:strVal val="ppt_h"/>
                                          </p:val>
                                        </p:tav>
                                      </p:tavLst>
                                    </p:anim>
                                    <p:animEffect transition="out" filter="fade">
                                      <p:cBhvr>
                                        <p:cTn id="122" dur="1000"/>
                                        <p:tgtEl>
                                          <p:spTgt spid="646175"/>
                                        </p:tgtEl>
                                      </p:cBhvr>
                                    </p:animEffect>
                                    <p:set>
                                      <p:cBhvr>
                                        <p:cTn id="123" dur="1" fill="hold">
                                          <p:stCondLst>
                                            <p:cond delay="999"/>
                                          </p:stCondLst>
                                        </p:cTn>
                                        <p:tgtEl>
                                          <p:spTgt spid="646175"/>
                                        </p:tgtEl>
                                        <p:attrNameLst>
                                          <p:attrName>style.visibility</p:attrName>
                                        </p:attrNameLst>
                                      </p:cBhvr>
                                      <p:to>
                                        <p:strVal val="hidden"/>
                                      </p:to>
                                    </p:set>
                                  </p:childTnLst>
                                </p:cTn>
                              </p:par>
                              <p:par>
                                <p:cTn id="124" presetID="55" presetClass="exit" presetSubtype="0" fill="hold" nodeType="withEffect">
                                  <p:stCondLst>
                                    <p:cond delay="0"/>
                                  </p:stCondLst>
                                  <p:childTnLst>
                                    <p:anim calcmode="lin" valueType="num">
                                      <p:cBhvr>
                                        <p:cTn id="125" dur="1000"/>
                                        <p:tgtEl>
                                          <p:spTgt spid="646171"/>
                                        </p:tgtEl>
                                        <p:attrNameLst>
                                          <p:attrName>ppt_w</p:attrName>
                                        </p:attrNameLst>
                                      </p:cBhvr>
                                      <p:tavLst>
                                        <p:tav tm="0">
                                          <p:val>
                                            <p:strVal val="ppt_w"/>
                                          </p:val>
                                        </p:tav>
                                        <p:tav tm="100000">
                                          <p:val>
                                            <p:strVal val="ppt_w*0.70"/>
                                          </p:val>
                                        </p:tav>
                                      </p:tavLst>
                                    </p:anim>
                                    <p:anim calcmode="lin" valueType="num">
                                      <p:cBhvr>
                                        <p:cTn id="126" dur="1000"/>
                                        <p:tgtEl>
                                          <p:spTgt spid="646171"/>
                                        </p:tgtEl>
                                        <p:attrNameLst>
                                          <p:attrName>ppt_h</p:attrName>
                                        </p:attrNameLst>
                                      </p:cBhvr>
                                      <p:tavLst>
                                        <p:tav tm="0">
                                          <p:val>
                                            <p:strVal val="ppt_h"/>
                                          </p:val>
                                        </p:tav>
                                        <p:tav tm="100000">
                                          <p:val>
                                            <p:strVal val="ppt_h"/>
                                          </p:val>
                                        </p:tav>
                                      </p:tavLst>
                                    </p:anim>
                                    <p:animEffect transition="out" filter="fade">
                                      <p:cBhvr>
                                        <p:cTn id="127" dur="1000"/>
                                        <p:tgtEl>
                                          <p:spTgt spid="646171"/>
                                        </p:tgtEl>
                                      </p:cBhvr>
                                    </p:animEffect>
                                    <p:set>
                                      <p:cBhvr>
                                        <p:cTn id="128" dur="1" fill="hold">
                                          <p:stCondLst>
                                            <p:cond delay="999"/>
                                          </p:stCondLst>
                                        </p:cTn>
                                        <p:tgtEl>
                                          <p:spTgt spid="646171"/>
                                        </p:tgtEl>
                                        <p:attrNameLst>
                                          <p:attrName>style.visibility</p:attrName>
                                        </p:attrNameLst>
                                      </p:cBhvr>
                                      <p:to>
                                        <p:strVal val="hidden"/>
                                      </p:to>
                                    </p:set>
                                  </p:childTnLst>
                                </p:cTn>
                              </p:par>
                            </p:childTnLst>
                          </p:cTn>
                        </p:par>
                        <p:par>
                          <p:cTn id="129" fill="hold" nodeType="afterGroup">
                            <p:stCondLst>
                              <p:cond delay="1000"/>
                            </p:stCondLst>
                            <p:childTnLst>
                              <p:par>
                                <p:cTn id="130" presetID="20" presetClass="emph" presetSubtype="0" fill="hold" nodeType="afterEffect">
                                  <p:stCondLst>
                                    <p:cond delay="1000"/>
                                  </p:stCondLst>
                                  <p:iterate type="lt">
                                    <p:tmPct val="10000"/>
                                  </p:iterate>
                                  <p:childTnLst>
                                    <p:set>
                                      <p:cBhvr override="childStyle">
                                        <p:cTn id="131" dur="500" autoRev="1" fill="hold"/>
                                        <p:tgtEl>
                                          <p:spTgt spid="646165"/>
                                        </p:tgtEl>
                                        <p:attrNameLst>
                                          <p:attrName>style.color</p:attrName>
                                        </p:attrNameLst>
                                      </p:cBhvr>
                                      <p:to>
                                        <p:clrVal>
                                          <a:schemeClr val="hlink"/>
                                        </p:clrVal>
                                      </p:to>
                                    </p:set>
                                    <p:set>
                                      <p:cBhvr>
                                        <p:cTn id="132" dur="500" autoRev="1" fill="hold"/>
                                        <p:tgtEl>
                                          <p:spTgt spid="646165"/>
                                        </p:tgtEl>
                                        <p:attrNameLst>
                                          <p:attrName>fillcolor</p:attrName>
                                        </p:attrNameLst>
                                      </p:cBhvr>
                                      <p:to>
                                        <p:clrVal>
                                          <a:schemeClr val="hlink"/>
                                        </p:clrVal>
                                      </p:to>
                                    </p:set>
                                    <p:set>
                                      <p:cBhvr>
                                        <p:cTn id="133" dur="500" autoRev="1" fill="hold"/>
                                        <p:tgtEl>
                                          <p:spTgt spid="646165"/>
                                        </p:tgtEl>
                                        <p:attrNameLst>
                                          <p:attrName>fill.type</p:attrName>
                                        </p:attrNameLst>
                                      </p:cBhvr>
                                      <p:to>
                                        <p:strVal val="solid"/>
                                      </p:to>
                                    </p:set>
                                  </p:childTnLst>
                                </p:cTn>
                              </p:par>
                            </p:childTnLst>
                          </p:cTn>
                        </p:par>
                        <p:par>
                          <p:cTn id="134" fill="hold" nodeType="afterGroup">
                            <p:stCondLst>
                              <p:cond delay="3400"/>
                            </p:stCondLst>
                            <p:childTnLst>
                              <p:par>
                                <p:cTn id="135" presetID="10" presetClass="entr" presetSubtype="0" fill="hold" nodeType="afterEffect">
                                  <p:stCondLst>
                                    <p:cond delay="0"/>
                                  </p:stCondLst>
                                  <p:childTnLst>
                                    <p:set>
                                      <p:cBhvr>
                                        <p:cTn id="136" dur="1" fill="hold">
                                          <p:stCondLst>
                                            <p:cond delay="0"/>
                                          </p:stCondLst>
                                        </p:cTn>
                                        <p:tgtEl>
                                          <p:spTgt spid="646176"/>
                                        </p:tgtEl>
                                        <p:attrNameLst>
                                          <p:attrName>style.visibility</p:attrName>
                                        </p:attrNameLst>
                                      </p:cBhvr>
                                      <p:to>
                                        <p:strVal val="visible"/>
                                      </p:to>
                                    </p:set>
                                    <p:animEffect transition="in" filter="fade">
                                      <p:cBhvr>
                                        <p:cTn id="137" dur="2000"/>
                                        <p:tgtEl>
                                          <p:spTgt spid="646176"/>
                                        </p:tgtEl>
                                      </p:cBhvr>
                                    </p:animEffect>
                                  </p:childTnLst>
                                </p:cTn>
                              </p:par>
                              <p:par>
                                <p:cTn id="138" presetID="10" presetClass="entr" presetSubtype="0" fill="hold" nodeType="withEffect">
                                  <p:stCondLst>
                                    <p:cond delay="0"/>
                                  </p:stCondLst>
                                  <p:childTnLst>
                                    <p:set>
                                      <p:cBhvr>
                                        <p:cTn id="139" dur="1" fill="hold">
                                          <p:stCondLst>
                                            <p:cond delay="0"/>
                                          </p:stCondLst>
                                        </p:cTn>
                                        <p:tgtEl>
                                          <p:spTgt spid="646170"/>
                                        </p:tgtEl>
                                        <p:attrNameLst>
                                          <p:attrName>style.visibility</p:attrName>
                                        </p:attrNameLst>
                                      </p:cBhvr>
                                      <p:to>
                                        <p:strVal val="visible"/>
                                      </p:to>
                                    </p:set>
                                    <p:animEffect transition="in" filter="fade">
                                      <p:cBhvr>
                                        <p:cTn id="140" dur="2000"/>
                                        <p:tgtEl>
                                          <p:spTgt spid="646170"/>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55" presetClass="exit" presetSubtype="0" fill="hold" nodeType="clickEffect">
                                  <p:stCondLst>
                                    <p:cond delay="0"/>
                                  </p:stCondLst>
                                  <p:childTnLst>
                                    <p:anim calcmode="lin" valueType="num">
                                      <p:cBhvr>
                                        <p:cTn id="144" dur="1000"/>
                                        <p:tgtEl>
                                          <p:spTgt spid="646176"/>
                                        </p:tgtEl>
                                        <p:attrNameLst>
                                          <p:attrName>ppt_w</p:attrName>
                                        </p:attrNameLst>
                                      </p:cBhvr>
                                      <p:tavLst>
                                        <p:tav tm="0">
                                          <p:val>
                                            <p:strVal val="ppt_w"/>
                                          </p:val>
                                        </p:tav>
                                        <p:tav tm="100000">
                                          <p:val>
                                            <p:strVal val="ppt_w*0.70"/>
                                          </p:val>
                                        </p:tav>
                                      </p:tavLst>
                                    </p:anim>
                                    <p:anim calcmode="lin" valueType="num">
                                      <p:cBhvr>
                                        <p:cTn id="145" dur="1000"/>
                                        <p:tgtEl>
                                          <p:spTgt spid="646176"/>
                                        </p:tgtEl>
                                        <p:attrNameLst>
                                          <p:attrName>ppt_h</p:attrName>
                                        </p:attrNameLst>
                                      </p:cBhvr>
                                      <p:tavLst>
                                        <p:tav tm="0">
                                          <p:val>
                                            <p:strVal val="ppt_h"/>
                                          </p:val>
                                        </p:tav>
                                        <p:tav tm="100000">
                                          <p:val>
                                            <p:strVal val="ppt_h"/>
                                          </p:val>
                                        </p:tav>
                                      </p:tavLst>
                                    </p:anim>
                                    <p:animEffect transition="out" filter="fade">
                                      <p:cBhvr>
                                        <p:cTn id="146" dur="1000"/>
                                        <p:tgtEl>
                                          <p:spTgt spid="646176"/>
                                        </p:tgtEl>
                                      </p:cBhvr>
                                    </p:animEffect>
                                    <p:set>
                                      <p:cBhvr>
                                        <p:cTn id="147" dur="1" fill="hold">
                                          <p:stCondLst>
                                            <p:cond delay="999"/>
                                          </p:stCondLst>
                                        </p:cTn>
                                        <p:tgtEl>
                                          <p:spTgt spid="646176"/>
                                        </p:tgtEl>
                                        <p:attrNameLst>
                                          <p:attrName>style.visibility</p:attrName>
                                        </p:attrNameLst>
                                      </p:cBhvr>
                                      <p:to>
                                        <p:strVal val="hidden"/>
                                      </p:to>
                                    </p:set>
                                  </p:childTnLst>
                                </p:cTn>
                              </p:par>
                              <p:par>
                                <p:cTn id="148" presetID="55" presetClass="exit" presetSubtype="0" fill="hold" nodeType="withEffect">
                                  <p:stCondLst>
                                    <p:cond delay="0"/>
                                  </p:stCondLst>
                                  <p:childTnLst>
                                    <p:anim calcmode="lin" valueType="num">
                                      <p:cBhvr>
                                        <p:cTn id="149" dur="1000"/>
                                        <p:tgtEl>
                                          <p:spTgt spid="646170"/>
                                        </p:tgtEl>
                                        <p:attrNameLst>
                                          <p:attrName>ppt_w</p:attrName>
                                        </p:attrNameLst>
                                      </p:cBhvr>
                                      <p:tavLst>
                                        <p:tav tm="0">
                                          <p:val>
                                            <p:strVal val="ppt_w"/>
                                          </p:val>
                                        </p:tav>
                                        <p:tav tm="100000">
                                          <p:val>
                                            <p:strVal val="ppt_w*0.70"/>
                                          </p:val>
                                        </p:tav>
                                      </p:tavLst>
                                    </p:anim>
                                    <p:anim calcmode="lin" valueType="num">
                                      <p:cBhvr>
                                        <p:cTn id="150" dur="1000"/>
                                        <p:tgtEl>
                                          <p:spTgt spid="646170"/>
                                        </p:tgtEl>
                                        <p:attrNameLst>
                                          <p:attrName>ppt_h</p:attrName>
                                        </p:attrNameLst>
                                      </p:cBhvr>
                                      <p:tavLst>
                                        <p:tav tm="0">
                                          <p:val>
                                            <p:strVal val="ppt_h"/>
                                          </p:val>
                                        </p:tav>
                                        <p:tav tm="100000">
                                          <p:val>
                                            <p:strVal val="ppt_h"/>
                                          </p:val>
                                        </p:tav>
                                      </p:tavLst>
                                    </p:anim>
                                    <p:animEffect transition="out" filter="fade">
                                      <p:cBhvr>
                                        <p:cTn id="151" dur="1000"/>
                                        <p:tgtEl>
                                          <p:spTgt spid="646170"/>
                                        </p:tgtEl>
                                      </p:cBhvr>
                                    </p:animEffect>
                                    <p:set>
                                      <p:cBhvr>
                                        <p:cTn id="152" dur="1" fill="hold">
                                          <p:stCondLst>
                                            <p:cond delay="999"/>
                                          </p:stCondLst>
                                        </p:cTn>
                                        <p:tgtEl>
                                          <p:spTgt spid="646170"/>
                                        </p:tgtEl>
                                        <p:attrNameLst>
                                          <p:attrName>style.visibility</p:attrName>
                                        </p:attrNameLst>
                                      </p:cBhvr>
                                      <p:to>
                                        <p:strVal val="hidden"/>
                                      </p:to>
                                    </p:set>
                                  </p:childTnLst>
                                </p:cTn>
                              </p:par>
                            </p:childTnLst>
                          </p:cTn>
                        </p:par>
                        <p:par>
                          <p:cTn id="153" fill="hold" nodeType="afterGroup">
                            <p:stCondLst>
                              <p:cond delay="1000"/>
                            </p:stCondLst>
                            <p:childTnLst>
                              <p:par>
                                <p:cTn id="154" presetID="20" presetClass="emph" presetSubtype="0" fill="hold" nodeType="afterEffect">
                                  <p:stCondLst>
                                    <p:cond delay="1000"/>
                                  </p:stCondLst>
                                  <p:iterate type="lt">
                                    <p:tmPct val="10000"/>
                                  </p:iterate>
                                  <p:childTnLst>
                                    <p:set>
                                      <p:cBhvr override="childStyle">
                                        <p:cTn id="155" dur="500" autoRev="1" fill="hold"/>
                                        <p:tgtEl>
                                          <p:spTgt spid="646164"/>
                                        </p:tgtEl>
                                        <p:attrNameLst>
                                          <p:attrName>style.color</p:attrName>
                                        </p:attrNameLst>
                                      </p:cBhvr>
                                      <p:to>
                                        <p:clrVal>
                                          <a:schemeClr val="hlink"/>
                                        </p:clrVal>
                                      </p:to>
                                    </p:set>
                                    <p:set>
                                      <p:cBhvr>
                                        <p:cTn id="156" dur="500" autoRev="1" fill="hold"/>
                                        <p:tgtEl>
                                          <p:spTgt spid="646164"/>
                                        </p:tgtEl>
                                        <p:attrNameLst>
                                          <p:attrName>fillcolor</p:attrName>
                                        </p:attrNameLst>
                                      </p:cBhvr>
                                      <p:to>
                                        <p:clrVal>
                                          <a:schemeClr val="hlink"/>
                                        </p:clrVal>
                                      </p:to>
                                    </p:set>
                                    <p:set>
                                      <p:cBhvr>
                                        <p:cTn id="157" dur="500" autoRev="1" fill="hold"/>
                                        <p:tgtEl>
                                          <p:spTgt spid="646164"/>
                                        </p:tgtEl>
                                        <p:attrNameLst>
                                          <p:attrName>fill.type</p:attrName>
                                        </p:attrNameLst>
                                      </p:cBhvr>
                                      <p:to>
                                        <p:strVal val="solid"/>
                                      </p:to>
                                    </p:set>
                                  </p:childTnLst>
                                </p:cTn>
                              </p:par>
                            </p:childTnLst>
                          </p:cTn>
                        </p:par>
                        <p:par>
                          <p:cTn id="158" fill="hold" nodeType="afterGroup">
                            <p:stCondLst>
                              <p:cond delay="3300"/>
                            </p:stCondLst>
                            <p:childTnLst>
                              <p:par>
                                <p:cTn id="159" presetID="10" presetClass="entr" presetSubtype="0" fill="hold" nodeType="afterEffect">
                                  <p:stCondLst>
                                    <p:cond delay="0"/>
                                  </p:stCondLst>
                                  <p:childTnLst>
                                    <p:set>
                                      <p:cBhvr>
                                        <p:cTn id="160" dur="1" fill="hold">
                                          <p:stCondLst>
                                            <p:cond delay="0"/>
                                          </p:stCondLst>
                                        </p:cTn>
                                        <p:tgtEl>
                                          <p:spTgt spid="646177"/>
                                        </p:tgtEl>
                                        <p:attrNameLst>
                                          <p:attrName>style.visibility</p:attrName>
                                        </p:attrNameLst>
                                      </p:cBhvr>
                                      <p:to>
                                        <p:strVal val="visible"/>
                                      </p:to>
                                    </p:set>
                                    <p:animEffect transition="in" filter="fade">
                                      <p:cBhvr>
                                        <p:cTn id="161" dur="2000"/>
                                        <p:tgtEl>
                                          <p:spTgt spid="646177"/>
                                        </p:tgtEl>
                                      </p:cBhvr>
                                    </p:animEffect>
                                  </p:childTnLst>
                                </p:cTn>
                              </p:par>
                              <p:par>
                                <p:cTn id="162" presetID="10" presetClass="entr" presetSubtype="0" fill="hold" nodeType="withEffect">
                                  <p:stCondLst>
                                    <p:cond delay="0"/>
                                  </p:stCondLst>
                                  <p:childTnLst>
                                    <p:set>
                                      <p:cBhvr>
                                        <p:cTn id="163" dur="1" fill="hold">
                                          <p:stCondLst>
                                            <p:cond delay="0"/>
                                          </p:stCondLst>
                                        </p:cTn>
                                        <p:tgtEl>
                                          <p:spTgt spid="646169"/>
                                        </p:tgtEl>
                                        <p:attrNameLst>
                                          <p:attrName>style.visibility</p:attrName>
                                        </p:attrNameLst>
                                      </p:cBhvr>
                                      <p:to>
                                        <p:strVal val="visible"/>
                                      </p:to>
                                    </p:set>
                                    <p:animEffect transition="in" filter="fade">
                                      <p:cBhvr>
                                        <p:cTn id="164" dur="2000"/>
                                        <p:tgtEl>
                                          <p:spTgt spid="646169"/>
                                        </p:tgtEl>
                                      </p:cBhvr>
                                    </p:animEffect>
                                  </p:childTnLst>
                                </p:cTn>
                              </p:par>
                            </p:childTnLst>
                          </p:cTn>
                        </p:par>
                      </p:childTnLst>
                    </p:cTn>
                  </p:par>
                  <p:par>
                    <p:cTn id="165" fill="hold" nodeType="clickPar">
                      <p:stCondLst>
                        <p:cond delay="indefinite"/>
                      </p:stCondLst>
                      <p:childTnLst>
                        <p:par>
                          <p:cTn id="166" fill="hold" nodeType="withGroup">
                            <p:stCondLst>
                              <p:cond delay="0"/>
                            </p:stCondLst>
                            <p:childTnLst>
                              <p:par>
                                <p:cTn id="167" presetID="55" presetClass="exit" presetSubtype="0" fill="hold" nodeType="clickEffect">
                                  <p:stCondLst>
                                    <p:cond delay="0"/>
                                  </p:stCondLst>
                                  <p:childTnLst>
                                    <p:anim calcmode="lin" valueType="num">
                                      <p:cBhvr>
                                        <p:cTn id="168" dur="1000"/>
                                        <p:tgtEl>
                                          <p:spTgt spid="646177"/>
                                        </p:tgtEl>
                                        <p:attrNameLst>
                                          <p:attrName>ppt_w</p:attrName>
                                        </p:attrNameLst>
                                      </p:cBhvr>
                                      <p:tavLst>
                                        <p:tav tm="0">
                                          <p:val>
                                            <p:strVal val="ppt_w"/>
                                          </p:val>
                                        </p:tav>
                                        <p:tav tm="100000">
                                          <p:val>
                                            <p:strVal val="ppt_w*0.70"/>
                                          </p:val>
                                        </p:tav>
                                      </p:tavLst>
                                    </p:anim>
                                    <p:anim calcmode="lin" valueType="num">
                                      <p:cBhvr>
                                        <p:cTn id="169" dur="1000"/>
                                        <p:tgtEl>
                                          <p:spTgt spid="646177"/>
                                        </p:tgtEl>
                                        <p:attrNameLst>
                                          <p:attrName>ppt_h</p:attrName>
                                        </p:attrNameLst>
                                      </p:cBhvr>
                                      <p:tavLst>
                                        <p:tav tm="0">
                                          <p:val>
                                            <p:strVal val="ppt_h"/>
                                          </p:val>
                                        </p:tav>
                                        <p:tav tm="100000">
                                          <p:val>
                                            <p:strVal val="ppt_h"/>
                                          </p:val>
                                        </p:tav>
                                      </p:tavLst>
                                    </p:anim>
                                    <p:animEffect transition="out" filter="fade">
                                      <p:cBhvr>
                                        <p:cTn id="170" dur="1000"/>
                                        <p:tgtEl>
                                          <p:spTgt spid="646177"/>
                                        </p:tgtEl>
                                      </p:cBhvr>
                                    </p:animEffect>
                                    <p:set>
                                      <p:cBhvr>
                                        <p:cTn id="171" dur="1" fill="hold">
                                          <p:stCondLst>
                                            <p:cond delay="999"/>
                                          </p:stCondLst>
                                        </p:cTn>
                                        <p:tgtEl>
                                          <p:spTgt spid="646177"/>
                                        </p:tgtEl>
                                        <p:attrNameLst>
                                          <p:attrName>style.visibility</p:attrName>
                                        </p:attrNameLst>
                                      </p:cBhvr>
                                      <p:to>
                                        <p:strVal val="hidden"/>
                                      </p:to>
                                    </p:set>
                                  </p:childTnLst>
                                </p:cTn>
                              </p:par>
                              <p:par>
                                <p:cTn id="172" presetID="55" presetClass="exit" presetSubtype="0" fill="hold" nodeType="withEffect">
                                  <p:stCondLst>
                                    <p:cond delay="0"/>
                                  </p:stCondLst>
                                  <p:childTnLst>
                                    <p:anim calcmode="lin" valueType="num">
                                      <p:cBhvr>
                                        <p:cTn id="173" dur="1000"/>
                                        <p:tgtEl>
                                          <p:spTgt spid="646169"/>
                                        </p:tgtEl>
                                        <p:attrNameLst>
                                          <p:attrName>ppt_w</p:attrName>
                                        </p:attrNameLst>
                                      </p:cBhvr>
                                      <p:tavLst>
                                        <p:tav tm="0">
                                          <p:val>
                                            <p:strVal val="ppt_w"/>
                                          </p:val>
                                        </p:tav>
                                        <p:tav tm="100000">
                                          <p:val>
                                            <p:strVal val="ppt_w*0.70"/>
                                          </p:val>
                                        </p:tav>
                                      </p:tavLst>
                                    </p:anim>
                                    <p:anim calcmode="lin" valueType="num">
                                      <p:cBhvr>
                                        <p:cTn id="174" dur="1000"/>
                                        <p:tgtEl>
                                          <p:spTgt spid="646169"/>
                                        </p:tgtEl>
                                        <p:attrNameLst>
                                          <p:attrName>ppt_h</p:attrName>
                                        </p:attrNameLst>
                                      </p:cBhvr>
                                      <p:tavLst>
                                        <p:tav tm="0">
                                          <p:val>
                                            <p:strVal val="ppt_h"/>
                                          </p:val>
                                        </p:tav>
                                        <p:tav tm="100000">
                                          <p:val>
                                            <p:strVal val="ppt_h"/>
                                          </p:val>
                                        </p:tav>
                                      </p:tavLst>
                                    </p:anim>
                                    <p:animEffect transition="out" filter="fade">
                                      <p:cBhvr>
                                        <p:cTn id="175" dur="1000"/>
                                        <p:tgtEl>
                                          <p:spTgt spid="646169"/>
                                        </p:tgtEl>
                                      </p:cBhvr>
                                    </p:animEffect>
                                    <p:set>
                                      <p:cBhvr>
                                        <p:cTn id="176" dur="1" fill="hold">
                                          <p:stCondLst>
                                            <p:cond delay="999"/>
                                          </p:stCondLst>
                                        </p:cTn>
                                        <p:tgtEl>
                                          <p:spTgt spid="646169"/>
                                        </p:tgtEl>
                                        <p:attrNameLst>
                                          <p:attrName>style.visibility</p:attrName>
                                        </p:attrNameLst>
                                      </p:cBhvr>
                                      <p:to>
                                        <p:strVal val="hidden"/>
                                      </p:to>
                                    </p:set>
                                  </p:childTnLst>
                                </p:cTn>
                              </p:par>
                            </p:childTnLst>
                          </p:cTn>
                        </p:par>
                      </p:childTnLst>
                    </p:cTn>
                  </p:par>
                  <p:par>
                    <p:cTn id="177" fill="hold" nodeType="clickPar">
                      <p:stCondLst>
                        <p:cond delay="indefinite"/>
                      </p:stCondLst>
                      <p:childTnLst>
                        <p:par>
                          <p:cTn id="178" fill="hold" nodeType="withGroup">
                            <p:stCondLst>
                              <p:cond delay="0"/>
                            </p:stCondLst>
                            <p:childTnLst>
                              <p:par>
                                <p:cTn id="179" presetID="2" presetClass="entr" presetSubtype="4" fill="hold" grpId="0" nodeType="clickEffect">
                                  <p:stCondLst>
                                    <p:cond delay="0"/>
                                  </p:stCondLst>
                                  <p:childTnLst>
                                    <p:set>
                                      <p:cBhvr>
                                        <p:cTn id="180" dur="1" fill="hold">
                                          <p:stCondLst>
                                            <p:cond delay="0"/>
                                          </p:stCondLst>
                                        </p:cTn>
                                        <p:tgtEl>
                                          <p:spTgt spid="2"/>
                                        </p:tgtEl>
                                        <p:attrNameLst>
                                          <p:attrName>style.visibility</p:attrName>
                                        </p:attrNameLst>
                                      </p:cBhvr>
                                      <p:to>
                                        <p:strVal val="visible"/>
                                      </p:to>
                                    </p:set>
                                    <p:anim calcmode="lin" valueType="num">
                                      <p:cBhvr additive="base">
                                        <p:cTn id="181" dur="500" fill="hold"/>
                                        <p:tgtEl>
                                          <p:spTgt spid="2"/>
                                        </p:tgtEl>
                                        <p:attrNameLst>
                                          <p:attrName>ppt_x</p:attrName>
                                        </p:attrNameLst>
                                      </p:cBhvr>
                                      <p:tavLst>
                                        <p:tav tm="0">
                                          <p:val>
                                            <p:strVal val="#ppt_x"/>
                                          </p:val>
                                        </p:tav>
                                        <p:tav tm="100000">
                                          <p:val>
                                            <p:strVal val="#ppt_x"/>
                                          </p:val>
                                        </p:tav>
                                      </p:tavLst>
                                    </p:anim>
                                    <p:anim calcmode="lin" valueType="num">
                                      <p:cBhvr additive="base">
                                        <p:cTn id="18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6148" grpId="0" animBg="1"/>
      <p:bldP spid="646149" grpId="0" animBg="1"/>
      <p:bldP spid="646157" grpId="0"/>
      <p:bldP spid="646157" grpId="1"/>
      <p:bldP spid="646163" grpId="0"/>
      <p:bldP spid="646163" grpId="1"/>
      <p:bldP spid="646164" grpId="0"/>
      <p:bldP spid="646164" grpId="1"/>
      <p:bldP spid="646165" grpId="0"/>
      <p:bldP spid="646165" grpId="1"/>
      <p:bldP spid="646166" grpId="0"/>
      <p:bldP spid="646166" grpId="1"/>
      <p:bldP spid="646168" grpId="0" animBg="1"/>
      <p:bldP spid="646168" grpId="1" animBg="1"/>
      <p:bldP spid="646169" grpId="0" animBg="1"/>
      <p:bldP spid="646169" grpId="1" animBg="1"/>
      <p:bldP spid="646170" grpId="0" animBg="1"/>
      <p:bldP spid="646170" grpId="1" animBg="1"/>
      <p:bldP spid="646171" grpId="0" animBg="1"/>
      <p:bldP spid="646171" grpId="1" animBg="1"/>
      <p:bldP spid="646172" grpId="0" animBg="1"/>
      <p:bldP spid="646172" grpId="1" animBg="1"/>
      <p:bldP spid="646178" grpId="0" animBg="1"/>
      <p:bldP spid="646179" grpId="0"/>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AC98966F-031A-FB7E-11FE-6948B8903FC4}"/>
              </a:ext>
            </a:extLst>
          </p:cNvPr>
          <p:cNvSpPr>
            <a:spLocks noGrp="1" noChangeArrowheads="1"/>
          </p:cNvSpPr>
          <p:nvPr>
            <p:ph type="title"/>
          </p:nvPr>
        </p:nvSpPr>
        <p:spPr/>
        <p:txBody>
          <a:bodyPr/>
          <a:lstStyle/>
          <a:p>
            <a:pPr eaLnBrk="1" hangingPunct="1"/>
            <a:r>
              <a:rPr lang="zh-CN" altLang="en-US"/>
              <a:t>单词符号表示形式</a:t>
            </a:r>
          </a:p>
        </p:txBody>
      </p:sp>
      <p:sp>
        <p:nvSpPr>
          <p:cNvPr id="647171" name="Rectangle 3">
            <a:extLst>
              <a:ext uri="{FF2B5EF4-FFF2-40B4-BE49-F238E27FC236}">
                <a16:creationId xmlns:a16="http://schemas.microsoft.com/office/drawing/2014/main" id="{9D632143-CACF-9944-B9C6-91F9742C789D}"/>
              </a:ext>
            </a:extLst>
          </p:cNvPr>
          <p:cNvSpPr>
            <a:spLocks noGrp="1" noChangeArrowheads="1"/>
          </p:cNvSpPr>
          <p:nvPr>
            <p:ph type="body" idx="1"/>
          </p:nvPr>
        </p:nvSpPr>
        <p:spPr>
          <a:xfrm>
            <a:off x="457200" y="1981200"/>
            <a:ext cx="8229600" cy="4543425"/>
          </a:xfrm>
        </p:spPr>
        <p:txBody>
          <a:bodyPr/>
          <a:lstStyle/>
          <a:p>
            <a:pPr algn="just" eaLnBrk="1" hangingPunct="1">
              <a:lnSpc>
                <a:spcPct val="110000"/>
              </a:lnSpc>
            </a:pPr>
            <a:r>
              <a:rPr lang="zh-CN" altLang="en-US" sz="2800">
                <a:latin typeface="仿宋_GB2312" charset="0"/>
                <a:ea typeface="宋体" panose="02010600030101010101" pitchFamily="2" charset="-122"/>
              </a:rPr>
              <a:t>词法分析器输出的单词符号常表示成二元式：</a:t>
            </a:r>
          </a:p>
          <a:p>
            <a:pPr algn="just" eaLnBrk="1" hangingPunct="1">
              <a:lnSpc>
                <a:spcPct val="130000"/>
              </a:lnSpc>
              <a:spcBef>
                <a:spcPct val="30000"/>
              </a:spcBef>
              <a:spcAft>
                <a:spcPct val="30000"/>
              </a:spcAft>
              <a:buFont typeface="Wingdings" pitchFamily="2" charset="2"/>
              <a:buNone/>
            </a:pPr>
            <a:r>
              <a:rPr lang="zh-CN" altLang="en-US">
                <a:latin typeface="仿宋_GB2312" charset="0"/>
                <a:ea typeface="宋体" panose="02010600030101010101" pitchFamily="2" charset="-122"/>
              </a:rPr>
              <a:t>    </a:t>
            </a:r>
            <a:r>
              <a:rPr lang="en-US" altLang="zh-CN">
                <a:latin typeface="黑体" panose="02010609060101010101" pitchFamily="49" charset="-122"/>
                <a:ea typeface="黑体" panose="02010609060101010101" pitchFamily="49" charset="-122"/>
              </a:rPr>
              <a:t>(</a:t>
            </a:r>
            <a:r>
              <a:rPr lang="zh-CN" altLang="en-US">
                <a:latin typeface="黑体" panose="02010609060101010101" pitchFamily="49" charset="-122"/>
                <a:ea typeface="黑体" panose="02010609060101010101" pitchFamily="49" charset="-122"/>
              </a:rPr>
              <a:t>单词种别</a:t>
            </a:r>
            <a:r>
              <a:rPr lang="en-US" altLang="zh-CN">
                <a:latin typeface="黑体" panose="02010609060101010101" pitchFamily="49" charset="-122"/>
                <a:ea typeface="黑体" panose="02010609060101010101" pitchFamily="49" charset="-122"/>
              </a:rPr>
              <a:t>, </a:t>
            </a:r>
            <a:r>
              <a:rPr lang="zh-CN" altLang="en-US">
                <a:latin typeface="黑体" panose="02010609060101010101" pitchFamily="49" charset="-122"/>
                <a:ea typeface="黑体" panose="02010609060101010101" pitchFamily="49" charset="-122"/>
              </a:rPr>
              <a:t>单词符号的属性值</a:t>
            </a:r>
            <a:r>
              <a:rPr lang="en-US" altLang="zh-CN">
                <a:latin typeface="黑体" panose="02010609060101010101" pitchFamily="49" charset="-122"/>
                <a:ea typeface="黑体" panose="02010609060101010101" pitchFamily="49" charset="-122"/>
              </a:rPr>
              <a:t>) </a:t>
            </a:r>
          </a:p>
          <a:p>
            <a:pPr lvl="1" algn="just" eaLnBrk="1" hangingPunct="1">
              <a:lnSpc>
                <a:spcPct val="110000"/>
              </a:lnSpc>
            </a:pPr>
            <a:r>
              <a:rPr lang="zh-CN" altLang="en-US" sz="2400">
                <a:latin typeface="仿宋_GB2312" charset="0"/>
                <a:ea typeface="宋体" panose="02010600030101010101" pitchFamily="2" charset="-122"/>
              </a:rPr>
              <a:t>单词种别是语法分析需要的信息</a:t>
            </a:r>
          </a:p>
          <a:p>
            <a:pPr lvl="1" algn="just" eaLnBrk="1" hangingPunct="1">
              <a:lnSpc>
                <a:spcPct val="110000"/>
              </a:lnSpc>
            </a:pPr>
            <a:r>
              <a:rPr lang="zh-CN" altLang="en-US" sz="2400">
                <a:latin typeface="仿宋_GB2312" charset="0"/>
                <a:ea typeface="宋体" panose="02010600030101010101" pitchFamily="2" charset="-122"/>
              </a:rPr>
              <a:t>单词符号属性值则是编译其它阶段需要的信息</a:t>
            </a:r>
            <a:r>
              <a:rPr lang="en-US" altLang="zh-CN" sz="2400">
                <a:latin typeface="仿宋_GB2312" charset="0"/>
                <a:ea typeface="宋体" panose="02010600030101010101" pitchFamily="2" charset="-122"/>
              </a:rPr>
              <a:t>,</a:t>
            </a:r>
            <a:r>
              <a:rPr lang="zh-CN" altLang="en-US" sz="2400">
                <a:latin typeface="仿宋_GB2312" charset="0"/>
                <a:ea typeface="宋体" panose="02010600030101010101" pitchFamily="2" charset="-122"/>
              </a:rPr>
              <a:t>简称单词值。</a:t>
            </a:r>
          </a:p>
          <a:p>
            <a:pPr algn="just" eaLnBrk="1" hangingPunct="1">
              <a:lnSpc>
                <a:spcPct val="110000"/>
              </a:lnSpc>
              <a:buFont typeface="Wingdings" pitchFamily="2" charset="2"/>
              <a:buNone/>
            </a:pPr>
            <a:r>
              <a:rPr lang="zh-CN" altLang="en-US" sz="2800">
                <a:latin typeface="仿宋_GB2312" charset="0"/>
                <a:ea typeface="宋体" panose="02010600030101010101" pitchFamily="2" charset="-122"/>
              </a:rPr>
              <a:t>  </a:t>
            </a:r>
            <a:r>
              <a:rPr lang="zh-CN" altLang="en-US" sz="2800">
                <a:solidFill>
                  <a:srgbClr val="CC6600"/>
                </a:solidFill>
                <a:latin typeface="仿宋_GB2312" charset="0"/>
                <a:ea typeface="宋体" panose="02010600030101010101" pitchFamily="2" charset="-122"/>
              </a:rPr>
              <a:t>例</a:t>
            </a:r>
            <a:r>
              <a:rPr lang="en-US" altLang="zh-CN" sz="2800">
                <a:latin typeface="仿宋_GB2312" charset="0"/>
                <a:ea typeface="宋体" panose="02010600030101010101" pitchFamily="2" charset="-122"/>
              </a:rPr>
              <a:t>. </a:t>
            </a:r>
            <a:r>
              <a:rPr lang="zh-CN" altLang="en-US" sz="2800">
                <a:latin typeface="仿宋_GB2312" charset="0"/>
                <a:ea typeface="宋体" panose="02010600030101010101" pitchFamily="2" charset="-122"/>
              </a:rPr>
              <a:t>语句</a:t>
            </a:r>
            <a:r>
              <a:rPr lang="en-US" altLang="zh-CN" sz="2800">
                <a:latin typeface="仿宋_GB2312" charset="0"/>
                <a:ea typeface="宋体" panose="02010600030101010101" pitchFamily="2" charset="-122"/>
              </a:rPr>
              <a:t>const i=25,yes=1</a:t>
            </a:r>
            <a:r>
              <a:rPr lang="zh-CN" altLang="en-US" sz="2800">
                <a:latin typeface="仿宋_GB2312" charset="0"/>
                <a:ea typeface="宋体" panose="02010600030101010101" pitchFamily="2" charset="-122"/>
              </a:rPr>
              <a:t>，其中，单词</a:t>
            </a:r>
            <a:r>
              <a:rPr lang="en-US" altLang="zh-CN" sz="2800">
                <a:latin typeface="仿宋_GB2312" charset="0"/>
                <a:ea typeface="宋体" panose="02010600030101010101" pitchFamily="2" charset="-122"/>
              </a:rPr>
              <a:t>25</a:t>
            </a:r>
            <a:r>
              <a:rPr lang="zh-CN" altLang="en-US" sz="2800">
                <a:latin typeface="仿宋_GB2312" charset="0"/>
                <a:ea typeface="宋体" panose="02010600030101010101" pitchFamily="2" charset="-122"/>
              </a:rPr>
              <a:t>和</a:t>
            </a:r>
            <a:r>
              <a:rPr lang="en-US" altLang="zh-CN" sz="2800">
                <a:latin typeface="仿宋_GB2312" charset="0"/>
                <a:ea typeface="宋体" panose="02010600030101010101" pitchFamily="2" charset="-122"/>
              </a:rPr>
              <a:t>1</a:t>
            </a:r>
            <a:r>
              <a:rPr lang="zh-CN" altLang="en-US" sz="2800">
                <a:latin typeface="仿宋_GB2312" charset="0"/>
                <a:ea typeface="宋体" panose="02010600030101010101" pitchFamily="2" charset="-122"/>
              </a:rPr>
              <a:t>的类别都是常数，值分别为</a:t>
            </a:r>
            <a:r>
              <a:rPr lang="en-US" altLang="zh-CN" sz="2800">
                <a:latin typeface="仿宋_GB2312" charset="0"/>
                <a:ea typeface="宋体" panose="02010600030101010101" pitchFamily="2" charset="-122"/>
              </a:rPr>
              <a:t>25</a:t>
            </a:r>
            <a:r>
              <a:rPr lang="zh-CN" altLang="en-US" sz="2800">
                <a:latin typeface="仿宋_GB2312" charset="0"/>
                <a:ea typeface="宋体" panose="02010600030101010101" pitchFamily="2" charset="-122"/>
              </a:rPr>
              <a:t>和</a:t>
            </a:r>
            <a:r>
              <a:rPr lang="en-US" altLang="zh-CN" sz="2800">
                <a:latin typeface="仿宋_GB2312" charset="0"/>
                <a:ea typeface="宋体" panose="02010600030101010101" pitchFamily="2" charset="-122"/>
              </a:rPr>
              <a:t>1</a:t>
            </a:r>
            <a:r>
              <a:rPr lang="zh-CN" altLang="en-US" sz="2800">
                <a:latin typeface="仿宋_GB2312" charset="0"/>
                <a:ea typeface="宋体" panose="02010600030101010101" pitchFamily="2" charset="-122"/>
              </a:rPr>
              <a:t>；</a:t>
            </a:r>
          </a:p>
        </p:txBody>
      </p:sp>
      <p:sp>
        <p:nvSpPr>
          <p:cNvPr id="11268" name="灯片编号占位符 3">
            <a:extLst>
              <a:ext uri="{FF2B5EF4-FFF2-40B4-BE49-F238E27FC236}">
                <a16:creationId xmlns:a16="http://schemas.microsoft.com/office/drawing/2014/main" id="{32A4AF6D-DFF1-0687-83BF-FF450F312C7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E36ABE49-CA2A-164A-BF69-0755F1989091}"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5</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47171">
                                            <p:txEl>
                                              <p:pRg st="4" end="4"/>
                                            </p:txEl>
                                          </p:spTgt>
                                        </p:tgtEl>
                                        <p:attrNameLst>
                                          <p:attrName>style.visibility</p:attrName>
                                        </p:attrNameLst>
                                      </p:cBhvr>
                                      <p:to>
                                        <p:strVal val="visible"/>
                                      </p:to>
                                    </p:set>
                                    <p:animEffect transition="in" filter="wipe(left)">
                                      <p:cBhvr>
                                        <p:cTn id="7" dur="500"/>
                                        <p:tgtEl>
                                          <p:spTgt spid="6471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21D82C32-A7AB-845C-0705-0871A8F8C2B7}"/>
              </a:ext>
            </a:extLst>
          </p:cNvPr>
          <p:cNvSpPr>
            <a:spLocks noGrp="1" noChangeArrowheads="1"/>
          </p:cNvSpPr>
          <p:nvPr>
            <p:ph type="title"/>
          </p:nvPr>
        </p:nvSpPr>
        <p:spPr/>
        <p:txBody>
          <a:bodyPr/>
          <a:lstStyle/>
          <a:p>
            <a:pPr eaLnBrk="1" hangingPunct="1"/>
            <a:r>
              <a:rPr lang="zh-CN" altLang="en-US"/>
              <a:t>分类方法</a:t>
            </a:r>
          </a:p>
        </p:txBody>
      </p:sp>
      <p:sp>
        <p:nvSpPr>
          <p:cNvPr id="648195" name="Rectangle 3">
            <a:extLst>
              <a:ext uri="{FF2B5EF4-FFF2-40B4-BE49-F238E27FC236}">
                <a16:creationId xmlns:a16="http://schemas.microsoft.com/office/drawing/2014/main" id="{622D8630-C12F-12E8-6D07-6098C6DDD83B}"/>
              </a:ext>
            </a:extLst>
          </p:cNvPr>
          <p:cNvSpPr>
            <a:spLocks noGrp="1" noChangeArrowheads="1"/>
          </p:cNvSpPr>
          <p:nvPr>
            <p:ph type="body" idx="1"/>
          </p:nvPr>
        </p:nvSpPr>
        <p:spPr>
          <a:xfrm>
            <a:off x="457200" y="1773238"/>
            <a:ext cx="8229600" cy="4464050"/>
          </a:xfrm>
        </p:spPr>
        <p:txBody>
          <a:bodyPr/>
          <a:lstStyle/>
          <a:p>
            <a:pPr eaLnBrk="1" hangingPunct="1">
              <a:lnSpc>
                <a:spcPct val="115000"/>
              </a:lnSpc>
            </a:pPr>
            <a:r>
              <a:rPr lang="zh-CN" altLang="en-US" sz="2400">
                <a:latin typeface="仿宋_GB2312" charset="0"/>
                <a:ea typeface="宋体" panose="02010600030101010101" pitchFamily="2" charset="-122"/>
              </a:rPr>
              <a:t>单词种别</a:t>
            </a:r>
            <a:r>
              <a:rPr lang="en-US" altLang="zh-CN" sz="2400">
                <a:latin typeface="仿宋_GB2312" charset="0"/>
                <a:ea typeface="宋体" panose="02010600030101010101" pitchFamily="2" charset="-122"/>
              </a:rPr>
              <a:t>:</a:t>
            </a:r>
            <a:r>
              <a:rPr lang="zh-CN" altLang="en-US" sz="2400">
                <a:latin typeface="仿宋_GB2312" charset="0"/>
                <a:ea typeface="宋体" panose="02010600030101010101" pitchFamily="2" charset="-122"/>
              </a:rPr>
              <a:t>通常用整数编码。</a:t>
            </a:r>
          </a:p>
          <a:p>
            <a:pPr eaLnBrk="1" hangingPunct="1">
              <a:lnSpc>
                <a:spcPct val="115000"/>
              </a:lnSpc>
            </a:pPr>
            <a:r>
              <a:rPr lang="zh-CN" altLang="en-US" sz="2400">
                <a:latin typeface="仿宋_GB2312" charset="0"/>
                <a:ea typeface="宋体" panose="02010600030101010101" pitchFamily="2" charset="-122"/>
              </a:rPr>
              <a:t>一个语言的单词符号如何分类，分成几类，怎样编码取决于处理上的方便。</a:t>
            </a:r>
          </a:p>
          <a:p>
            <a:pPr lvl="1" eaLnBrk="1" hangingPunct="1">
              <a:lnSpc>
                <a:spcPct val="115000"/>
              </a:lnSpc>
            </a:pPr>
            <a:r>
              <a:rPr lang="zh-CN" altLang="en-US" sz="2000">
                <a:solidFill>
                  <a:srgbClr val="990000"/>
                </a:solidFill>
                <a:latin typeface="仿宋_GB2312" charset="0"/>
                <a:ea typeface="宋体" panose="02010600030101010101" pitchFamily="2" charset="-122"/>
              </a:rPr>
              <a:t>标识符</a:t>
            </a:r>
            <a:r>
              <a:rPr lang="zh-CN" altLang="en-US" sz="2000">
                <a:latin typeface="仿宋_GB2312" charset="0"/>
                <a:ea typeface="宋体" panose="02010600030101010101" pitchFamily="2" charset="-122"/>
              </a:rPr>
              <a:t>一般统归为一种。</a:t>
            </a:r>
          </a:p>
          <a:p>
            <a:pPr lvl="1" eaLnBrk="1" hangingPunct="1">
              <a:lnSpc>
                <a:spcPct val="115000"/>
              </a:lnSpc>
            </a:pPr>
            <a:r>
              <a:rPr lang="zh-CN" altLang="en-US" sz="2000">
                <a:solidFill>
                  <a:srgbClr val="990000"/>
                </a:solidFill>
                <a:latin typeface="仿宋_GB2312" charset="0"/>
                <a:ea typeface="宋体" panose="02010600030101010101" pitchFamily="2" charset="-122"/>
              </a:rPr>
              <a:t>常数</a:t>
            </a:r>
            <a:r>
              <a:rPr lang="zh-CN" altLang="en-US" sz="2000">
                <a:latin typeface="仿宋_GB2312" charset="0"/>
                <a:ea typeface="宋体" panose="02010600030101010101" pitchFamily="2" charset="-122"/>
              </a:rPr>
              <a:t>则宜按类型（整、实、布尔等）分种。</a:t>
            </a:r>
          </a:p>
          <a:p>
            <a:pPr lvl="1" eaLnBrk="1" hangingPunct="1">
              <a:lnSpc>
                <a:spcPct val="115000"/>
              </a:lnSpc>
            </a:pPr>
            <a:r>
              <a:rPr lang="zh-CN" altLang="en-US" sz="2000">
                <a:solidFill>
                  <a:srgbClr val="990000"/>
                </a:solidFill>
                <a:latin typeface="仿宋_GB2312" charset="0"/>
                <a:ea typeface="宋体" panose="02010600030101010101" pitchFamily="2" charset="-122"/>
              </a:rPr>
              <a:t>关键字</a:t>
            </a:r>
            <a:r>
              <a:rPr lang="zh-CN" altLang="en-US" sz="2000">
                <a:latin typeface="仿宋_GB2312" charset="0"/>
                <a:ea typeface="宋体" panose="02010600030101010101" pitchFamily="2" charset="-122"/>
              </a:rPr>
              <a:t>可视其全体为一种，也可以一字一种。采用一字一种的分法实际处理起来较为方便。</a:t>
            </a:r>
          </a:p>
          <a:p>
            <a:pPr lvl="1" eaLnBrk="1" hangingPunct="1">
              <a:lnSpc>
                <a:spcPct val="115000"/>
              </a:lnSpc>
            </a:pPr>
            <a:r>
              <a:rPr lang="zh-CN" altLang="en-US" sz="2000">
                <a:solidFill>
                  <a:srgbClr val="990000"/>
                </a:solidFill>
                <a:latin typeface="仿宋_GB2312" charset="0"/>
                <a:ea typeface="宋体" panose="02010600030101010101" pitchFamily="2" charset="-122"/>
              </a:rPr>
              <a:t>运算符</a:t>
            </a:r>
            <a:r>
              <a:rPr lang="zh-CN" altLang="en-US" sz="2000">
                <a:latin typeface="仿宋_GB2312" charset="0"/>
                <a:ea typeface="宋体" panose="02010600030101010101" pitchFamily="2" charset="-122"/>
              </a:rPr>
              <a:t>可采用一符一种的分法，但也可以把具有一定共性的运算符视为一类。</a:t>
            </a:r>
          </a:p>
          <a:p>
            <a:pPr lvl="1" eaLnBrk="1" hangingPunct="1">
              <a:lnSpc>
                <a:spcPct val="115000"/>
              </a:lnSpc>
            </a:pPr>
            <a:r>
              <a:rPr lang="zh-CN" altLang="en-US" sz="2000">
                <a:solidFill>
                  <a:srgbClr val="990000"/>
                </a:solidFill>
                <a:latin typeface="仿宋_GB2312" charset="0"/>
                <a:ea typeface="宋体" panose="02010600030101010101" pitchFamily="2" charset="-122"/>
              </a:rPr>
              <a:t>界符</a:t>
            </a:r>
            <a:r>
              <a:rPr lang="zh-CN" altLang="en-US" sz="2000">
                <a:latin typeface="仿宋_GB2312" charset="0"/>
                <a:ea typeface="宋体" panose="02010600030101010101" pitchFamily="2" charset="-122"/>
              </a:rPr>
              <a:t>一般用一符一种的分法。</a:t>
            </a:r>
          </a:p>
        </p:txBody>
      </p:sp>
      <p:sp>
        <p:nvSpPr>
          <p:cNvPr id="13316" name="灯片编号占位符 3">
            <a:extLst>
              <a:ext uri="{FF2B5EF4-FFF2-40B4-BE49-F238E27FC236}">
                <a16:creationId xmlns:a16="http://schemas.microsoft.com/office/drawing/2014/main" id="{2AE11ED5-6BA6-A29E-8B96-13BBCAA257F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E858B06E-99DD-A54A-82AC-11730DD86CC7}"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6</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48195">
                                            <p:txEl>
                                              <p:pRg st="1" end="1"/>
                                            </p:txEl>
                                          </p:spTgt>
                                        </p:tgtEl>
                                        <p:attrNameLst>
                                          <p:attrName>style.visibility</p:attrName>
                                        </p:attrNameLst>
                                      </p:cBhvr>
                                      <p:to>
                                        <p:strVal val="visible"/>
                                      </p:to>
                                    </p:set>
                                    <p:animEffect transition="in" filter="wipe(left)">
                                      <p:cBhvr>
                                        <p:cTn id="7" dur="500"/>
                                        <p:tgtEl>
                                          <p:spTgt spid="64819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48195">
                                            <p:txEl>
                                              <p:pRg st="2" end="2"/>
                                            </p:txEl>
                                          </p:spTgt>
                                        </p:tgtEl>
                                        <p:attrNameLst>
                                          <p:attrName>style.visibility</p:attrName>
                                        </p:attrNameLst>
                                      </p:cBhvr>
                                      <p:to>
                                        <p:strVal val="visible"/>
                                      </p:to>
                                    </p:set>
                                    <p:animEffect transition="in" filter="wipe(left)">
                                      <p:cBhvr>
                                        <p:cTn id="12" dur="500"/>
                                        <p:tgtEl>
                                          <p:spTgt spid="64819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48195">
                                            <p:txEl>
                                              <p:pRg st="3" end="3"/>
                                            </p:txEl>
                                          </p:spTgt>
                                        </p:tgtEl>
                                        <p:attrNameLst>
                                          <p:attrName>style.visibility</p:attrName>
                                        </p:attrNameLst>
                                      </p:cBhvr>
                                      <p:to>
                                        <p:strVal val="visible"/>
                                      </p:to>
                                    </p:set>
                                    <p:animEffect transition="in" filter="wipe(left)">
                                      <p:cBhvr>
                                        <p:cTn id="17" dur="500"/>
                                        <p:tgtEl>
                                          <p:spTgt spid="64819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48195">
                                            <p:txEl>
                                              <p:pRg st="4" end="4"/>
                                            </p:txEl>
                                          </p:spTgt>
                                        </p:tgtEl>
                                        <p:attrNameLst>
                                          <p:attrName>style.visibility</p:attrName>
                                        </p:attrNameLst>
                                      </p:cBhvr>
                                      <p:to>
                                        <p:strVal val="visible"/>
                                      </p:to>
                                    </p:set>
                                    <p:animEffect transition="in" filter="wipe(left)">
                                      <p:cBhvr>
                                        <p:cTn id="22" dur="500"/>
                                        <p:tgtEl>
                                          <p:spTgt spid="648195">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48195">
                                            <p:txEl>
                                              <p:pRg st="5" end="5"/>
                                            </p:txEl>
                                          </p:spTgt>
                                        </p:tgtEl>
                                        <p:attrNameLst>
                                          <p:attrName>style.visibility</p:attrName>
                                        </p:attrNameLst>
                                      </p:cBhvr>
                                      <p:to>
                                        <p:strVal val="visible"/>
                                      </p:to>
                                    </p:set>
                                    <p:animEffect transition="in" filter="wipe(left)">
                                      <p:cBhvr>
                                        <p:cTn id="27" dur="500"/>
                                        <p:tgtEl>
                                          <p:spTgt spid="648195">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48195">
                                            <p:txEl>
                                              <p:pRg st="6" end="6"/>
                                            </p:txEl>
                                          </p:spTgt>
                                        </p:tgtEl>
                                        <p:attrNameLst>
                                          <p:attrName>style.visibility</p:attrName>
                                        </p:attrNameLst>
                                      </p:cBhvr>
                                      <p:to>
                                        <p:strVal val="visible"/>
                                      </p:to>
                                    </p:set>
                                    <p:animEffect transition="in" filter="wipe(left)">
                                      <p:cBhvr>
                                        <p:cTn id="32" dur="500"/>
                                        <p:tgtEl>
                                          <p:spTgt spid="6481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8B88C2B1-37E5-2CD7-97DE-061B58DC9CC8}"/>
              </a:ext>
            </a:extLst>
          </p:cNvPr>
          <p:cNvSpPr>
            <a:spLocks noGrp="1" noChangeArrowheads="1"/>
          </p:cNvSpPr>
          <p:nvPr>
            <p:ph type="title"/>
          </p:nvPr>
        </p:nvSpPr>
        <p:spPr/>
        <p:txBody>
          <a:bodyPr/>
          <a:lstStyle/>
          <a:p>
            <a:pPr eaLnBrk="1" hangingPunct="1"/>
            <a:r>
              <a:rPr lang="zh-CN" altLang="en-US"/>
              <a:t>单词符号的属性</a:t>
            </a:r>
          </a:p>
        </p:txBody>
      </p:sp>
      <p:sp>
        <p:nvSpPr>
          <p:cNvPr id="14339" name="Rectangle 3">
            <a:extLst>
              <a:ext uri="{FF2B5EF4-FFF2-40B4-BE49-F238E27FC236}">
                <a16:creationId xmlns:a16="http://schemas.microsoft.com/office/drawing/2014/main" id="{D24C21D4-65CC-D2BF-BE47-1C2C27AC8630}"/>
              </a:ext>
            </a:extLst>
          </p:cNvPr>
          <p:cNvSpPr>
            <a:spLocks noGrp="1" noChangeArrowheads="1"/>
          </p:cNvSpPr>
          <p:nvPr>
            <p:ph type="body" idx="1"/>
          </p:nvPr>
        </p:nvSpPr>
        <p:spPr>
          <a:xfrm>
            <a:off x="457200" y="1981200"/>
            <a:ext cx="8229600" cy="4256088"/>
          </a:xfrm>
        </p:spPr>
        <p:txBody>
          <a:bodyPr/>
          <a:lstStyle/>
          <a:p>
            <a:pPr eaLnBrk="1" hangingPunct="1">
              <a:lnSpc>
                <a:spcPct val="115000"/>
              </a:lnSpc>
            </a:pPr>
            <a:r>
              <a:rPr lang="zh-CN" altLang="en-US" sz="2800">
                <a:latin typeface="宋体" panose="02010600030101010101" pitchFamily="2" charset="-122"/>
                <a:ea typeface="宋体" panose="02010600030101010101" pitchFamily="2" charset="-122"/>
              </a:rPr>
              <a:t>单词符号的属性是指单词符号的特征或特性。属性值则是反映特性或特征的值。</a:t>
            </a:r>
          </a:p>
          <a:p>
            <a:pPr lvl="1" eaLnBrk="1" hangingPunct="1">
              <a:lnSpc>
                <a:spcPct val="115000"/>
              </a:lnSpc>
            </a:pPr>
            <a:r>
              <a:rPr lang="zh-CN" altLang="en-US" sz="2400">
                <a:ea typeface="宋体" panose="02010600030101010101" pitchFamily="2" charset="-122"/>
              </a:rPr>
              <a:t>标识符的属性值存放它在符号表项的指针或内部字符串；</a:t>
            </a:r>
          </a:p>
          <a:p>
            <a:pPr lvl="1" eaLnBrk="1" hangingPunct="1">
              <a:lnSpc>
                <a:spcPct val="115000"/>
              </a:lnSpc>
            </a:pPr>
            <a:r>
              <a:rPr lang="zh-CN" altLang="en-US" sz="2400">
                <a:ea typeface="宋体" panose="02010600030101010101" pitchFamily="2" charset="-122"/>
              </a:rPr>
              <a:t>常数的属性值是存放它的常数表项的指针或二进制形式；</a:t>
            </a:r>
          </a:p>
          <a:p>
            <a:pPr lvl="1" eaLnBrk="1" hangingPunct="1">
              <a:lnSpc>
                <a:spcPct val="115000"/>
              </a:lnSpc>
            </a:pPr>
            <a:r>
              <a:rPr lang="zh-CN" altLang="en-US" sz="2400">
                <a:ea typeface="宋体" panose="02010600030101010101" pitchFamily="2" charset="-122"/>
              </a:rPr>
              <a:t>关键字、运算符和界符是一符一种，不需给出其自身的值。</a:t>
            </a:r>
          </a:p>
        </p:txBody>
      </p:sp>
      <p:sp>
        <p:nvSpPr>
          <p:cNvPr id="14340" name="灯片编号占位符 3">
            <a:extLst>
              <a:ext uri="{FF2B5EF4-FFF2-40B4-BE49-F238E27FC236}">
                <a16:creationId xmlns:a16="http://schemas.microsoft.com/office/drawing/2014/main" id="{B96E9E92-E646-8C61-916B-D63225DE6B9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54CA9C2B-BED0-8C48-BCE4-6D64DF5E519D}"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7</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139D3328-3910-35AD-527B-66751E64F6B7}"/>
              </a:ext>
            </a:extLst>
          </p:cNvPr>
          <p:cNvSpPr>
            <a:spLocks noGrp="1" noChangeArrowheads="1"/>
          </p:cNvSpPr>
          <p:nvPr>
            <p:ph type="title"/>
          </p:nvPr>
        </p:nvSpPr>
        <p:spPr>
          <a:xfrm>
            <a:off x="457200" y="836613"/>
            <a:ext cx="8229600" cy="1008062"/>
          </a:xfrm>
        </p:spPr>
        <p:txBody>
          <a:bodyPr anchor="t"/>
          <a:lstStyle/>
          <a:p>
            <a:pPr marL="533400" indent="-533400" eaLnBrk="1" hangingPunct="1">
              <a:spcBef>
                <a:spcPct val="20000"/>
              </a:spcBef>
              <a:buClr>
                <a:schemeClr val="bg2"/>
              </a:buClr>
              <a:buSzPct val="75000"/>
              <a:buFont typeface="Wingdings" pitchFamily="2" charset="2"/>
              <a:buNone/>
            </a:pPr>
            <a:r>
              <a:rPr lang="zh-CN" altLang="en-US" sz="3200" b="1">
                <a:solidFill>
                  <a:srgbClr val="CC6600"/>
                </a:solidFill>
              </a:rPr>
              <a:t>例</a:t>
            </a:r>
            <a:r>
              <a:rPr lang="en-US" altLang="zh-CN" sz="3200" b="1">
                <a:solidFill>
                  <a:srgbClr val="003366"/>
                </a:solidFill>
              </a:rPr>
              <a:t>. </a:t>
            </a:r>
            <a:r>
              <a:rPr lang="zh-CN" altLang="en-US" sz="3200" b="1">
                <a:solidFill>
                  <a:srgbClr val="003366"/>
                </a:solidFill>
              </a:rPr>
              <a:t>代码段 </a:t>
            </a:r>
            <a:r>
              <a:rPr lang="en-US" altLang="zh-CN" sz="3200" b="1">
                <a:solidFill>
                  <a:srgbClr val="003366"/>
                </a:solidFill>
              </a:rPr>
              <a:t>while (i&gt;=j) i--; </a:t>
            </a:r>
            <a:r>
              <a:rPr lang="zh-CN" altLang="en-US" sz="3200" b="1">
                <a:solidFill>
                  <a:srgbClr val="003366"/>
                </a:solidFill>
              </a:rPr>
              <a:t>词法分析结果</a:t>
            </a:r>
          </a:p>
        </p:txBody>
      </p:sp>
      <p:sp>
        <p:nvSpPr>
          <p:cNvPr id="650244" name="Rectangle 4">
            <a:extLst>
              <a:ext uri="{FF2B5EF4-FFF2-40B4-BE49-F238E27FC236}">
                <a16:creationId xmlns:a16="http://schemas.microsoft.com/office/drawing/2014/main" id="{C8DEC13E-08CB-A19F-91F2-528D96037E46}"/>
              </a:ext>
            </a:extLst>
          </p:cNvPr>
          <p:cNvSpPr>
            <a:spLocks noGrp="1" noChangeArrowheads="1"/>
          </p:cNvSpPr>
          <p:nvPr>
            <p:ph type="body" sz="half" idx="1"/>
          </p:nvPr>
        </p:nvSpPr>
        <p:spPr>
          <a:xfrm>
            <a:off x="609600" y="1711325"/>
            <a:ext cx="3810000" cy="4265613"/>
          </a:xfrm>
        </p:spPr>
        <p:txBody>
          <a:bodyPr/>
          <a:lstStyle/>
          <a:p>
            <a:pPr marL="533400" indent="-533400" eaLnBrk="1" hangingPunct="1">
              <a:buFont typeface="Wingdings" pitchFamily="2" charset="2"/>
              <a:buNone/>
              <a:defRPr/>
            </a:pPr>
            <a:r>
              <a:rPr lang="en-US" altLang="zh-CN" sz="2800">
                <a:ea typeface="宋体" panose="02010600030101010101" pitchFamily="2" charset="-122"/>
              </a:rPr>
              <a:t>&lt;while  , </a:t>
            </a:r>
            <a:r>
              <a:rPr lang="zh-CN" altLang="en-US" sz="2800" b="0">
                <a:ea typeface="宋体" panose="02010600030101010101" pitchFamily="2" charset="-122"/>
              </a:rPr>
              <a:t>－</a:t>
            </a:r>
            <a:r>
              <a:rPr lang="zh-CN" altLang="en-US" sz="2800">
                <a:ea typeface="宋体" panose="02010600030101010101" pitchFamily="2" charset="-122"/>
              </a:rPr>
              <a:t>   </a:t>
            </a:r>
            <a:r>
              <a:rPr lang="en-US" altLang="zh-CN" sz="2800">
                <a:ea typeface="宋体" panose="02010600030101010101" pitchFamily="2" charset="-122"/>
              </a:rPr>
              <a:t>&gt;                </a:t>
            </a:r>
          </a:p>
          <a:p>
            <a:pPr marL="533400" indent="-533400" eaLnBrk="1" hangingPunct="1">
              <a:buFont typeface="Wingdings" pitchFamily="2" charset="2"/>
              <a:buNone/>
              <a:defRPr/>
            </a:pPr>
            <a:r>
              <a:rPr lang="en-US" altLang="zh-CN" sz="2800">
                <a:ea typeface="宋体" panose="02010600030101010101" pitchFamily="2" charset="-122"/>
              </a:rPr>
              <a:t>&lt; (        , </a:t>
            </a:r>
            <a:r>
              <a:rPr lang="zh-CN" altLang="en-US" sz="2800" b="0">
                <a:ea typeface="宋体" panose="02010600030101010101" pitchFamily="2" charset="-122"/>
              </a:rPr>
              <a:t>－   </a:t>
            </a:r>
            <a:r>
              <a:rPr lang="en-US" altLang="zh-CN" sz="2800">
                <a:ea typeface="宋体" panose="02010600030101010101" pitchFamily="2" charset="-122"/>
              </a:rPr>
              <a:t>&gt; </a:t>
            </a:r>
          </a:p>
          <a:p>
            <a:pPr marL="533400" indent="-533400" eaLnBrk="1" hangingPunct="1">
              <a:buFont typeface="Wingdings" pitchFamily="2" charset="2"/>
              <a:buNone/>
              <a:defRPr/>
            </a:pPr>
            <a:r>
              <a:rPr lang="en-US" altLang="zh-CN" sz="2800">
                <a:ea typeface="宋体" panose="02010600030101010101" pitchFamily="2" charset="-122"/>
              </a:rPr>
              <a:t>&lt; id     , </a:t>
            </a:r>
            <a:r>
              <a:rPr lang="en-US" altLang="zh-CN" sz="2800">
                <a:effectLst>
                  <a:outerShdw blurRad="38100" dist="38100" dir="2700000" algn="tl">
                    <a:srgbClr val="C0C0C0"/>
                  </a:outerShdw>
                </a:effectLst>
                <a:ea typeface="宋体" panose="02010600030101010101" pitchFamily="2" charset="-122"/>
              </a:rPr>
              <a:t>ptr-i</a:t>
            </a:r>
            <a:r>
              <a:rPr lang="en-US" altLang="zh-CN" sz="2800">
                <a:ea typeface="宋体" panose="02010600030101010101" pitchFamily="2" charset="-122"/>
              </a:rPr>
              <a:t>&gt;</a:t>
            </a:r>
          </a:p>
          <a:p>
            <a:pPr marL="533400" indent="-533400" eaLnBrk="1" hangingPunct="1">
              <a:buFont typeface="Wingdings" pitchFamily="2" charset="2"/>
              <a:buNone/>
              <a:defRPr/>
            </a:pPr>
            <a:r>
              <a:rPr lang="en-US" altLang="zh-CN" sz="2800">
                <a:ea typeface="宋体" panose="02010600030101010101" pitchFamily="2" charset="-122"/>
              </a:rPr>
              <a:t>&lt;  &gt;=    , </a:t>
            </a:r>
            <a:r>
              <a:rPr lang="zh-CN" altLang="en-US" sz="2800" b="0">
                <a:ea typeface="宋体" panose="02010600030101010101" pitchFamily="2" charset="-122"/>
              </a:rPr>
              <a:t>－  </a:t>
            </a:r>
            <a:r>
              <a:rPr lang="en-US" altLang="zh-CN" sz="2800">
                <a:ea typeface="宋体" panose="02010600030101010101" pitchFamily="2" charset="-122"/>
              </a:rPr>
              <a:t>&gt; </a:t>
            </a:r>
          </a:p>
          <a:p>
            <a:pPr marL="533400" indent="-533400" eaLnBrk="1" hangingPunct="1">
              <a:buFont typeface="Wingdings" pitchFamily="2" charset="2"/>
              <a:buNone/>
              <a:defRPr/>
            </a:pPr>
            <a:r>
              <a:rPr lang="en-US" altLang="zh-CN" sz="2800">
                <a:ea typeface="宋体" panose="02010600030101010101" pitchFamily="2" charset="-122"/>
              </a:rPr>
              <a:t>&lt;  id     , </a:t>
            </a:r>
            <a:r>
              <a:rPr lang="en-US" altLang="zh-CN" sz="2800">
                <a:effectLst>
                  <a:outerShdw blurRad="38100" dist="38100" dir="2700000" algn="tl">
                    <a:srgbClr val="C0C0C0"/>
                  </a:outerShdw>
                </a:effectLst>
                <a:ea typeface="宋体" panose="02010600030101010101" pitchFamily="2" charset="-122"/>
              </a:rPr>
              <a:t>ptr-j</a:t>
            </a:r>
            <a:r>
              <a:rPr lang="en-US" altLang="zh-CN" sz="2800">
                <a:ea typeface="宋体" panose="02010600030101010101" pitchFamily="2" charset="-122"/>
              </a:rPr>
              <a:t>&gt;</a:t>
            </a:r>
          </a:p>
          <a:p>
            <a:pPr marL="533400" indent="-533400" eaLnBrk="1" hangingPunct="1">
              <a:buFont typeface="Wingdings" pitchFamily="2" charset="2"/>
              <a:buNone/>
              <a:defRPr/>
            </a:pPr>
            <a:r>
              <a:rPr lang="en-US" altLang="zh-CN" sz="2800">
                <a:ea typeface="宋体" panose="02010600030101010101" pitchFamily="2" charset="-122"/>
              </a:rPr>
              <a:t>&lt; )       , </a:t>
            </a:r>
            <a:r>
              <a:rPr lang="zh-CN" altLang="en-US" sz="2800" b="0">
                <a:ea typeface="宋体" panose="02010600030101010101" pitchFamily="2" charset="-122"/>
              </a:rPr>
              <a:t>－   </a:t>
            </a:r>
            <a:r>
              <a:rPr lang="en-US" altLang="zh-CN" sz="2800">
                <a:ea typeface="宋体" panose="02010600030101010101" pitchFamily="2" charset="-122"/>
              </a:rPr>
              <a:t>&gt;</a:t>
            </a:r>
          </a:p>
          <a:p>
            <a:pPr marL="533400" indent="-533400" eaLnBrk="1" hangingPunct="1">
              <a:buFont typeface="Wingdings" pitchFamily="2" charset="2"/>
              <a:buNone/>
              <a:defRPr/>
            </a:pPr>
            <a:r>
              <a:rPr lang="en-US" altLang="zh-CN" sz="2800">
                <a:ea typeface="宋体" panose="02010600030101010101" pitchFamily="2" charset="-122"/>
              </a:rPr>
              <a:t>&lt;  id    , </a:t>
            </a:r>
            <a:r>
              <a:rPr lang="en-US" altLang="zh-CN" sz="2800">
                <a:effectLst>
                  <a:outerShdw blurRad="38100" dist="38100" dir="2700000" algn="tl">
                    <a:srgbClr val="C0C0C0"/>
                  </a:outerShdw>
                </a:effectLst>
                <a:ea typeface="宋体" panose="02010600030101010101" pitchFamily="2" charset="-122"/>
              </a:rPr>
              <a:t>ptr-i</a:t>
            </a:r>
            <a:r>
              <a:rPr lang="en-US" altLang="zh-CN" sz="2800">
                <a:ea typeface="宋体" panose="02010600030101010101" pitchFamily="2" charset="-122"/>
              </a:rPr>
              <a:t>&gt;</a:t>
            </a:r>
          </a:p>
          <a:p>
            <a:pPr marL="533400" indent="-533400" eaLnBrk="1" hangingPunct="1">
              <a:buFont typeface="Wingdings" pitchFamily="2" charset="2"/>
              <a:buNone/>
              <a:defRPr/>
            </a:pPr>
            <a:r>
              <a:rPr lang="en-US" altLang="zh-CN" sz="2800">
                <a:ea typeface="宋体" panose="02010600030101010101" pitchFamily="2" charset="-122"/>
              </a:rPr>
              <a:t>&lt;  </a:t>
            </a:r>
            <a:r>
              <a:rPr lang="zh-CN" altLang="en-US" sz="2800" b="0">
                <a:ea typeface="宋体" panose="02010600030101010101" pitchFamily="2" charset="-122"/>
              </a:rPr>
              <a:t>－－</a:t>
            </a:r>
            <a:r>
              <a:rPr lang="zh-CN" altLang="en-US" sz="2800">
                <a:ea typeface="宋体" panose="02010600030101010101" pitchFamily="2" charset="-122"/>
              </a:rPr>
              <a:t> </a:t>
            </a:r>
            <a:r>
              <a:rPr lang="en-US" altLang="zh-CN" sz="2800">
                <a:ea typeface="宋体" panose="02010600030101010101" pitchFamily="2" charset="-122"/>
              </a:rPr>
              <a:t>, </a:t>
            </a:r>
            <a:r>
              <a:rPr lang="zh-CN" altLang="en-US" sz="2800" b="0">
                <a:ea typeface="宋体" panose="02010600030101010101" pitchFamily="2" charset="-122"/>
              </a:rPr>
              <a:t>－   </a:t>
            </a:r>
            <a:r>
              <a:rPr lang="en-US" altLang="zh-CN" sz="2800">
                <a:ea typeface="宋体" panose="02010600030101010101" pitchFamily="2" charset="-122"/>
              </a:rPr>
              <a:t>&gt;</a:t>
            </a:r>
          </a:p>
          <a:p>
            <a:pPr marL="533400" indent="-533400" eaLnBrk="1" hangingPunct="1">
              <a:buFont typeface="Wingdings" pitchFamily="2" charset="2"/>
              <a:buNone/>
              <a:defRPr/>
            </a:pPr>
            <a:r>
              <a:rPr lang="en-US" altLang="zh-CN" sz="2800">
                <a:ea typeface="宋体" panose="02010600030101010101" pitchFamily="2" charset="-122"/>
              </a:rPr>
              <a:t>&lt; ;       , </a:t>
            </a:r>
            <a:r>
              <a:rPr lang="zh-CN" altLang="en-US" sz="2800" b="0">
                <a:ea typeface="宋体" panose="02010600030101010101" pitchFamily="2" charset="-122"/>
              </a:rPr>
              <a:t>－   </a:t>
            </a:r>
            <a:r>
              <a:rPr lang="en-US" altLang="zh-CN" sz="2800">
                <a:ea typeface="宋体" panose="02010600030101010101" pitchFamily="2" charset="-122"/>
              </a:rPr>
              <a:t>&gt;</a:t>
            </a:r>
          </a:p>
        </p:txBody>
      </p:sp>
      <p:graphicFrame>
        <p:nvGraphicFramePr>
          <p:cNvPr id="650308" name="Group 68">
            <a:extLst>
              <a:ext uri="{FF2B5EF4-FFF2-40B4-BE49-F238E27FC236}">
                <a16:creationId xmlns:a16="http://schemas.microsoft.com/office/drawing/2014/main" id="{5EC23E0B-76D7-D7D0-048B-A8BBC3ECE3C5}"/>
              </a:ext>
            </a:extLst>
          </p:cNvPr>
          <p:cNvGraphicFramePr>
            <a:graphicFrameLocks noGrp="1"/>
          </p:cNvGraphicFramePr>
          <p:nvPr/>
        </p:nvGraphicFramePr>
        <p:xfrm>
          <a:off x="4284663" y="1484313"/>
          <a:ext cx="4319587" cy="4973637"/>
        </p:xfrm>
        <a:graphic>
          <a:graphicData uri="http://schemas.openxmlformats.org/drawingml/2006/table">
            <a:tbl>
              <a:tblPr/>
              <a:tblGrid>
                <a:gridCol w="850900">
                  <a:extLst>
                    <a:ext uri="{9D8B030D-6E8A-4147-A177-3AD203B41FA5}">
                      <a16:colId xmlns:a16="http://schemas.microsoft.com/office/drawing/2014/main" val="20000"/>
                    </a:ext>
                  </a:extLst>
                </a:gridCol>
                <a:gridCol w="865187">
                  <a:extLst>
                    <a:ext uri="{9D8B030D-6E8A-4147-A177-3AD203B41FA5}">
                      <a16:colId xmlns:a16="http://schemas.microsoft.com/office/drawing/2014/main" val="20001"/>
                    </a:ext>
                  </a:extLst>
                </a:gridCol>
                <a:gridCol w="900113">
                  <a:extLst>
                    <a:ext uri="{9D8B030D-6E8A-4147-A177-3AD203B41FA5}">
                      <a16:colId xmlns:a16="http://schemas.microsoft.com/office/drawing/2014/main" val="20002"/>
                    </a:ext>
                  </a:extLst>
                </a:gridCol>
                <a:gridCol w="835025">
                  <a:extLst>
                    <a:ext uri="{9D8B030D-6E8A-4147-A177-3AD203B41FA5}">
                      <a16:colId xmlns:a16="http://schemas.microsoft.com/office/drawing/2014/main" val="20003"/>
                    </a:ext>
                  </a:extLst>
                </a:gridCol>
                <a:gridCol w="868362">
                  <a:extLst>
                    <a:ext uri="{9D8B030D-6E8A-4147-A177-3AD203B41FA5}">
                      <a16:colId xmlns:a16="http://schemas.microsoft.com/office/drawing/2014/main" val="20004"/>
                    </a:ext>
                  </a:extLst>
                </a:gridCol>
              </a:tblGrid>
              <a:tr h="518128">
                <a:tc gridSpan="5">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zh-CN" altLang="en-US" sz="2800" b="1" i="0" u="none" strike="noStrike" cap="none" normalizeH="0" baseline="0">
                          <a:ln>
                            <a:noFill/>
                          </a:ln>
                          <a:solidFill>
                            <a:srgbClr val="003366"/>
                          </a:solidFill>
                          <a:effectLst/>
                          <a:latin typeface="Arial" panose="020B0604020202020204" pitchFamily="34" charset="0"/>
                          <a:ea typeface="宋体" panose="02010600030101010101" pitchFamily="2" charset="-122"/>
                        </a:rPr>
                        <a:t>符号表</a:t>
                      </a:r>
                    </a:p>
                  </a:txBody>
                  <a:tcPr marT="45710" marB="4571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822920">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No</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ID</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Addr</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type</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 ···</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28">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endParaRP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28">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endParaRP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28">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224</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800" b="1" i="0" u="none" strike="noStrike" cap="none" normalizeH="0" baseline="0">
                          <a:ln>
                            <a:noFill/>
                          </a:ln>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rPr>
                        <a:t>j</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AF80</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INT</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128">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endParaRP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23817">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endParaRP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28">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227</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800" b="1" i="0" u="none" strike="noStrike" cap="none" normalizeH="0" baseline="0">
                          <a:ln>
                            <a:noFill/>
                          </a:ln>
                          <a:solidFill>
                            <a:srgbClr val="FF0000"/>
                          </a:solidFill>
                          <a:effectLst>
                            <a:outerShdw blurRad="38100" dist="38100" dir="2700000" algn="tl">
                              <a:srgbClr val="C0C0C0"/>
                            </a:outerShdw>
                          </a:effectLst>
                          <a:latin typeface="Times New Roman" panose="02020603050405020304" pitchFamily="18" charset="0"/>
                          <a:ea typeface="宋体" panose="02010600030101010101" pitchFamily="2" charset="-122"/>
                        </a:rPr>
                        <a:t>i</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4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DF88</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INT</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128">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Arial" panose="020B0604020202020204" pitchFamily="34" charset="0"/>
                        <a:ea typeface="宋体" panose="02010600030101010101" pitchFamily="2" charset="-122"/>
                      </a:endParaRP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Arial" panose="020B0604020202020204" pitchFamily="34"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Arial" panose="020B0604020202020204" pitchFamily="34"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Arial" panose="020B0604020202020204" pitchFamily="34"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Arial" panose="020B0604020202020204" pitchFamily="34" charset="0"/>
                        <a:ea typeface="宋体" panose="02010600030101010101" pitchFamily="2" charset="-122"/>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650303" name="Line 63">
            <a:extLst>
              <a:ext uri="{FF2B5EF4-FFF2-40B4-BE49-F238E27FC236}">
                <a16:creationId xmlns:a16="http://schemas.microsoft.com/office/drawing/2014/main" id="{115D96C9-533E-A390-BD4E-BB29F8FF4C1C}"/>
              </a:ext>
            </a:extLst>
          </p:cNvPr>
          <p:cNvSpPr>
            <a:spLocks noChangeShapeType="1"/>
          </p:cNvSpPr>
          <p:nvPr/>
        </p:nvSpPr>
        <p:spPr bwMode="auto">
          <a:xfrm>
            <a:off x="3144838" y="3005138"/>
            <a:ext cx="1066800" cy="258445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0304" name="Line 64">
            <a:extLst>
              <a:ext uri="{FF2B5EF4-FFF2-40B4-BE49-F238E27FC236}">
                <a16:creationId xmlns:a16="http://schemas.microsoft.com/office/drawing/2014/main" id="{D0EF6BE1-3A1F-94DC-CB11-64CC4026786B}"/>
              </a:ext>
            </a:extLst>
          </p:cNvPr>
          <p:cNvSpPr>
            <a:spLocks noChangeShapeType="1"/>
          </p:cNvSpPr>
          <p:nvPr/>
        </p:nvSpPr>
        <p:spPr bwMode="auto">
          <a:xfrm>
            <a:off x="3132138" y="5135563"/>
            <a:ext cx="1008062" cy="59848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0305" name="Line 65">
            <a:extLst>
              <a:ext uri="{FF2B5EF4-FFF2-40B4-BE49-F238E27FC236}">
                <a16:creationId xmlns:a16="http://schemas.microsoft.com/office/drawing/2014/main" id="{656FB94B-90CF-09A1-36CD-C693B4057686}"/>
              </a:ext>
            </a:extLst>
          </p:cNvPr>
          <p:cNvSpPr>
            <a:spLocks noChangeShapeType="1"/>
          </p:cNvSpPr>
          <p:nvPr/>
        </p:nvSpPr>
        <p:spPr bwMode="auto">
          <a:xfrm flipV="1">
            <a:off x="3233738" y="4076700"/>
            <a:ext cx="76200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25" name="灯片编号占位符 7">
            <a:extLst>
              <a:ext uri="{FF2B5EF4-FFF2-40B4-BE49-F238E27FC236}">
                <a16:creationId xmlns:a16="http://schemas.microsoft.com/office/drawing/2014/main" id="{31CF540F-2820-D52B-18ED-0EB51ECE391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2E65E56C-26E9-284A-ACCE-20636304286F}"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8</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50308"/>
                                        </p:tgtEl>
                                        <p:attrNameLst>
                                          <p:attrName>style.visibility</p:attrName>
                                        </p:attrNameLst>
                                      </p:cBhvr>
                                      <p:to>
                                        <p:strVal val="visible"/>
                                      </p:to>
                                    </p:set>
                                    <p:animEffect transition="in" filter="wipe(left)">
                                      <p:cBhvr>
                                        <p:cTn id="7" dur="500"/>
                                        <p:tgtEl>
                                          <p:spTgt spid="650308"/>
                                        </p:tgtEl>
                                      </p:cBhvr>
                                    </p:animEffect>
                                  </p:childTnLst>
                                </p:cTn>
                              </p:par>
                              <p:par>
                                <p:cTn id="8" presetID="22" presetClass="entr" presetSubtype="8" fill="hold" nodeType="withEffect">
                                  <p:stCondLst>
                                    <p:cond delay="0"/>
                                  </p:stCondLst>
                                  <p:childTnLst>
                                    <p:set>
                                      <p:cBhvr>
                                        <p:cTn id="9" dur="1" fill="hold">
                                          <p:stCondLst>
                                            <p:cond delay="0"/>
                                          </p:stCondLst>
                                        </p:cTn>
                                        <p:tgtEl>
                                          <p:spTgt spid="650303"/>
                                        </p:tgtEl>
                                        <p:attrNameLst>
                                          <p:attrName>style.visibility</p:attrName>
                                        </p:attrNameLst>
                                      </p:cBhvr>
                                      <p:to>
                                        <p:strVal val="visible"/>
                                      </p:to>
                                    </p:set>
                                    <p:animEffect transition="in" filter="wipe(left)">
                                      <p:cBhvr>
                                        <p:cTn id="10" dur="500"/>
                                        <p:tgtEl>
                                          <p:spTgt spid="650303"/>
                                        </p:tgtEl>
                                      </p:cBhvr>
                                    </p:animEffect>
                                  </p:childTnLst>
                                </p:cTn>
                              </p:par>
                              <p:par>
                                <p:cTn id="11" presetID="22" presetClass="entr" presetSubtype="8" fill="hold" nodeType="withEffect">
                                  <p:stCondLst>
                                    <p:cond delay="0"/>
                                  </p:stCondLst>
                                  <p:childTnLst>
                                    <p:set>
                                      <p:cBhvr>
                                        <p:cTn id="12" dur="1" fill="hold">
                                          <p:stCondLst>
                                            <p:cond delay="0"/>
                                          </p:stCondLst>
                                        </p:cTn>
                                        <p:tgtEl>
                                          <p:spTgt spid="650304"/>
                                        </p:tgtEl>
                                        <p:attrNameLst>
                                          <p:attrName>style.visibility</p:attrName>
                                        </p:attrNameLst>
                                      </p:cBhvr>
                                      <p:to>
                                        <p:strVal val="visible"/>
                                      </p:to>
                                    </p:set>
                                    <p:animEffect transition="in" filter="wipe(left)">
                                      <p:cBhvr>
                                        <p:cTn id="13" dur="500"/>
                                        <p:tgtEl>
                                          <p:spTgt spid="650304"/>
                                        </p:tgtEl>
                                      </p:cBhvr>
                                    </p:animEffect>
                                  </p:childTnLst>
                                </p:cTn>
                              </p:par>
                              <p:par>
                                <p:cTn id="14" presetID="22" presetClass="entr" presetSubtype="8" fill="hold" nodeType="withEffect">
                                  <p:stCondLst>
                                    <p:cond delay="0"/>
                                  </p:stCondLst>
                                  <p:childTnLst>
                                    <p:set>
                                      <p:cBhvr>
                                        <p:cTn id="15" dur="1" fill="hold">
                                          <p:stCondLst>
                                            <p:cond delay="0"/>
                                          </p:stCondLst>
                                        </p:cTn>
                                        <p:tgtEl>
                                          <p:spTgt spid="650305"/>
                                        </p:tgtEl>
                                        <p:attrNameLst>
                                          <p:attrName>style.visibility</p:attrName>
                                        </p:attrNameLst>
                                      </p:cBhvr>
                                      <p:to>
                                        <p:strVal val="visible"/>
                                      </p:to>
                                    </p:set>
                                    <p:animEffect transition="in" filter="wipe(left)">
                                      <p:cBhvr>
                                        <p:cTn id="16" dur="500"/>
                                        <p:tgtEl>
                                          <p:spTgt spid="650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5" name="Text Box 7">
            <a:extLst>
              <a:ext uri="{FF2B5EF4-FFF2-40B4-BE49-F238E27FC236}">
                <a16:creationId xmlns:a16="http://schemas.microsoft.com/office/drawing/2014/main" id="{0B507C20-8E09-34E6-01C7-0AB33A6C4C54}"/>
              </a:ext>
            </a:extLst>
          </p:cNvPr>
          <p:cNvSpPr txBox="1">
            <a:spLocks noChangeArrowheads="1"/>
          </p:cNvSpPr>
          <p:nvPr/>
        </p:nvSpPr>
        <p:spPr bwMode="auto">
          <a:xfrm>
            <a:off x="539750" y="2565400"/>
            <a:ext cx="5111750" cy="359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2000">
                <a:ea typeface="宋体" panose="02010600030101010101" pitchFamily="2" charset="-122"/>
              </a:rPr>
              <a:t>逻辑</a:t>
            </a:r>
            <a:r>
              <a:rPr lang="en-US" altLang="zh-CN" sz="2000">
                <a:ea typeface="宋体" panose="02010600030101010101" pitchFamily="2" charset="-122"/>
              </a:rPr>
              <a:t>IF    </a:t>
            </a:r>
            <a:r>
              <a:rPr lang="zh-CN" altLang="en-US" sz="2000">
                <a:ea typeface="宋体" panose="02010600030101010101" pitchFamily="2" charset="-122"/>
              </a:rPr>
              <a:t>（</a:t>
            </a:r>
            <a:r>
              <a:rPr lang="en-US" altLang="zh-CN" sz="2000">
                <a:ea typeface="宋体" panose="02010600030101010101" pitchFamily="2" charset="-122"/>
              </a:rPr>
              <a:t>34</a:t>
            </a:r>
            <a:r>
              <a:rPr lang="zh-CN" altLang="en-US" sz="2000">
                <a:ea typeface="宋体" panose="02010600030101010101" pitchFamily="2" charset="-122"/>
              </a:rPr>
              <a:t>，</a:t>
            </a:r>
            <a:r>
              <a:rPr lang="en-US" altLang="zh-CN" sz="2000">
                <a:ea typeface="宋体" panose="02010600030101010101" pitchFamily="2" charset="-122"/>
              </a:rPr>
              <a:t>_</a:t>
            </a:r>
            <a:r>
              <a:rPr lang="zh-CN" altLang="en-US" sz="2000">
                <a:ea typeface="宋体" panose="02010600030101010101" pitchFamily="2" charset="-122"/>
              </a:rPr>
              <a:t>）</a:t>
            </a:r>
          </a:p>
          <a:p>
            <a:pPr eaLnBrk="1" hangingPunct="1">
              <a:spcBef>
                <a:spcPct val="50000"/>
              </a:spcBef>
              <a:buClrTx/>
              <a:buSzTx/>
              <a:buFontTx/>
              <a:buNone/>
            </a:pPr>
            <a:r>
              <a:rPr lang="zh-CN" altLang="en-US" sz="2000">
                <a:ea typeface="宋体" panose="02010600030101010101" pitchFamily="2" charset="-122"/>
              </a:rPr>
              <a:t>左括号    （</a:t>
            </a:r>
            <a:r>
              <a:rPr lang="en-US" altLang="zh-CN" sz="2000">
                <a:ea typeface="宋体" panose="02010600030101010101" pitchFamily="2" charset="-122"/>
              </a:rPr>
              <a:t>2</a:t>
            </a:r>
            <a:r>
              <a:rPr lang="zh-CN" altLang="en-US" sz="2000">
                <a:ea typeface="宋体" panose="02010600030101010101" pitchFamily="2" charset="-122"/>
              </a:rPr>
              <a:t>，</a:t>
            </a:r>
            <a:r>
              <a:rPr lang="en-US" altLang="zh-CN" sz="2000">
                <a:ea typeface="宋体" panose="02010600030101010101" pitchFamily="2" charset="-122"/>
              </a:rPr>
              <a:t>_</a:t>
            </a:r>
            <a:r>
              <a:rPr lang="zh-CN" altLang="en-US" sz="2000">
                <a:ea typeface="宋体" panose="02010600030101010101" pitchFamily="2" charset="-122"/>
              </a:rPr>
              <a:t>）</a:t>
            </a:r>
          </a:p>
          <a:p>
            <a:pPr eaLnBrk="1" hangingPunct="1">
              <a:spcBef>
                <a:spcPct val="50000"/>
              </a:spcBef>
              <a:buClrTx/>
              <a:buSzTx/>
              <a:buFontTx/>
              <a:buNone/>
            </a:pPr>
            <a:r>
              <a:rPr lang="zh-CN" altLang="en-US" sz="2000">
                <a:ea typeface="宋体" panose="02010600030101010101" pitchFamily="2" charset="-122"/>
              </a:rPr>
              <a:t>整常数    （</a:t>
            </a:r>
            <a:r>
              <a:rPr lang="en-US" altLang="zh-CN" sz="2000">
                <a:ea typeface="宋体" panose="02010600030101010101" pitchFamily="2" charset="-122"/>
              </a:rPr>
              <a:t>20</a:t>
            </a:r>
            <a:r>
              <a:rPr lang="zh-CN" altLang="en-US" sz="2000">
                <a:ea typeface="宋体" panose="02010600030101010101" pitchFamily="2" charset="-122"/>
              </a:rPr>
              <a:t>，‘</a:t>
            </a:r>
            <a:r>
              <a:rPr lang="en-US" altLang="zh-CN" sz="2000">
                <a:ea typeface="宋体" panose="02010600030101010101" pitchFamily="2" charset="-122"/>
              </a:rPr>
              <a:t>5’</a:t>
            </a:r>
            <a:r>
              <a:rPr lang="zh-CN" altLang="en-US" sz="2000">
                <a:ea typeface="宋体" panose="02010600030101010101" pitchFamily="2" charset="-122"/>
              </a:rPr>
              <a:t>的二进制表示）</a:t>
            </a:r>
          </a:p>
          <a:p>
            <a:pPr eaLnBrk="1" hangingPunct="1">
              <a:spcBef>
                <a:spcPct val="50000"/>
              </a:spcBef>
              <a:buClrTx/>
              <a:buSzTx/>
              <a:buFontTx/>
              <a:buNone/>
            </a:pPr>
            <a:r>
              <a:rPr lang="zh-CN" altLang="en-US" sz="2000">
                <a:ea typeface="宋体" panose="02010600030101010101" pitchFamily="2" charset="-122"/>
              </a:rPr>
              <a:t>等号      （</a:t>
            </a:r>
            <a:r>
              <a:rPr lang="en-US" altLang="zh-CN" sz="2000">
                <a:ea typeface="宋体" panose="02010600030101010101" pitchFamily="2" charset="-122"/>
              </a:rPr>
              <a:t>6</a:t>
            </a:r>
            <a:r>
              <a:rPr lang="zh-CN" altLang="en-US" sz="2000">
                <a:ea typeface="宋体" panose="02010600030101010101" pitchFamily="2" charset="-122"/>
              </a:rPr>
              <a:t>，</a:t>
            </a:r>
            <a:r>
              <a:rPr lang="en-US" altLang="zh-CN" sz="2000">
                <a:ea typeface="宋体" panose="02010600030101010101" pitchFamily="2" charset="-122"/>
              </a:rPr>
              <a:t>_</a:t>
            </a:r>
            <a:r>
              <a:rPr lang="zh-CN" altLang="en-US" sz="2000">
                <a:ea typeface="宋体" panose="02010600030101010101" pitchFamily="2" charset="-122"/>
              </a:rPr>
              <a:t>）</a:t>
            </a:r>
          </a:p>
          <a:p>
            <a:pPr eaLnBrk="1" hangingPunct="1">
              <a:spcBef>
                <a:spcPct val="50000"/>
              </a:spcBef>
              <a:buClrTx/>
              <a:buSzTx/>
              <a:buFontTx/>
              <a:buNone/>
            </a:pPr>
            <a:r>
              <a:rPr lang="zh-CN" altLang="en-US" sz="2000">
                <a:ea typeface="宋体" panose="02010600030101010101" pitchFamily="2" charset="-122"/>
              </a:rPr>
              <a:t>标识符    （</a:t>
            </a:r>
            <a:r>
              <a:rPr lang="en-US" altLang="zh-CN" sz="2000">
                <a:ea typeface="宋体" panose="02010600030101010101" pitchFamily="2" charset="-122"/>
              </a:rPr>
              <a:t>26</a:t>
            </a:r>
            <a:r>
              <a:rPr lang="zh-CN" altLang="en-US" sz="2000">
                <a:ea typeface="宋体" panose="02010600030101010101" pitchFamily="2" charset="-122"/>
              </a:rPr>
              <a:t>，‘</a:t>
            </a:r>
            <a:r>
              <a:rPr lang="en-US" altLang="zh-CN" sz="2000">
                <a:ea typeface="宋体" panose="02010600030101010101" pitchFamily="2" charset="-122"/>
              </a:rPr>
              <a:t>M’</a:t>
            </a:r>
            <a:r>
              <a:rPr lang="zh-CN" altLang="en-US" sz="2000">
                <a:ea typeface="宋体" panose="02010600030101010101" pitchFamily="2" charset="-122"/>
              </a:rPr>
              <a:t>）</a:t>
            </a:r>
          </a:p>
          <a:p>
            <a:pPr eaLnBrk="1" hangingPunct="1">
              <a:spcBef>
                <a:spcPct val="50000"/>
              </a:spcBef>
              <a:buClrTx/>
              <a:buSzTx/>
              <a:buFontTx/>
              <a:buNone/>
            </a:pPr>
            <a:r>
              <a:rPr lang="zh-CN" altLang="en-US" sz="2000">
                <a:ea typeface="宋体" panose="02010600030101010101" pitchFamily="2" charset="-122"/>
              </a:rPr>
              <a:t>右括号    （</a:t>
            </a:r>
            <a:r>
              <a:rPr lang="en-US" altLang="zh-CN" sz="2000">
                <a:ea typeface="宋体" panose="02010600030101010101" pitchFamily="2" charset="-122"/>
              </a:rPr>
              <a:t>16</a:t>
            </a:r>
            <a:r>
              <a:rPr lang="zh-CN" altLang="en-US" sz="2000">
                <a:ea typeface="宋体" panose="02010600030101010101" pitchFamily="2" charset="-122"/>
              </a:rPr>
              <a:t>，</a:t>
            </a:r>
            <a:r>
              <a:rPr lang="en-US" altLang="zh-CN" sz="2000">
                <a:ea typeface="宋体" panose="02010600030101010101" pitchFamily="2" charset="-122"/>
              </a:rPr>
              <a:t>_</a:t>
            </a:r>
            <a:r>
              <a:rPr lang="zh-CN" altLang="en-US" sz="2000">
                <a:ea typeface="宋体" panose="02010600030101010101" pitchFamily="2" charset="-122"/>
              </a:rPr>
              <a:t>）</a:t>
            </a:r>
          </a:p>
          <a:p>
            <a:pPr eaLnBrk="1" hangingPunct="1">
              <a:spcBef>
                <a:spcPct val="50000"/>
              </a:spcBef>
              <a:buClrTx/>
              <a:buSzTx/>
              <a:buFontTx/>
              <a:buNone/>
            </a:pPr>
            <a:r>
              <a:rPr lang="en-US" altLang="zh-CN" sz="2000">
                <a:ea typeface="宋体" panose="02010600030101010101" pitchFamily="2" charset="-122"/>
              </a:rPr>
              <a:t>GOTO      </a:t>
            </a:r>
            <a:r>
              <a:rPr lang="zh-CN" altLang="en-US" sz="2000">
                <a:ea typeface="宋体" panose="02010600030101010101" pitchFamily="2" charset="-122"/>
              </a:rPr>
              <a:t>（</a:t>
            </a:r>
            <a:r>
              <a:rPr lang="en-US" altLang="zh-CN" sz="2000">
                <a:ea typeface="宋体" panose="02010600030101010101" pitchFamily="2" charset="-122"/>
              </a:rPr>
              <a:t>30</a:t>
            </a:r>
            <a:r>
              <a:rPr lang="zh-CN" altLang="en-US" sz="2000">
                <a:ea typeface="宋体" panose="02010600030101010101" pitchFamily="2" charset="-122"/>
              </a:rPr>
              <a:t>，</a:t>
            </a:r>
            <a:r>
              <a:rPr lang="en-US" altLang="zh-CN" sz="2000">
                <a:ea typeface="宋体" panose="02010600030101010101" pitchFamily="2" charset="-122"/>
              </a:rPr>
              <a:t>_</a:t>
            </a:r>
            <a:r>
              <a:rPr lang="zh-CN" altLang="en-US" sz="2000">
                <a:ea typeface="宋体" panose="02010600030101010101" pitchFamily="2" charset="-122"/>
              </a:rPr>
              <a:t>）</a:t>
            </a:r>
          </a:p>
          <a:p>
            <a:pPr eaLnBrk="1" hangingPunct="1">
              <a:spcBef>
                <a:spcPct val="50000"/>
              </a:spcBef>
              <a:buClrTx/>
              <a:buSzTx/>
              <a:buFontTx/>
              <a:buNone/>
            </a:pPr>
            <a:r>
              <a:rPr lang="zh-CN" altLang="en-US" sz="2000">
                <a:ea typeface="宋体" panose="02010600030101010101" pitchFamily="2" charset="-122"/>
              </a:rPr>
              <a:t>标号      （</a:t>
            </a:r>
            <a:r>
              <a:rPr lang="en-US" altLang="zh-CN" sz="2000">
                <a:ea typeface="宋体" panose="02010600030101010101" pitchFamily="2" charset="-122"/>
              </a:rPr>
              <a:t>19</a:t>
            </a:r>
            <a:r>
              <a:rPr lang="zh-CN" altLang="en-US" sz="2000">
                <a:ea typeface="宋体" panose="02010600030101010101" pitchFamily="2" charset="-122"/>
              </a:rPr>
              <a:t>，‘</a:t>
            </a:r>
            <a:r>
              <a:rPr lang="en-US" altLang="zh-CN" sz="2000">
                <a:ea typeface="宋体" panose="02010600030101010101" pitchFamily="2" charset="-122"/>
              </a:rPr>
              <a:t>100’</a:t>
            </a:r>
            <a:r>
              <a:rPr lang="zh-CN" altLang="en-US" sz="2000">
                <a:ea typeface="宋体" panose="02010600030101010101" pitchFamily="2" charset="-122"/>
              </a:rPr>
              <a:t>的二进制表示）</a:t>
            </a:r>
          </a:p>
        </p:txBody>
      </p:sp>
      <p:sp>
        <p:nvSpPr>
          <p:cNvPr id="652296" name="Rectangle 8">
            <a:extLst>
              <a:ext uri="{FF2B5EF4-FFF2-40B4-BE49-F238E27FC236}">
                <a16:creationId xmlns:a16="http://schemas.microsoft.com/office/drawing/2014/main" id="{129B621E-D0DD-DDB4-82EA-BA692D275B36}"/>
              </a:ext>
            </a:extLst>
          </p:cNvPr>
          <p:cNvSpPr>
            <a:spLocks noChangeArrowheads="1"/>
          </p:cNvSpPr>
          <p:nvPr/>
        </p:nvSpPr>
        <p:spPr bwMode="auto">
          <a:xfrm>
            <a:off x="5148263" y="2430463"/>
            <a:ext cx="3455987" cy="711200"/>
          </a:xfrm>
          <a:prstGeom prst="rect">
            <a:avLst/>
          </a:prstGeom>
          <a:solidFill>
            <a:srgbClr val="FF9900"/>
          </a:solidFill>
          <a:ln w="9525" algn="ctr">
            <a:solidFill>
              <a:srgbClr val="000000"/>
            </a:solidFill>
            <a:miter lim="800000"/>
            <a:headEnd/>
            <a:tailEnd/>
          </a:ln>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en-US" altLang="zh-CN" sz="2000">
                <a:solidFill>
                  <a:schemeClr val="tx2"/>
                </a:solidFill>
                <a:latin typeface="宋体" panose="02010600030101010101" pitchFamily="2" charset="-122"/>
                <a:ea typeface="宋体" panose="02010600030101010101" pitchFamily="2" charset="-122"/>
              </a:rPr>
              <a:t>IF</a:t>
            </a:r>
            <a:r>
              <a:rPr lang="zh-CN" altLang="en-US" sz="2000">
                <a:solidFill>
                  <a:schemeClr val="tx2"/>
                </a:solidFill>
                <a:latin typeface="宋体" panose="02010600030101010101" pitchFamily="2" charset="-122"/>
                <a:ea typeface="宋体" panose="02010600030101010101" pitchFamily="2" charset="-122"/>
              </a:rPr>
              <a:t>为关键字，种别编码</a:t>
            </a:r>
            <a:r>
              <a:rPr lang="en-US" altLang="zh-CN" sz="2000">
                <a:solidFill>
                  <a:schemeClr val="tx2"/>
                </a:solidFill>
                <a:latin typeface="宋体" panose="02010600030101010101" pitchFamily="2" charset="-122"/>
                <a:ea typeface="宋体" panose="02010600030101010101" pitchFamily="2" charset="-122"/>
              </a:rPr>
              <a:t>34</a:t>
            </a:r>
            <a:r>
              <a:rPr lang="zh-CN" altLang="en-US" sz="2000">
                <a:solidFill>
                  <a:schemeClr val="tx2"/>
                </a:solidFill>
                <a:latin typeface="宋体" panose="02010600030101010101" pitchFamily="2" charset="-122"/>
                <a:ea typeface="宋体" panose="02010600030101010101" pitchFamily="2" charset="-122"/>
              </a:rPr>
              <a:t>，采用一符一种的编码方式。</a:t>
            </a:r>
          </a:p>
        </p:txBody>
      </p:sp>
      <p:sp>
        <p:nvSpPr>
          <p:cNvPr id="652297" name="Rectangle 9">
            <a:extLst>
              <a:ext uri="{FF2B5EF4-FFF2-40B4-BE49-F238E27FC236}">
                <a16:creationId xmlns:a16="http://schemas.microsoft.com/office/drawing/2014/main" id="{3DC67FEC-F59E-7D94-9673-4977A3935D58}"/>
              </a:ext>
            </a:extLst>
          </p:cNvPr>
          <p:cNvSpPr>
            <a:spLocks noChangeArrowheads="1"/>
          </p:cNvSpPr>
          <p:nvPr/>
        </p:nvSpPr>
        <p:spPr bwMode="auto">
          <a:xfrm>
            <a:off x="5148263" y="3379788"/>
            <a:ext cx="3995737" cy="711200"/>
          </a:xfrm>
          <a:prstGeom prst="rect">
            <a:avLst/>
          </a:prstGeom>
          <a:solidFill>
            <a:srgbClr val="FF9900"/>
          </a:solidFill>
          <a:ln w="9525" algn="ctr">
            <a:solidFill>
              <a:srgbClr val="000000"/>
            </a:solidFill>
            <a:miter lim="800000"/>
            <a:headEnd/>
            <a:tailEnd/>
          </a:ln>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2000">
                <a:solidFill>
                  <a:schemeClr val="tx2"/>
                </a:solidFill>
                <a:latin typeface="宋体" panose="02010600030101010101" pitchFamily="2" charset="-122"/>
                <a:ea typeface="宋体" panose="02010600030101010101" pitchFamily="2" charset="-122"/>
              </a:rPr>
              <a:t>常数类型，种别编码</a:t>
            </a:r>
            <a:r>
              <a:rPr lang="en-US" altLang="zh-CN" sz="2000">
                <a:solidFill>
                  <a:schemeClr val="tx2"/>
                </a:solidFill>
                <a:latin typeface="宋体" panose="02010600030101010101" pitchFamily="2" charset="-122"/>
                <a:ea typeface="宋体" panose="02010600030101010101" pitchFamily="2" charset="-122"/>
              </a:rPr>
              <a:t>20</a:t>
            </a:r>
            <a:r>
              <a:rPr lang="zh-CN" altLang="en-US" sz="2000">
                <a:solidFill>
                  <a:schemeClr val="tx2"/>
                </a:solidFill>
                <a:latin typeface="宋体" panose="02010600030101010101" pitchFamily="2" charset="-122"/>
                <a:ea typeface="宋体" panose="02010600030101010101" pitchFamily="2" charset="-122"/>
              </a:rPr>
              <a:t>，单词自身的值为‘</a:t>
            </a:r>
            <a:r>
              <a:rPr lang="en-US" altLang="zh-CN" sz="2000">
                <a:solidFill>
                  <a:schemeClr val="tx2"/>
                </a:solidFill>
                <a:latin typeface="宋体" panose="02010600030101010101" pitchFamily="2" charset="-122"/>
                <a:ea typeface="宋体" panose="02010600030101010101" pitchFamily="2" charset="-122"/>
              </a:rPr>
              <a:t>5’</a:t>
            </a:r>
            <a:r>
              <a:rPr lang="zh-CN" altLang="en-US" sz="2000">
                <a:solidFill>
                  <a:schemeClr val="tx2"/>
                </a:solidFill>
                <a:latin typeface="宋体" panose="02010600030101010101" pitchFamily="2" charset="-122"/>
                <a:ea typeface="宋体" panose="02010600030101010101" pitchFamily="2" charset="-122"/>
              </a:rPr>
              <a:t>的二进制表示。</a:t>
            </a:r>
          </a:p>
        </p:txBody>
      </p:sp>
      <p:sp>
        <p:nvSpPr>
          <p:cNvPr id="652298" name="Rectangle 10">
            <a:extLst>
              <a:ext uri="{FF2B5EF4-FFF2-40B4-BE49-F238E27FC236}">
                <a16:creationId xmlns:a16="http://schemas.microsoft.com/office/drawing/2014/main" id="{4F2D2575-7F24-56AF-18DD-9DE4AF7D1363}"/>
              </a:ext>
            </a:extLst>
          </p:cNvPr>
          <p:cNvSpPr>
            <a:spLocks noChangeArrowheads="1"/>
          </p:cNvSpPr>
          <p:nvPr/>
        </p:nvSpPr>
        <p:spPr bwMode="auto">
          <a:xfrm>
            <a:off x="5148263" y="2781300"/>
            <a:ext cx="3671887" cy="711200"/>
          </a:xfrm>
          <a:prstGeom prst="rect">
            <a:avLst/>
          </a:prstGeom>
          <a:solidFill>
            <a:srgbClr val="FF9900"/>
          </a:solidFill>
          <a:ln w="9525" algn="ctr">
            <a:solidFill>
              <a:srgbClr val="000000"/>
            </a:solidFill>
            <a:miter lim="800000"/>
            <a:headEnd/>
            <a:tailEnd/>
          </a:ln>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2"/>
                </a:solidFill>
                <a:latin typeface="宋体" panose="02010600030101010101" pitchFamily="2" charset="-122"/>
                <a:ea typeface="宋体" panose="02010600030101010101" pitchFamily="2" charset="-122"/>
              </a:rPr>
              <a:t>‘(’</a:t>
            </a:r>
            <a:r>
              <a:rPr lang="zh-CN" altLang="en-US" sz="2000">
                <a:solidFill>
                  <a:schemeClr val="tx2"/>
                </a:solidFill>
                <a:latin typeface="宋体" panose="02010600030101010101" pitchFamily="2" charset="-122"/>
                <a:ea typeface="宋体" panose="02010600030101010101" pitchFamily="2" charset="-122"/>
              </a:rPr>
              <a:t>为界符，种别编码</a:t>
            </a:r>
            <a:r>
              <a:rPr lang="en-US" altLang="zh-CN" sz="2000">
                <a:solidFill>
                  <a:schemeClr val="tx2"/>
                </a:solidFill>
                <a:latin typeface="宋体" panose="02010600030101010101" pitchFamily="2" charset="-122"/>
                <a:ea typeface="宋体" panose="02010600030101010101" pitchFamily="2" charset="-122"/>
              </a:rPr>
              <a:t>2</a:t>
            </a:r>
            <a:r>
              <a:rPr lang="zh-CN" altLang="en-US" sz="2000">
                <a:solidFill>
                  <a:schemeClr val="tx2"/>
                </a:solidFill>
                <a:latin typeface="宋体" panose="02010600030101010101" pitchFamily="2" charset="-122"/>
                <a:ea typeface="宋体" panose="02010600030101010101" pitchFamily="2" charset="-122"/>
              </a:rPr>
              <a:t>，采用一符一种的编码方式。</a:t>
            </a:r>
          </a:p>
        </p:txBody>
      </p:sp>
      <p:sp>
        <p:nvSpPr>
          <p:cNvPr id="652299" name="Rectangle 11">
            <a:extLst>
              <a:ext uri="{FF2B5EF4-FFF2-40B4-BE49-F238E27FC236}">
                <a16:creationId xmlns:a16="http://schemas.microsoft.com/office/drawing/2014/main" id="{EFE29E5C-3B9C-3A29-3667-0F7A7EB96A8B}"/>
              </a:ext>
            </a:extLst>
          </p:cNvPr>
          <p:cNvSpPr>
            <a:spLocks noChangeArrowheads="1"/>
          </p:cNvSpPr>
          <p:nvPr/>
        </p:nvSpPr>
        <p:spPr bwMode="auto">
          <a:xfrm>
            <a:off x="5148263" y="3716338"/>
            <a:ext cx="3455987" cy="711200"/>
          </a:xfrm>
          <a:prstGeom prst="rect">
            <a:avLst/>
          </a:prstGeom>
          <a:solidFill>
            <a:srgbClr val="FF9900"/>
          </a:solidFill>
          <a:ln w="9525" algn="ctr">
            <a:solidFill>
              <a:srgbClr val="000000"/>
            </a:solidFill>
            <a:miter lim="800000"/>
            <a:headEnd/>
            <a:tailEnd/>
          </a:ln>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zh-CN" altLang="en-US" sz="2000">
                <a:solidFill>
                  <a:schemeClr val="tx2"/>
                </a:solidFill>
                <a:latin typeface="宋体" panose="02010600030101010101" pitchFamily="2" charset="-122"/>
                <a:ea typeface="宋体" panose="02010600030101010101" pitchFamily="2" charset="-122"/>
              </a:rPr>
              <a:t>等号为运算符，种别编码</a:t>
            </a:r>
            <a:r>
              <a:rPr lang="en-US" altLang="zh-CN" sz="2000">
                <a:solidFill>
                  <a:schemeClr val="tx2"/>
                </a:solidFill>
                <a:latin typeface="宋体" panose="02010600030101010101" pitchFamily="2" charset="-122"/>
                <a:ea typeface="宋体" panose="02010600030101010101" pitchFamily="2" charset="-122"/>
              </a:rPr>
              <a:t>6</a:t>
            </a:r>
            <a:r>
              <a:rPr lang="zh-CN" altLang="en-US" sz="2000">
                <a:solidFill>
                  <a:schemeClr val="tx2"/>
                </a:solidFill>
                <a:latin typeface="宋体" panose="02010600030101010101" pitchFamily="2" charset="-122"/>
                <a:ea typeface="宋体" panose="02010600030101010101" pitchFamily="2" charset="-122"/>
              </a:rPr>
              <a:t>，采用一符一种的编码方式。</a:t>
            </a:r>
          </a:p>
        </p:txBody>
      </p:sp>
      <p:sp>
        <p:nvSpPr>
          <p:cNvPr id="652300" name="Rectangle 12">
            <a:extLst>
              <a:ext uri="{FF2B5EF4-FFF2-40B4-BE49-F238E27FC236}">
                <a16:creationId xmlns:a16="http://schemas.microsoft.com/office/drawing/2014/main" id="{FCB4A0A6-01F1-32BE-A508-F6872192FF24}"/>
              </a:ext>
            </a:extLst>
          </p:cNvPr>
          <p:cNvSpPr>
            <a:spLocks noChangeArrowheads="1"/>
          </p:cNvSpPr>
          <p:nvPr/>
        </p:nvSpPr>
        <p:spPr bwMode="auto">
          <a:xfrm>
            <a:off x="5148263" y="4149725"/>
            <a:ext cx="3455987" cy="711200"/>
          </a:xfrm>
          <a:prstGeom prst="rect">
            <a:avLst/>
          </a:prstGeom>
          <a:solidFill>
            <a:srgbClr val="FF9900"/>
          </a:solidFill>
          <a:ln w="9525" algn="ctr">
            <a:solidFill>
              <a:srgbClr val="000000"/>
            </a:solidFill>
            <a:miter lim="800000"/>
            <a:headEnd/>
            <a:tailEnd/>
          </a:ln>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2"/>
                </a:solidFill>
                <a:latin typeface="宋体" panose="02010600030101010101" pitchFamily="2" charset="-122"/>
                <a:ea typeface="宋体" panose="02010600030101010101" pitchFamily="2" charset="-122"/>
              </a:rPr>
              <a:t>M</a:t>
            </a:r>
            <a:r>
              <a:rPr lang="zh-CN" altLang="en-US" sz="2000">
                <a:solidFill>
                  <a:schemeClr val="tx2"/>
                </a:solidFill>
                <a:latin typeface="宋体" panose="02010600030101010101" pitchFamily="2" charset="-122"/>
                <a:ea typeface="宋体" panose="02010600030101010101" pitchFamily="2" charset="-122"/>
              </a:rPr>
              <a:t>为标识符，种别编码</a:t>
            </a:r>
            <a:r>
              <a:rPr lang="en-US" altLang="zh-CN" sz="2000">
                <a:solidFill>
                  <a:schemeClr val="tx2"/>
                </a:solidFill>
                <a:latin typeface="宋体" panose="02010600030101010101" pitchFamily="2" charset="-122"/>
                <a:ea typeface="宋体" panose="02010600030101010101" pitchFamily="2" charset="-122"/>
              </a:rPr>
              <a:t>26</a:t>
            </a:r>
            <a:r>
              <a:rPr lang="zh-CN" altLang="en-US" sz="2000">
                <a:solidFill>
                  <a:schemeClr val="tx2"/>
                </a:solidFill>
                <a:latin typeface="宋体" panose="02010600030101010101" pitchFamily="2" charset="-122"/>
                <a:ea typeface="宋体" panose="02010600030101010101" pitchFamily="2" charset="-122"/>
              </a:rPr>
              <a:t>，单词自身值为‘</a:t>
            </a:r>
            <a:r>
              <a:rPr lang="en-US" altLang="zh-CN" sz="2000">
                <a:solidFill>
                  <a:schemeClr val="tx2"/>
                </a:solidFill>
                <a:latin typeface="宋体" panose="02010600030101010101" pitchFamily="2" charset="-122"/>
                <a:ea typeface="宋体" panose="02010600030101010101" pitchFamily="2" charset="-122"/>
              </a:rPr>
              <a:t>M’</a:t>
            </a:r>
            <a:r>
              <a:rPr lang="zh-CN" altLang="en-US" sz="2000">
                <a:solidFill>
                  <a:schemeClr val="tx2"/>
                </a:solidFill>
                <a:latin typeface="宋体" panose="02010600030101010101" pitchFamily="2" charset="-122"/>
                <a:ea typeface="宋体" panose="02010600030101010101" pitchFamily="2" charset="-122"/>
              </a:rPr>
              <a:t>。</a:t>
            </a:r>
          </a:p>
        </p:txBody>
      </p:sp>
      <p:sp>
        <p:nvSpPr>
          <p:cNvPr id="652301" name="Rectangle 13">
            <a:extLst>
              <a:ext uri="{FF2B5EF4-FFF2-40B4-BE49-F238E27FC236}">
                <a16:creationId xmlns:a16="http://schemas.microsoft.com/office/drawing/2014/main" id="{3330E4F0-6C9C-37FE-2EE8-7980547DB6B6}"/>
              </a:ext>
            </a:extLst>
          </p:cNvPr>
          <p:cNvSpPr>
            <a:spLocks noChangeArrowheads="1"/>
          </p:cNvSpPr>
          <p:nvPr/>
        </p:nvSpPr>
        <p:spPr bwMode="auto">
          <a:xfrm>
            <a:off x="5148263" y="4724400"/>
            <a:ext cx="3455987" cy="711200"/>
          </a:xfrm>
          <a:prstGeom prst="rect">
            <a:avLst/>
          </a:prstGeom>
          <a:solidFill>
            <a:srgbClr val="FF9900"/>
          </a:solidFill>
          <a:ln w="9525" algn="ctr">
            <a:solidFill>
              <a:srgbClr val="000000"/>
            </a:solidFill>
            <a:miter lim="800000"/>
            <a:headEnd/>
            <a:tailEnd/>
          </a:ln>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2"/>
                </a:solidFill>
                <a:latin typeface="宋体" panose="02010600030101010101" pitchFamily="2" charset="-122"/>
                <a:ea typeface="宋体" panose="02010600030101010101" pitchFamily="2" charset="-122"/>
              </a:rPr>
              <a:t>‘)’</a:t>
            </a:r>
            <a:r>
              <a:rPr lang="zh-CN" altLang="en-US" sz="2000">
                <a:solidFill>
                  <a:schemeClr val="tx2"/>
                </a:solidFill>
                <a:latin typeface="宋体" panose="02010600030101010101" pitchFamily="2" charset="-122"/>
                <a:ea typeface="宋体" panose="02010600030101010101" pitchFamily="2" charset="-122"/>
              </a:rPr>
              <a:t>为界符，种别编码</a:t>
            </a:r>
            <a:r>
              <a:rPr lang="en-US" altLang="zh-CN" sz="2000">
                <a:solidFill>
                  <a:schemeClr val="tx2"/>
                </a:solidFill>
                <a:latin typeface="宋体" panose="02010600030101010101" pitchFamily="2" charset="-122"/>
                <a:ea typeface="宋体" panose="02010600030101010101" pitchFamily="2" charset="-122"/>
              </a:rPr>
              <a:t>16</a:t>
            </a:r>
            <a:r>
              <a:rPr lang="zh-CN" altLang="en-US" sz="2000">
                <a:solidFill>
                  <a:schemeClr val="tx2"/>
                </a:solidFill>
                <a:latin typeface="宋体" panose="02010600030101010101" pitchFamily="2" charset="-122"/>
                <a:ea typeface="宋体" panose="02010600030101010101" pitchFamily="2" charset="-122"/>
              </a:rPr>
              <a:t>，采用一符一种的编码方式。</a:t>
            </a:r>
          </a:p>
        </p:txBody>
      </p:sp>
      <p:sp>
        <p:nvSpPr>
          <p:cNvPr id="652302" name="Rectangle 14">
            <a:extLst>
              <a:ext uri="{FF2B5EF4-FFF2-40B4-BE49-F238E27FC236}">
                <a16:creationId xmlns:a16="http://schemas.microsoft.com/office/drawing/2014/main" id="{7594B505-DB5A-7E40-02CA-5C4ED1865814}"/>
              </a:ext>
            </a:extLst>
          </p:cNvPr>
          <p:cNvSpPr>
            <a:spLocks noChangeArrowheads="1"/>
          </p:cNvSpPr>
          <p:nvPr/>
        </p:nvSpPr>
        <p:spPr bwMode="auto">
          <a:xfrm>
            <a:off x="5148263" y="5094288"/>
            <a:ext cx="3671887" cy="711200"/>
          </a:xfrm>
          <a:prstGeom prst="rect">
            <a:avLst/>
          </a:prstGeom>
          <a:solidFill>
            <a:srgbClr val="FF9900"/>
          </a:solidFill>
          <a:ln w="9525" algn="ctr">
            <a:solidFill>
              <a:srgbClr val="000000"/>
            </a:solidFill>
            <a:miter lim="800000"/>
            <a:headEnd/>
            <a:tailEnd/>
          </a:ln>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2"/>
                </a:solidFill>
                <a:latin typeface="宋体" panose="02010600030101010101" pitchFamily="2" charset="-122"/>
                <a:ea typeface="宋体" panose="02010600030101010101" pitchFamily="2" charset="-122"/>
              </a:rPr>
              <a:t>GOTO</a:t>
            </a:r>
            <a:r>
              <a:rPr lang="zh-CN" altLang="en-US" sz="2000">
                <a:solidFill>
                  <a:schemeClr val="tx2"/>
                </a:solidFill>
                <a:latin typeface="宋体" panose="02010600030101010101" pitchFamily="2" charset="-122"/>
                <a:ea typeface="宋体" panose="02010600030101010101" pitchFamily="2" charset="-122"/>
              </a:rPr>
              <a:t>为关键字，种别编码</a:t>
            </a:r>
            <a:r>
              <a:rPr lang="en-US" altLang="zh-CN" sz="2000">
                <a:solidFill>
                  <a:schemeClr val="tx2"/>
                </a:solidFill>
                <a:latin typeface="宋体" panose="02010600030101010101" pitchFamily="2" charset="-122"/>
                <a:ea typeface="宋体" panose="02010600030101010101" pitchFamily="2" charset="-122"/>
              </a:rPr>
              <a:t>30</a:t>
            </a:r>
            <a:r>
              <a:rPr lang="zh-CN" altLang="en-US" sz="2000">
                <a:solidFill>
                  <a:schemeClr val="tx2"/>
                </a:solidFill>
                <a:latin typeface="宋体" panose="02010600030101010101" pitchFamily="2" charset="-122"/>
                <a:ea typeface="宋体" panose="02010600030101010101" pitchFamily="2" charset="-122"/>
              </a:rPr>
              <a:t>，采用一符一种的编码方式。</a:t>
            </a:r>
          </a:p>
        </p:txBody>
      </p:sp>
      <p:sp>
        <p:nvSpPr>
          <p:cNvPr id="652303" name="Rectangle 15">
            <a:extLst>
              <a:ext uri="{FF2B5EF4-FFF2-40B4-BE49-F238E27FC236}">
                <a16:creationId xmlns:a16="http://schemas.microsoft.com/office/drawing/2014/main" id="{3D412622-D3C7-FD36-D061-21423AD7CC80}"/>
              </a:ext>
            </a:extLst>
          </p:cNvPr>
          <p:cNvSpPr>
            <a:spLocks noChangeArrowheads="1"/>
          </p:cNvSpPr>
          <p:nvPr/>
        </p:nvSpPr>
        <p:spPr bwMode="auto">
          <a:xfrm>
            <a:off x="5148263" y="5661025"/>
            <a:ext cx="3779837" cy="711200"/>
          </a:xfrm>
          <a:prstGeom prst="rect">
            <a:avLst/>
          </a:prstGeom>
          <a:solidFill>
            <a:srgbClr val="FF9900"/>
          </a:solidFill>
          <a:ln w="9525" algn="ctr">
            <a:solidFill>
              <a:srgbClr val="000000"/>
            </a:solidFill>
            <a:miter lim="800000"/>
            <a:headEnd/>
            <a:tailEnd/>
          </a:ln>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2"/>
                </a:solidFill>
                <a:latin typeface="宋体" panose="02010600030101010101" pitchFamily="2" charset="-122"/>
                <a:ea typeface="宋体" panose="02010600030101010101" pitchFamily="2" charset="-122"/>
              </a:rPr>
              <a:t>100</a:t>
            </a:r>
            <a:r>
              <a:rPr lang="zh-CN" altLang="en-US" sz="2000">
                <a:solidFill>
                  <a:schemeClr val="tx2"/>
                </a:solidFill>
                <a:latin typeface="宋体" panose="02010600030101010101" pitchFamily="2" charset="-122"/>
                <a:ea typeface="宋体" panose="02010600030101010101" pitchFamily="2" charset="-122"/>
              </a:rPr>
              <a:t>为标号，种别编码</a:t>
            </a:r>
            <a:r>
              <a:rPr lang="en-US" altLang="zh-CN" sz="2000">
                <a:solidFill>
                  <a:schemeClr val="tx2"/>
                </a:solidFill>
                <a:latin typeface="宋体" panose="02010600030101010101" pitchFamily="2" charset="-122"/>
                <a:ea typeface="宋体" panose="02010600030101010101" pitchFamily="2" charset="-122"/>
              </a:rPr>
              <a:t>19</a:t>
            </a:r>
            <a:r>
              <a:rPr lang="zh-CN" altLang="en-US" sz="2000">
                <a:solidFill>
                  <a:schemeClr val="tx2"/>
                </a:solidFill>
                <a:latin typeface="宋体" panose="02010600030101010101" pitchFamily="2" charset="-122"/>
                <a:ea typeface="宋体" panose="02010600030101010101" pitchFamily="2" charset="-122"/>
              </a:rPr>
              <a:t>，单词内部的值用</a:t>
            </a:r>
            <a:r>
              <a:rPr lang="en-US" altLang="zh-CN" sz="2000">
                <a:solidFill>
                  <a:schemeClr val="tx2"/>
                </a:solidFill>
                <a:latin typeface="宋体" panose="02010600030101010101" pitchFamily="2" charset="-122"/>
                <a:ea typeface="宋体" panose="02010600030101010101" pitchFamily="2" charset="-122"/>
              </a:rPr>
              <a:t>100</a:t>
            </a:r>
            <a:r>
              <a:rPr lang="zh-CN" altLang="en-US" sz="2000">
                <a:solidFill>
                  <a:schemeClr val="tx2"/>
                </a:solidFill>
                <a:latin typeface="宋体" panose="02010600030101010101" pitchFamily="2" charset="-122"/>
                <a:ea typeface="宋体" panose="02010600030101010101" pitchFamily="2" charset="-122"/>
              </a:rPr>
              <a:t>的二进制表示。</a:t>
            </a:r>
          </a:p>
        </p:txBody>
      </p:sp>
      <p:sp>
        <p:nvSpPr>
          <p:cNvPr id="16395" name="Rectangle 16">
            <a:extLst>
              <a:ext uri="{FF2B5EF4-FFF2-40B4-BE49-F238E27FC236}">
                <a16:creationId xmlns:a16="http://schemas.microsoft.com/office/drawing/2014/main" id="{6A8756FE-9D77-CC0E-2AF0-CCD1F3384DDB}"/>
              </a:ext>
            </a:extLst>
          </p:cNvPr>
          <p:cNvSpPr>
            <a:spLocks noGrp="1" noChangeArrowheads="1"/>
          </p:cNvSpPr>
          <p:nvPr>
            <p:ph type="body" idx="1"/>
          </p:nvPr>
        </p:nvSpPr>
        <p:spPr>
          <a:xfrm>
            <a:off x="323850" y="1628775"/>
            <a:ext cx="8424863" cy="1016000"/>
          </a:xfrm>
        </p:spPr>
        <p:txBody>
          <a:bodyPr/>
          <a:lstStyle/>
          <a:p>
            <a:pPr eaLnBrk="1" hangingPunct="1">
              <a:lnSpc>
                <a:spcPct val="80000"/>
              </a:lnSpc>
            </a:pPr>
            <a:r>
              <a:rPr lang="en-US" altLang="zh-CN" sz="2400">
                <a:ea typeface="宋体" panose="02010600030101010101" pitchFamily="2" charset="-122"/>
              </a:rPr>
              <a:t>FORTRAN</a:t>
            </a:r>
            <a:r>
              <a:rPr lang="zh-CN" altLang="en-US" sz="2400">
                <a:ea typeface="宋体" panose="02010600030101010101" pitchFamily="2" charset="-122"/>
              </a:rPr>
              <a:t>编译程序的词法分析器在扫描输入串</a:t>
            </a:r>
          </a:p>
          <a:p>
            <a:pPr eaLnBrk="1" hangingPunct="1">
              <a:lnSpc>
                <a:spcPct val="80000"/>
              </a:lnSpc>
              <a:buFont typeface="Wingdings" pitchFamily="2" charset="2"/>
              <a:buNone/>
            </a:pPr>
            <a:r>
              <a:rPr lang="zh-CN" altLang="en-US" sz="2400">
                <a:ea typeface="宋体" panose="02010600030101010101" pitchFamily="2" charset="-122"/>
              </a:rPr>
              <a:t>     </a:t>
            </a:r>
            <a:r>
              <a:rPr lang="en-US" altLang="zh-CN" sz="2400">
                <a:ea typeface="宋体" panose="02010600030101010101" pitchFamily="2" charset="-122"/>
              </a:rPr>
              <a:t>IF (5·EQ·M) GOTO 100  </a:t>
            </a:r>
            <a:r>
              <a:rPr lang="zh-CN" altLang="en-US" sz="2400">
                <a:ea typeface="宋体" panose="02010600030101010101" pitchFamily="2" charset="-122"/>
              </a:rPr>
              <a:t>后，它输出的单词符号串是：</a:t>
            </a:r>
          </a:p>
        </p:txBody>
      </p:sp>
      <p:sp>
        <p:nvSpPr>
          <p:cNvPr id="16396" name="Rectangle 17">
            <a:extLst>
              <a:ext uri="{FF2B5EF4-FFF2-40B4-BE49-F238E27FC236}">
                <a16:creationId xmlns:a16="http://schemas.microsoft.com/office/drawing/2014/main" id="{00EADF5D-DE74-D9D2-FE7C-8D2CFDA1E8EF}"/>
              </a:ext>
            </a:extLst>
          </p:cNvPr>
          <p:cNvSpPr>
            <a:spLocks noGrp="1" noChangeArrowheads="1"/>
          </p:cNvSpPr>
          <p:nvPr>
            <p:ph type="title"/>
          </p:nvPr>
        </p:nvSpPr>
        <p:spPr/>
        <p:txBody>
          <a:bodyPr/>
          <a:lstStyle/>
          <a:p>
            <a:pPr eaLnBrk="1" hangingPunct="1"/>
            <a:r>
              <a:rPr lang="en-US" altLang="zh-CN"/>
              <a:t>FORTRAN</a:t>
            </a:r>
            <a:r>
              <a:rPr lang="zh-CN" altLang="en-US"/>
              <a:t>编译实例</a:t>
            </a:r>
          </a:p>
        </p:txBody>
      </p:sp>
      <p:sp>
        <p:nvSpPr>
          <p:cNvPr id="16397" name="灯片编号占位符 12">
            <a:extLst>
              <a:ext uri="{FF2B5EF4-FFF2-40B4-BE49-F238E27FC236}">
                <a16:creationId xmlns:a16="http://schemas.microsoft.com/office/drawing/2014/main" id="{BF67E9A2-55B7-E471-201B-9CECBE55B32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BDFD1EE2-2241-874F-AC09-0B9D9548912F}"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9</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652295"/>
                                        </p:tgtEl>
                                        <p:attrNameLst>
                                          <p:attrName>style.visibility</p:attrName>
                                        </p:attrNameLst>
                                      </p:cBhvr>
                                      <p:to>
                                        <p:strVal val="visible"/>
                                      </p:to>
                                    </p:set>
                                    <p:animEffect transition="in" filter="dissolve">
                                      <p:cBhvr>
                                        <p:cTn id="7" dur="1000"/>
                                        <p:tgtEl>
                                          <p:spTgt spid="6522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nodeType="clickEffect">
                                  <p:stCondLst>
                                    <p:cond delay="0"/>
                                  </p:stCondLst>
                                  <p:childTnLst>
                                    <p:set>
                                      <p:cBhvr>
                                        <p:cTn id="11" dur="1" fill="hold">
                                          <p:stCondLst>
                                            <p:cond delay="0"/>
                                          </p:stCondLst>
                                        </p:cTn>
                                        <p:tgtEl>
                                          <p:spTgt spid="652296"/>
                                        </p:tgtEl>
                                        <p:attrNameLst>
                                          <p:attrName>style.visibility</p:attrName>
                                        </p:attrNameLst>
                                      </p:cBhvr>
                                      <p:to>
                                        <p:strVal val="visible"/>
                                      </p:to>
                                    </p:set>
                                    <p:anim calcmode="lin" valueType="num">
                                      <p:cBhvr additive="base">
                                        <p:cTn id="12" dur="1000" fill="hold"/>
                                        <p:tgtEl>
                                          <p:spTgt spid="652296"/>
                                        </p:tgtEl>
                                        <p:attrNameLst>
                                          <p:attrName>ppt_x</p:attrName>
                                        </p:attrNameLst>
                                      </p:cBhvr>
                                      <p:tavLst>
                                        <p:tav tm="0">
                                          <p:val>
                                            <p:strVal val="1+#ppt_w/2"/>
                                          </p:val>
                                        </p:tav>
                                        <p:tav tm="100000">
                                          <p:val>
                                            <p:strVal val="#ppt_x"/>
                                          </p:val>
                                        </p:tav>
                                      </p:tavLst>
                                    </p:anim>
                                    <p:anim calcmode="lin" valueType="num">
                                      <p:cBhvr additive="base">
                                        <p:cTn id="13" dur="1000" fill="hold"/>
                                        <p:tgtEl>
                                          <p:spTgt spid="652296"/>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xit" presetSubtype="2" fill="hold" nodeType="clickEffect">
                                  <p:stCondLst>
                                    <p:cond delay="0"/>
                                  </p:stCondLst>
                                  <p:childTnLst>
                                    <p:anim calcmode="lin" valueType="num">
                                      <p:cBhvr additive="base">
                                        <p:cTn id="17" dur="1000"/>
                                        <p:tgtEl>
                                          <p:spTgt spid="652296"/>
                                        </p:tgtEl>
                                        <p:attrNameLst>
                                          <p:attrName>ppt_x</p:attrName>
                                        </p:attrNameLst>
                                      </p:cBhvr>
                                      <p:tavLst>
                                        <p:tav tm="0">
                                          <p:val>
                                            <p:strVal val="ppt_x"/>
                                          </p:val>
                                        </p:tav>
                                        <p:tav tm="100000">
                                          <p:val>
                                            <p:strVal val="1+ppt_w/2"/>
                                          </p:val>
                                        </p:tav>
                                      </p:tavLst>
                                    </p:anim>
                                    <p:anim calcmode="lin" valueType="num">
                                      <p:cBhvr additive="base">
                                        <p:cTn id="18" dur="1000"/>
                                        <p:tgtEl>
                                          <p:spTgt spid="652296"/>
                                        </p:tgtEl>
                                        <p:attrNameLst>
                                          <p:attrName>ppt_y</p:attrName>
                                        </p:attrNameLst>
                                      </p:cBhvr>
                                      <p:tavLst>
                                        <p:tav tm="0">
                                          <p:val>
                                            <p:strVal val="ppt_y"/>
                                          </p:val>
                                        </p:tav>
                                        <p:tav tm="100000">
                                          <p:val>
                                            <p:strVal val="ppt_y"/>
                                          </p:val>
                                        </p:tav>
                                      </p:tavLst>
                                    </p:anim>
                                    <p:set>
                                      <p:cBhvr>
                                        <p:cTn id="19" dur="1" fill="hold">
                                          <p:stCondLst>
                                            <p:cond delay="999"/>
                                          </p:stCondLst>
                                        </p:cTn>
                                        <p:tgtEl>
                                          <p:spTgt spid="652296"/>
                                        </p:tgtEl>
                                        <p:attrNameLst>
                                          <p:attrName>style.visibility</p:attrName>
                                        </p:attrNameLst>
                                      </p:cBhvr>
                                      <p:to>
                                        <p:strVal val="hidden"/>
                                      </p:to>
                                    </p:set>
                                  </p:childTnLst>
                                </p:cTn>
                              </p:par>
                            </p:childTnLst>
                          </p:cTn>
                        </p:par>
                        <p:par>
                          <p:cTn id="20" fill="hold" nodeType="afterGroup">
                            <p:stCondLst>
                              <p:cond delay="1000"/>
                            </p:stCondLst>
                            <p:childTnLst>
                              <p:par>
                                <p:cTn id="21" presetID="2" presetClass="entr" presetSubtype="2" fill="hold" nodeType="afterEffect">
                                  <p:stCondLst>
                                    <p:cond delay="0"/>
                                  </p:stCondLst>
                                  <p:childTnLst>
                                    <p:set>
                                      <p:cBhvr>
                                        <p:cTn id="22" dur="1" fill="hold">
                                          <p:stCondLst>
                                            <p:cond delay="0"/>
                                          </p:stCondLst>
                                        </p:cTn>
                                        <p:tgtEl>
                                          <p:spTgt spid="652298"/>
                                        </p:tgtEl>
                                        <p:attrNameLst>
                                          <p:attrName>style.visibility</p:attrName>
                                        </p:attrNameLst>
                                      </p:cBhvr>
                                      <p:to>
                                        <p:strVal val="visible"/>
                                      </p:to>
                                    </p:set>
                                    <p:anim calcmode="lin" valueType="num">
                                      <p:cBhvr additive="base">
                                        <p:cTn id="23" dur="1000" fill="hold"/>
                                        <p:tgtEl>
                                          <p:spTgt spid="652298"/>
                                        </p:tgtEl>
                                        <p:attrNameLst>
                                          <p:attrName>ppt_x</p:attrName>
                                        </p:attrNameLst>
                                      </p:cBhvr>
                                      <p:tavLst>
                                        <p:tav tm="0">
                                          <p:val>
                                            <p:strVal val="1+#ppt_w/2"/>
                                          </p:val>
                                        </p:tav>
                                        <p:tav tm="100000">
                                          <p:val>
                                            <p:strVal val="#ppt_x"/>
                                          </p:val>
                                        </p:tav>
                                      </p:tavLst>
                                    </p:anim>
                                    <p:anim calcmode="lin" valueType="num">
                                      <p:cBhvr additive="base">
                                        <p:cTn id="24" dur="1000" fill="hold"/>
                                        <p:tgtEl>
                                          <p:spTgt spid="652298"/>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xit" presetSubtype="2" fill="hold" nodeType="clickEffect">
                                  <p:stCondLst>
                                    <p:cond delay="0"/>
                                  </p:stCondLst>
                                  <p:childTnLst>
                                    <p:anim calcmode="lin" valueType="num">
                                      <p:cBhvr additive="base">
                                        <p:cTn id="28" dur="1000"/>
                                        <p:tgtEl>
                                          <p:spTgt spid="652298"/>
                                        </p:tgtEl>
                                        <p:attrNameLst>
                                          <p:attrName>ppt_x</p:attrName>
                                        </p:attrNameLst>
                                      </p:cBhvr>
                                      <p:tavLst>
                                        <p:tav tm="0">
                                          <p:val>
                                            <p:strVal val="ppt_x"/>
                                          </p:val>
                                        </p:tav>
                                        <p:tav tm="100000">
                                          <p:val>
                                            <p:strVal val="1+ppt_w/2"/>
                                          </p:val>
                                        </p:tav>
                                      </p:tavLst>
                                    </p:anim>
                                    <p:anim calcmode="lin" valueType="num">
                                      <p:cBhvr additive="base">
                                        <p:cTn id="29" dur="1000"/>
                                        <p:tgtEl>
                                          <p:spTgt spid="652298"/>
                                        </p:tgtEl>
                                        <p:attrNameLst>
                                          <p:attrName>ppt_y</p:attrName>
                                        </p:attrNameLst>
                                      </p:cBhvr>
                                      <p:tavLst>
                                        <p:tav tm="0">
                                          <p:val>
                                            <p:strVal val="ppt_y"/>
                                          </p:val>
                                        </p:tav>
                                        <p:tav tm="100000">
                                          <p:val>
                                            <p:strVal val="ppt_y"/>
                                          </p:val>
                                        </p:tav>
                                      </p:tavLst>
                                    </p:anim>
                                    <p:set>
                                      <p:cBhvr>
                                        <p:cTn id="30" dur="1" fill="hold">
                                          <p:stCondLst>
                                            <p:cond delay="999"/>
                                          </p:stCondLst>
                                        </p:cTn>
                                        <p:tgtEl>
                                          <p:spTgt spid="652298"/>
                                        </p:tgtEl>
                                        <p:attrNameLst>
                                          <p:attrName>style.visibility</p:attrName>
                                        </p:attrNameLst>
                                      </p:cBhvr>
                                      <p:to>
                                        <p:strVal val="hidden"/>
                                      </p:to>
                                    </p:set>
                                  </p:childTnLst>
                                </p:cTn>
                              </p:par>
                            </p:childTnLst>
                          </p:cTn>
                        </p:par>
                        <p:par>
                          <p:cTn id="31" fill="hold" nodeType="afterGroup">
                            <p:stCondLst>
                              <p:cond delay="1000"/>
                            </p:stCondLst>
                            <p:childTnLst>
                              <p:par>
                                <p:cTn id="32" presetID="2" presetClass="entr" presetSubtype="2" fill="hold" nodeType="afterEffect">
                                  <p:stCondLst>
                                    <p:cond delay="0"/>
                                  </p:stCondLst>
                                  <p:childTnLst>
                                    <p:set>
                                      <p:cBhvr>
                                        <p:cTn id="33" dur="1" fill="hold">
                                          <p:stCondLst>
                                            <p:cond delay="0"/>
                                          </p:stCondLst>
                                        </p:cTn>
                                        <p:tgtEl>
                                          <p:spTgt spid="652297"/>
                                        </p:tgtEl>
                                        <p:attrNameLst>
                                          <p:attrName>style.visibility</p:attrName>
                                        </p:attrNameLst>
                                      </p:cBhvr>
                                      <p:to>
                                        <p:strVal val="visible"/>
                                      </p:to>
                                    </p:set>
                                    <p:anim calcmode="lin" valueType="num">
                                      <p:cBhvr additive="base">
                                        <p:cTn id="34" dur="1000" fill="hold"/>
                                        <p:tgtEl>
                                          <p:spTgt spid="652297"/>
                                        </p:tgtEl>
                                        <p:attrNameLst>
                                          <p:attrName>ppt_x</p:attrName>
                                        </p:attrNameLst>
                                      </p:cBhvr>
                                      <p:tavLst>
                                        <p:tav tm="0">
                                          <p:val>
                                            <p:strVal val="1+#ppt_w/2"/>
                                          </p:val>
                                        </p:tav>
                                        <p:tav tm="100000">
                                          <p:val>
                                            <p:strVal val="#ppt_x"/>
                                          </p:val>
                                        </p:tav>
                                      </p:tavLst>
                                    </p:anim>
                                    <p:anim calcmode="lin" valueType="num">
                                      <p:cBhvr additive="base">
                                        <p:cTn id="35" dur="1000" fill="hold"/>
                                        <p:tgtEl>
                                          <p:spTgt spid="652297"/>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xit" presetSubtype="2" fill="hold" nodeType="clickEffect">
                                  <p:stCondLst>
                                    <p:cond delay="0"/>
                                  </p:stCondLst>
                                  <p:childTnLst>
                                    <p:anim calcmode="lin" valueType="num">
                                      <p:cBhvr additive="base">
                                        <p:cTn id="39" dur="1000"/>
                                        <p:tgtEl>
                                          <p:spTgt spid="652297"/>
                                        </p:tgtEl>
                                        <p:attrNameLst>
                                          <p:attrName>ppt_x</p:attrName>
                                        </p:attrNameLst>
                                      </p:cBhvr>
                                      <p:tavLst>
                                        <p:tav tm="0">
                                          <p:val>
                                            <p:strVal val="ppt_x"/>
                                          </p:val>
                                        </p:tav>
                                        <p:tav tm="100000">
                                          <p:val>
                                            <p:strVal val="1+ppt_w/2"/>
                                          </p:val>
                                        </p:tav>
                                      </p:tavLst>
                                    </p:anim>
                                    <p:anim calcmode="lin" valueType="num">
                                      <p:cBhvr additive="base">
                                        <p:cTn id="40" dur="1000"/>
                                        <p:tgtEl>
                                          <p:spTgt spid="652297"/>
                                        </p:tgtEl>
                                        <p:attrNameLst>
                                          <p:attrName>ppt_y</p:attrName>
                                        </p:attrNameLst>
                                      </p:cBhvr>
                                      <p:tavLst>
                                        <p:tav tm="0">
                                          <p:val>
                                            <p:strVal val="ppt_y"/>
                                          </p:val>
                                        </p:tav>
                                        <p:tav tm="100000">
                                          <p:val>
                                            <p:strVal val="ppt_y"/>
                                          </p:val>
                                        </p:tav>
                                      </p:tavLst>
                                    </p:anim>
                                    <p:set>
                                      <p:cBhvr>
                                        <p:cTn id="41" dur="1" fill="hold">
                                          <p:stCondLst>
                                            <p:cond delay="999"/>
                                          </p:stCondLst>
                                        </p:cTn>
                                        <p:tgtEl>
                                          <p:spTgt spid="652297"/>
                                        </p:tgtEl>
                                        <p:attrNameLst>
                                          <p:attrName>style.visibility</p:attrName>
                                        </p:attrNameLst>
                                      </p:cBhvr>
                                      <p:to>
                                        <p:strVal val="hidden"/>
                                      </p:to>
                                    </p:set>
                                  </p:childTnLst>
                                </p:cTn>
                              </p:par>
                            </p:childTnLst>
                          </p:cTn>
                        </p:par>
                        <p:par>
                          <p:cTn id="42" fill="hold" nodeType="afterGroup">
                            <p:stCondLst>
                              <p:cond delay="1000"/>
                            </p:stCondLst>
                            <p:childTnLst>
                              <p:par>
                                <p:cTn id="43" presetID="2" presetClass="entr" presetSubtype="2" fill="hold" nodeType="afterEffect">
                                  <p:stCondLst>
                                    <p:cond delay="0"/>
                                  </p:stCondLst>
                                  <p:childTnLst>
                                    <p:set>
                                      <p:cBhvr>
                                        <p:cTn id="44" dur="1" fill="hold">
                                          <p:stCondLst>
                                            <p:cond delay="0"/>
                                          </p:stCondLst>
                                        </p:cTn>
                                        <p:tgtEl>
                                          <p:spTgt spid="652299"/>
                                        </p:tgtEl>
                                        <p:attrNameLst>
                                          <p:attrName>style.visibility</p:attrName>
                                        </p:attrNameLst>
                                      </p:cBhvr>
                                      <p:to>
                                        <p:strVal val="visible"/>
                                      </p:to>
                                    </p:set>
                                    <p:anim calcmode="lin" valueType="num">
                                      <p:cBhvr additive="base">
                                        <p:cTn id="45" dur="1000" fill="hold"/>
                                        <p:tgtEl>
                                          <p:spTgt spid="652299"/>
                                        </p:tgtEl>
                                        <p:attrNameLst>
                                          <p:attrName>ppt_x</p:attrName>
                                        </p:attrNameLst>
                                      </p:cBhvr>
                                      <p:tavLst>
                                        <p:tav tm="0">
                                          <p:val>
                                            <p:strVal val="1+#ppt_w/2"/>
                                          </p:val>
                                        </p:tav>
                                        <p:tav tm="100000">
                                          <p:val>
                                            <p:strVal val="#ppt_x"/>
                                          </p:val>
                                        </p:tav>
                                      </p:tavLst>
                                    </p:anim>
                                    <p:anim calcmode="lin" valueType="num">
                                      <p:cBhvr additive="base">
                                        <p:cTn id="46" dur="1000" fill="hold"/>
                                        <p:tgtEl>
                                          <p:spTgt spid="652299"/>
                                        </p:tgtEl>
                                        <p:attrNameLst>
                                          <p:attrName>ppt_y</p:attrName>
                                        </p:attrNameLst>
                                      </p:cBhvr>
                                      <p:tavLst>
                                        <p:tav tm="0">
                                          <p:val>
                                            <p:strVal val="#ppt_y"/>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xit" presetSubtype="2" fill="hold" nodeType="clickEffect">
                                  <p:stCondLst>
                                    <p:cond delay="0"/>
                                  </p:stCondLst>
                                  <p:childTnLst>
                                    <p:anim calcmode="lin" valueType="num">
                                      <p:cBhvr additive="base">
                                        <p:cTn id="50" dur="1000"/>
                                        <p:tgtEl>
                                          <p:spTgt spid="652299"/>
                                        </p:tgtEl>
                                        <p:attrNameLst>
                                          <p:attrName>ppt_x</p:attrName>
                                        </p:attrNameLst>
                                      </p:cBhvr>
                                      <p:tavLst>
                                        <p:tav tm="0">
                                          <p:val>
                                            <p:strVal val="ppt_x"/>
                                          </p:val>
                                        </p:tav>
                                        <p:tav tm="100000">
                                          <p:val>
                                            <p:strVal val="1+ppt_w/2"/>
                                          </p:val>
                                        </p:tav>
                                      </p:tavLst>
                                    </p:anim>
                                    <p:anim calcmode="lin" valueType="num">
                                      <p:cBhvr additive="base">
                                        <p:cTn id="51" dur="1000"/>
                                        <p:tgtEl>
                                          <p:spTgt spid="652299"/>
                                        </p:tgtEl>
                                        <p:attrNameLst>
                                          <p:attrName>ppt_y</p:attrName>
                                        </p:attrNameLst>
                                      </p:cBhvr>
                                      <p:tavLst>
                                        <p:tav tm="0">
                                          <p:val>
                                            <p:strVal val="ppt_y"/>
                                          </p:val>
                                        </p:tav>
                                        <p:tav tm="100000">
                                          <p:val>
                                            <p:strVal val="ppt_y"/>
                                          </p:val>
                                        </p:tav>
                                      </p:tavLst>
                                    </p:anim>
                                    <p:set>
                                      <p:cBhvr>
                                        <p:cTn id="52" dur="1" fill="hold">
                                          <p:stCondLst>
                                            <p:cond delay="999"/>
                                          </p:stCondLst>
                                        </p:cTn>
                                        <p:tgtEl>
                                          <p:spTgt spid="652299"/>
                                        </p:tgtEl>
                                        <p:attrNameLst>
                                          <p:attrName>style.visibility</p:attrName>
                                        </p:attrNameLst>
                                      </p:cBhvr>
                                      <p:to>
                                        <p:strVal val="hidden"/>
                                      </p:to>
                                    </p:set>
                                  </p:childTnLst>
                                </p:cTn>
                              </p:par>
                            </p:childTnLst>
                          </p:cTn>
                        </p:par>
                        <p:par>
                          <p:cTn id="53" fill="hold" nodeType="afterGroup">
                            <p:stCondLst>
                              <p:cond delay="1000"/>
                            </p:stCondLst>
                            <p:childTnLst>
                              <p:par>
                                <p:cTn id="54" presetID="2" presetClass="entr" presetSubtype="2" fill="hold" nodeType="afterEffect">
                                  <p:stCondLst>
                                    <p:cond delay="0"/>
                                  </p:stCondLst>
                                  <p:childTnLst>
                                    <p:set>
                                      <p:cBhvr>
                                        <p:cTn id="55" dur="1" fill="hold">
                                          <p:stCondLst>
                                            <p:cond delay="0"/>
                                          </p:stCondLst>
                                        </p:cTn>
                                        <p:tgtEl>
                                          <p:spTgt spid="652300"/>
                                        </p:tgtEl>
                                        <p:attrNameLst>
                                          <p:attrName>style.visibility</p:attrName>
                                        </p:attrNameLst>
                                      </p:cBhvr>
                                      <p:to>
                                        <p:strVal val="visible"/>
                                      </p:to>
                                    </p:set>
                                    <p:anim calcmode="lin" valueType="num">
                                      <p:cBhvr additive="base">
                                        <p:cTn id="56" dur="1000" fill="hold"/>
                                        <p:tgtEl>
                                          <p:spTgt spid="652300"/>
                                        </p:tgtEl>
                                        <p:attrNameLst>
                                          <p:attrName>ppt_x</p:attrName>
                                        </p:attrNameLst>
                                      </p:cBhvr>
                                      <p:tavLst>
                                        <p:tav tm="0">
                                          <p:val>
                                            <p:strVal val="1+#ppt_w/2"/>
                                          </p:val>
                                        </p:tav>
                                        <p:tav tm="100000">
                                          <p:val>
                                            <p:strVal val="#ppt_x"/>
                                          </p:val>
                                        </p:tav>
                                      </p:tavLst>
                                    </p:anim>
                                    <p:anim calcmode="lin" valueType="num">
                                      <p:cBhvr additive="base">
                                        <p:cTn id="57" dur="1000" fill="hold"/>
                                        <p:tgtEl>
                                          <p:spTgt spid="652300"/>
                                        </p:tgtEl>
                                        <p:attrNameLst>
                                          <p:attrName>ppt_y</p:attrName>
                                        </p:attrNameLst>
                                      </p:cBhvr>
                                      <p:tavLst>
                                        <p:tav tm="0">
                                          <p:val>
                                            <p:strVal val="#ppt_y"/>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 presetClass="exit" presetSubtype="2" fill="hold" nodeType="clickEffect">
                                  <p:stCondLst>
                                    <p:cond delay="0"/>
                                  </p:stCondLst>
                                  <p:childTnLst>
                                    <p:anim calcmode="lin" valueType="num">
                                      <p:cBhvr additive="base">
                                        <p:cTn id="61" dur="500"/>
                                        <p:tgtEl>
                                          <p:spTgt spid="652300"/>
                                        </p:tgtEl>
                                        <p:attrNameLst>
                                          <p:attrName>ppt_x</p:attrName>
                                        </p:attrNameLst>
                                      </p:cBhvr>
                                      <p:tavLst>
                                        <p:tav tm="0">
                                          <p:val>
                                            <p:strVal val="ppt_x"/>
                                          </p:val>
                                        </p:tav>
                                        <p:tav tm="100000">
                                          <p:val>
                                            <p:strVal val="1+ppt_w/2"/>
                                          </p:val>
                                        </p:tav>
                                      </p:tavLst>
                                    </p:anim>
                                    <p:anim calcmode="lin" valueType="num">
                                      <p:cBhvr additive="base">
                                        <p:cTn id="62" dur="500"/>
                                        <p:tgtEl>
                                          <p:spTgt spid="652300"/>
                                        </p:tgtEl>
                                        <p:attrNameLst>
                                          <p:attrName>ppt_y</p:attrName>
                                        </p:attrNameLst>
                                      </p:cBhvr>
                                      <p:tavLst>
                                        <p:tav tm="0">
                                          <p:val>
                                            <p:strVal val="ppt_y"/>
                                          </p:val>
                                        </p:tav>
                                        <p:tav tm="100000">
                                          <p:val>
                                            <p:strVal val="ppt_y"/>
                                          </p:val>
                                        </p:tav>
                                      </p:tavLst>
                                    </p:anim>
                                    <p:set>
                                      <p:cBhvr>
                                        <p:cTn id="63" dur="1" fill="hold">
                                          <p:stCondLst>
                                            <p:cond delay="499"/>
                                          </p:stCondLst>
                                        </p:cTn>
                                        <p:tgtEl>
                                          <p:spTgt spid="652300"/>
                                        </p:tgtEl>
                                        <p:attrNameLst>
                                          <p:attrName>style.visibility</p:attrName>
                                        </p:attrNameLst>
                                      </p:cBhvr>
                                      <p:to>
                                        <p:strVal val="hidden"/>
                                      </p:to>
                                    </p:set>
                                  </p:childTnLst>
                                </p:cTn>
                              </p:par>
                            </p:childTnLst>
                          </p:cTn>
                        </p:par>
                        <p:par>
                          <p:cTn id="64" fill="hold" nodeType="afterGroup">
                            <p:stCondLst>
                              <p:cond delay="500"/>
                            </p:stCondLst>
                            <p:childTnLst>
                              <p:par>
                                <p:cTn id="65" presetID="2" presetClass="entr" presetSubtype="2" fill="hold" nodeType="afterEffect">
                                  <p:stCondLst>
                                    <p:cond delay="0"/>
                                  </p:stCondLst>
                                  <p:childTnLst>
                                    <p:set>
                                      <p:cBhvr>
                                        <p:cTn id="66" dur="1" fill="hold">
                                          <p:stCondLst>
                                            <p:cond delay="0"/>
                                          </p:stCondLst>
                                        </p:cTn>
                                        <p:tgtEl>
                                          <p:spTgt spid="652301"/>
                                        </p:tgtEl>
                                        <p:attrNameLst>
                                          <p:attrName>style.visibility</p:attrName>
                                        </p:attrNameLst>
                                      </p:cBhvr>
                                      <p:to>
                                        <p:strVal val="visible"/>
                                      </p:to>
                                    </p:set>
                                    <p:anim calcmode="lin" valueType="num">
                                      <p:cBhvr additive="base">
                                        <p:cTn id="67" dur="1000" fill="hold"/>
                                        <p:tgtEl>
                                          <p:spTgt spid="652301"/>
                                        </p:tgtEl>
                                        <p:attrNameLst>
                                          <p:attrName>ppt_x</p:attrName>
                                        </p:attrNameLst>
                                      </p:cBhvr>
                                      <p:tavLst>
                                        <p:tav tm="0">
                                          <p:val>
                                            <p:strVal val="1+#ppt_w/2"/>
                                          </p:val>
                                        </p:tav>
                                        <p:tav tm="100000">
                                          <p:val>
                                            <p:strVal val="#ppt_x"/>
                                          </p:val>
                                        </p:tav>
                                      </p:tavLst>
                                    </p:anim>
                                    <p:anim calcmode="lin" valueType="num">
                                      <p:cBhvr additive="base">
                                        <p:cTn id="68" dur="1000" fill="hold"/>
                                        <p:tgtEl>
                                          <p:spTgt spid="652301"/>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xit" presetSubtype="2" fill="hold" nodeType="clickEffect">
                                  <p:stCondLst>
                                    <p:cond delay="0"/>
                                  </p:stCondLst>
                                  <p:childTnLst>
                                    <p:anim calcmode="lin" valueType="num">
                                      <p:cBhvr additive="base">
                                        <p:cTn id="72" dur="1000"/>
                                        <p:tgtEl>
                                          <p:spTgt spid="652301"/>
                                        </p:tgtEl>
                                        <p:attrNameLst>
                                          <p:attrName>ppt_x</p:attrName>
                                        </p:attrNameLst>
                                      </p:cBhvr>
                                      <p:tavLst>
                                        <p:tav tm="0">
                                          <p:val>
                                            <p:strVal val="ppt_x"/>
                                          </p:val>
                                        </p:tav>
                                        <p:tav tm="100000">
                                          <p:val>
                                            <p:strVal val="1+ppt_w/2"/>
                                          </p:val>
                                        </p:tav>
                                      </p:tavLst>
                                    </p:anim>
                                    <p:anim calcmode="lin" valueType="num">
                                      <p:cBhvr additive="base">
                                        <p:cTn id="73" dur="1000"/>
                                        <p:tgtEl>
                                          <p:spTgt spid="652301"/>
                                        </p:tgtEl>
                                        <p:attrNameLst>
                                          <p:attrName>ppt_y</p:attrName>
                                        </p:attrNameLst>
                                      </p:cBhvr>
                                      <p:tavLst>
                                        <p:tav tm="0">
                                          <p:val>
                                            <p:strVal val="ppt_y"/>
                                          </p:val>
                                        </p:tav>
                                        <p:tav tm="100000">
                                          <p:val>
                                            <p:strVal val="ppt_y"/>
                                          </p:val>
                                        </p:tav>
                                      </p:tavLst>
                                    </p:anim>
                                    <p:set>
                                      <p:cBhvr>
                                        <p:cTn id="74" dur="1" fill="hold">
                                          <p:stCondLst>
                                            <p:cond delay="999"/>
                                          </p:stCondLst>
                                        </p:cTn>
                                        <p:tgtEl>
                                          <p:spTgt spid="652301"/>
                                        </p:tgtEl>
                                        <p:attrNameLst>
                                          <p:attrName>style.visibility</p:attrName>
                                        </p:attrNameLst>
                                      </p:cBhvr>
                                      <p:to>
                                        <p:strVal val="hidden"/>
                                      </p:to>
                                    </p:set>
                                  </p:childTnLst>
                                </p:cTn>
                              </p:par>
                            </p:childTnLst>
                          </p:cTn>
                        </p:par>
                        <p:par>
                          <p:cTn id="75" fill="hold" nodeType="afterGroup">
                            <p:stCondLst>
                              <p:cond delay="1000"/>
                            </p:stCondLst>
                            <p:childTnLst>
                              <p:par>
                                <p:cTn id="76" presetID="2" presetClass="entr" presetSubtype="2" fill="hold" nodeType="afterEffect">
                                  <p:stCondLst>
                                    <p:cond delay="0"/>
                                  </p:stCondLst>
                                  <p:childTnLst>
                                    <p:set>
                                      <p:cBhvr>
                                        <p:cTn id="77" dur="1" fill="hold">
                                          <p:stCondLst>
                                            <p:cond delay="0"/>
                                          </p:stCondLst>
                                        </p:cTn>
                                        <p:tgtEl>
                                          <p:spTgt spid="652302"/>
                                        </p:tgtEl>
                                        <p:attrNameLst>
                                          <p:attrName>style.visibility</p:attrName>
                                        </p:attrNameLst>
                                      </p:cBhvr>
                                      <p:to>
                                        <p:strVal val="visible"/>
                                      </p:to>
                                    </p:set>
                                    <p:anim calcmode="lin" valueType="num">
                                      <p:cBhvr additive="base">
                                        <p:cTn id="78" dur="1000" fill="hold"/>
                                        <p:tgtEl>
                                          <p:spTgt spid="652302"/>
                                        </p:tgtEl>
                                        <p:attrNameLst>
                                          <p:attrName>ppt_x</p:attrName>
                                        </p:attrNameLst>
                                      </p:cBhvr>
                                      <p:tavLst>
                                        <p:tav tm="0">
                                          <p:val>
                                            <p:strVal val="1+#ppt_w/2"/>
                                          </p:val>
                                        </p:tav>
                                        <p:tav tm="100000">
                                          <p:val>
                                            <p:strVal val="#ppt_x"/>
                                          </p:val>
                                        </p:tav>
                                      </p:tavLst>
                                    </p:anim>
                                    <p:anim calcmode="lin" valueType="num">
                                      <p:cBhvr additive="base">
                                        <p:cTn id="79" dur="1000" fill="hold"/>
                                        <p:tgtEl>
                                          <p:spTgt spid="652302"/>
                                        </p:tgtEl>
                                        <p:attrNameLst>
                                          <p:attrName>ppt_y</p:attrName>
                                        </p:attrNameLst>
                                      </p:cBhvr>
                                      <p:tavLst>
                                        <p:tav tm="0">
                                          <p:val>
                                            <p:strVal val="#ppt_y"/>
                                          </p:val>
                                        </p:tav>
                                        <p:tav tm="100000">
                                          <p:val>
                                            <p:strVal val="#ppt_y"/>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2" presetClass="exit" presetSubtype="2" fill="hold" nodeType="clickEffect">
                                  <p:stCondLst>
                                    <p:cond delay="0"/>
                                  </p:stCondLst>
                                  <p:childTnLst>
                                    <p:anim calcmode="lin" valueType="num">
                                      <p:cBhvr additive="base">
                                        <p:cTn id="83" dur="1000"/>
                                        <p:tgtEl>
                                          <p:spTgt spid="652302"/>
                                        </p:tgtEl>
                                        <p:attrNameLst>
                                          <p:attrName>ppt_x</p:attrName>
                                        </p:attrNameLst>
                                      </p:cBhvr>
                                      <p:tavLst>
                                        <p:tav tm="0">
                                          <p:val>
                                            <p:strVal val="ppt_x"/>
                                          </p:val>
                                        </p:tav>
                                        <p:tav tm="100000">
                                          <p:val>
                                            <p:strVal val="1+ppt_w/2"/>
                                          </p:val>
                                        </p:tav>
                                      </p:tavLst>
                                    </p:anim>
                                    <p:anim calcmode="lin" valueType="num">
                                      <p:cBhvr additive="base">
                                        <p:cTn id="84" dur="1000"/>
                                        <p:tgtEl>
                                          <p:spTgt spid="652302"/>
                                        </p:tgtEl>
                                        <p:attrNameLst>
                                          <p:attrName>ppt_y</p:attrName>
                                        </p:attrNameLst>
                                      </p:cBhvr>
                                      <p:tavLst>
                                        <p:tav tm="0">
                                          <p:val>
                                            <p:strVal val="ppt_y"/>
                                          </p:val>
                                        </p:tav>
                                        <p:tav tm="100000">
                                          <p:val>
                                            <p:strVal val="ppt_y"/>
                                          </p:val>
                                        </p:tav>
                                      </p:tavLst>
                                    </p:anim>
                                    <p:set>
                                      <p:cBhvr>
                                        <p:cTn id="85" dur="1" fill="hold">
                                          <p:stCondLst>
                                            <p:cond delay="999"/>
                                          </p:stCondLst>
                                        </p:cTn>
                                        <p:tgtEl>
                                          <p:spTgt spid="652302"/>
                                        </p:tgtEl>
                                        <p:attrNameLst>
                                          <p:attrName>style.visibility</p:attrName>
                                        </p:attrNameLst>
                                      </p:cBhvr>
                                      <p:to>
                                        <p:strVal val="hidden"/>
                                      </p:to>
                                    </p:set>
                                  </p:childTnLst>
                                </p:cTn>
                              </p:par>
                            </p:childTnLst>
                          </p:cTn>
                        </p:par>
                        <p:par>
                          <p:cTn id="86" fill="hold" nodeType="afterGroup">
                            <p:stCondLst>
                              <p:cond delay="1000"/>
                            </p:stCondLst>
                            <p:childTnLst>
                              <p:par>
                                <p:cTn id="87" presetID="2" presetClass="entr" presetSubtype="2" fill="hold" nodeType="afterEffect">
                                  <p:stCondLst>
                                    <p:cond delay="0"/>
                                  </p:stCondLst>
                                  <p:childTnLst>
                                    <p:set>
                                      <p:cBhvr>
                                        <p:cTn id="88" dur="1" fill="hold">
                                          <p:stCondLst>
                                            <p:cond delay="0"/>
                                          </p:stCondLst>
                                        </p:cTn>
                                        <p:tgtEl>
                                          <p:spTgt spid="652303"/>
                                        </p:tgtEl>
                                        <p:attrNameLst>
                                          <p:attrName>style.visibility</p:attrName>
                                        </p:attrNameLst>
                                      </p:cBhvr>
                                      <p:to>
                                        <p:strVal val="visible"/>
                                      </p:to>
                                    </p:set>
                                    <p:anim calcmode="lin" valueType="num">
                                      <p:cBhvr additive="base">
                                        <p:cTn id="89" dur="1000" fill="hold"/>
                                        <p:tgtEl>
                                          <p:spTgt spid="652303"/>
                                        </p:tgtEl>
                                        <p:attrNameLst>
                                          <p:attrName>ppt_x</p:attrName>
                                        </p:attrNameLst>
                                      </p:cBhvr>
                                      <p:tavLst>
                                        <p:tav tm="0">
                                          <p:val>
                                            <p:strVal val="1+#ppt_w/2"/>
                                          </p:val>
                                        </p:tav>
                                        <p:tav tm="100000">
                                          <p:val>
                                            <p:strVal val="#ppt_x"/>
                                          </p:val>
                                        </p:tav>
                                      </p:tavLst>
                                    </p:anim>
                                    <p:anim calcmode="lin" valueType="num">
                                      <p:cBhvr additive="base">
                                        <p:cTn id="90" dur="1000" fill="hold"/>
                                        <p:tgtEl>
                                          <p:spTgt spid="652303"/>
                                        </p:tgtEl>
                                        <p:attrNameLst>
                                          <p:attrName>ppt_y</p:attrName>
                                        </p:attrNameLst>
                                      </p:cBhvr>
                                      <p:tavLst>
                                        <p:tav tm="0">
                                          <p:val>
                                            <p:strVal val="#ppt_y"/>
                                          </p:val>
                                        </p:tav>
                                        <p:tav tm="100000">
                                          <p:val>
                                            <p:strVal val="#ppt_y"/>
                                          </p:val>
                                        </p:tav>
                                      </p:tavLst>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2" presetClass="exit" presetSubtype="2" fill="hold" nodeType="clickEffect">
                                  <p:stCondLst>
                                    <p:cond delay="0"/>
                                  </p:stCondLst>
                                  <p:childTnLst>
                                    <p:anim calcmode="lin" valueType="num">
                                      <p:cBhvr additive="base">
                                        <p:cTn id="94" dur="1000"/>
                                        <p:tgtEl>
                                          <p:spTgt spid="652303"/>
                                        </p:tgtEl>
                                        <p:attrNameLst>
                                          <p:attrName>ppt_x</p:attrName>
                                        </p:attrNameLst>
                                      </p:cBhvr>
                                      <p:tavLst>
                                        <p:tav tm="0">
                                          <p:val>
                                            <p:strVal val="ppt_x"/>
                                          </p:val>
                                        </p:tav>
                                        <p:tav tm="100000">
                                          <p:val>
                                            <p:strVal val="1+ppt_w/2"/>
                                          </p:val>
                                        </p:tav>
                                      </p:tavLst>
                                    </p:anim>
                                    <p:anim calcmode="lin" valueType="num">
                                      <p:cBhvr additive="base">
                                        <p:cTn id="95" dur="1000"/>
                                        <p:tgtEl>
                                          <p:spTgt spid="652303"/>
                                        </p:tgtEl>
                                        <p:attrNameLst>
                                          <p:attrName>ppt_y</p:attrName>
                                        </p:attrNameLst>
                                      </p:cBhvr>
                                      <p:tavLst>
                                        <p:tav tm="0">
                                          <p:val>
                                            <p:strVal val="ppt_y"/>
                                          </p:val>
                                        </p:tav>
                                        <p:tav tm="100000">
                                          <p:val>
                                            <p:strVal val="ppt_y"/>
                                          </p:val>
                                        </p:tav>
                                      </p:tavLst>
                                    </p:anim>
                                    <p:set>
                                      <p:cBhvr>
                                        <p:cTn id="96" dur="1" fill="hold">
                                          <p:stCondLst>
                                            <p:cond delay="999"/>
                                          </p:stCondLst>
                                        </p:cTn>
                                        <p:tgtEl>
                                          <p:spTgt spid="65230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2295" grpId="0"/>
      <p:bldP spid="652296" grpId="0" animBg="1"/>
      <p:bldP spid="652296" grpId="1" animBg="1"/>
      <p:bldP spid="652297" grpId="0" animBg="1"/>
      <p:bldP spid="652297" grpId="1" animBg="1"/>
      <p:bldP spid="652298" grpId="0" animBg="1"/>
      <p:bldP spid="652298" grpId="1" animBg="1"/>
      <p:bldP spid="652299" grpId="0" animBg="1"/>
      <p:bldP spid="652299" grpId="1" animBg="1"/>
      <p:bldP spid="652300" grpId="0" animBg="1"/>
      <p:bldP spid="652300" grpId="1" animBg="1"/>
      <p:bldP spid="652301" grpId="0" animBg="1"/>
      <p:bldP spid="652301" grpId="1" animBg="1"/>
      <p:bldP spid="652302" grpId="0" animBg="1"/>
      <p:bldP spid="652302" grpId="1" animBg="1"/>
      <p:bldP spid="652303" grpId="0" animBg="1"/>
      <p:bldP spid="652303"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AE2F7FDA-E771-2697-0D35-6BB423B446E4}"/>
              </a:ext>
            </a:extLst>
          </p:cNvPr>
          <p:cNvSpPr>
            <a:spLocks noGrp="1" noChangeArrowheads="1"/>
          </p:cNvSpPr>
          <p:nvPr>
            <p:ph type="title"/>
          </p:nvPr>
        </p:nvSpPr>
        <p:spPr/>
        <p:txBody>
          <a:bodyPr/>
          <a:lstStyle/>
          <a:p>
            <a:pPr eaLnBrk="1" hangingPunct="1"/>
            <a:r>
              <a:rPr lang="zh-CN" altLang="en-US"/>
              <a:t>词法分析程序的实现方式</a:t>
            </a:r>
          </a:p>
        </p:txBody>
      </p:sp>
      <p:sp>
        <p:nvSpPr>
          <p:cNvPr id="17411" name="Rectangle 3">
            <a:extLst>
              <a:ext uri="{FF2B5EF4-FFF2-40B4-BE49-F238E27FC236}">
                <a16:creationId xmlns:a16="http://schemas.microsoft.com/office/drawing/2014/main" id="{A6F4E652-65C2-B09E-14AF-74B13C13A6FE}"/>
              </a:ext>
            </a:extLst>
          </p:cNvPr>
          <p:cNvSpPr>
            <a:spLocks noGrp="1" noChangeArrowheads="1"/>
          </p:cNvSpPr>
          <p:nvPr>
            <p:ph type="body" idx="1"/>
          </p:nvPr>
        </p:nvSpPr>
        <p:spPr>
          <a:xfrm>
            <a:off x="457200" y="1981200"/>
            <a:ext cx="8229600" cy="4111625"/>
          </a:xfrm>
        </p:spPr>
        <p:txBody>
          <a:bodyPr/>
          <a:lstStyle/>
          <a:p>
            <a:pPr eaLnBrk="1" hangingPunct="1">
              <a:lnSpc>
                <a:spcPct val="110000"/>
              </a:lnSpc>
            </a:pPr>
            <a:r>
              <a:rPr lang="zh-CN" altLang="en-US" sz="2800">
                <a:solidFill>
                  <a:srgbClr val="990000"/>
                </a:solidFill>
                <a:ea typeface="宋体" panose="02010600030101010101" pitchFamily="2" charset="-122"/>
              </a:rPr>
              <a:t>完全独立方式</a:t>
            </a:r>
            <a:r>
              <a:rPr lang="zh-CN" altLang="en-US" sz="2800">
                <a:ea typeface="宋体" panose="02010600030101010101" pitchFamily="2" charset="-122"/>
              </a:rPr>
              <a:t>：词法分析程序作为单独一遍来实现。词法分析程序读入整个源程序，它的输出作为语法分析程序的输入。</a:t>
            </a:r>
          </a:p>
          <a:p>
            <a:pPr lvl="1" eaLnBrk="1" hangingPunct="1">
              <a:lnSpc>
                <a:spcPct val="110000"/>
              </a:lnSpc>
            </a:pPr>
            <a:r>
              <a:rPr lang="zh-CN" altLang="en-US" sz="2400">
                <a:latin typeface="华文新魏" panose="02010800040101010101" pitchFamily="2" charset="-122"/>
                <a:ea typeface="华文新魏" panose="02010800040101010101" pitchFamily="2" charset="-122"/>
              </a:rPr>
              <a:t>编译程序结构简洁、清晰和条理化</a:t>
            </a:r>
          </a:p>
          <a:p>
            <a:pPr eaLnBrk="1" hangingPunct="1">
              <a:lnSpc>
                <a:spcPct val="110000"/>
              </a:lnSpc>
            </a:pPr>
            <a:r>
              <a:rPr lang="zh-CN" altLang="en-US" sz="2800">
                <a:solidFill>
                  <a:srgbClr val="990000"/>
                </a:solidFill>
                <a:ea typeface="宋体" panose="02010600030101010101" pitchFamily="2" charset="-122"/>
              </a:rPr>
              <a:t>相对独立方式</a:t>
            </a:r>
            <a:r>
              <a:rPr lang="zh-CN" altLang="en-US" sz="2800">
                <a:ea typeface="宋体" panose="02010600030101010101" pitchFamily="2" charset="-122"/>
              </a:rPr>
              <a:t>：把词法分析程序作为语法分析程序的一个独立子程序。语法分析程序需要新符号时调用这个子程序。</a:t>
            </a:r>
          </a:p>
          <a:p>
            <a:pPr lvl="1" eaLnBrk="1" hangingPunct="1">
              <a:lnSpc>
                <a:spcPct val="110000"/>
              </a:lnSpc>
            </a:pPr>
            <a:r>
              <a:rPr lang="zh-CN" altLang="en-US" sz="2400">
                <a:latin typeface="华文新魏" panose="02010800040101010101" pitchFamily="2" charset="-122"/>
                <a:ea typeface="华文新魏" panose="02010800040101010101" pitchFamily="2" charset="-122"/>
              </a:rPr>
              <a:t>优点：避免了中间文件生成，可以提高效率。</a:t>
            </a:r>
          </a:p>
        </p:txBody>
      </p:sp>
      <p:sp>
        <p:nvSpPr>
          <p:cNvPr id="17412" name="灯片编号占位符 3">
            <a:extLst>
              <a:ext uri="{FF2B5EF4-FFF2-40B4-BE49-F238E27FC236}">
                <a16:creationId xmlns:a16="http://schemas.microsoft.com/office/drawing/2014/main" id="{AC7C5344-3EA9-2EFF-5BD3-2A78CB9137D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1AB94971-84E4-3A41-9EF0-DEA2DBE278B0}"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10</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921A829-0F65-14F0-D4C5-1E4133A66651}"/>
              </a:ext>
            </a:extLst>
          </p:cNvPr>
          <p:cNvSpPr>
            <a:spLocks noGrp="1" noChangeArrowheads="1"/>
          </p:cNvSpPr>
          <p:nvPr>
            <p:ph type="title"/>
          </p:nvPr>
        </p:nvSpPr>
        <p:spPr/>
        <p:txBody>
          <a:bodyPr/>
          <a:lstStyle/>
          <a:p>
            <a:pPr eaLnBrk="1" hangingPunct="1"/>
            <a:r>
              <a:rPr lang="zh-CN" altLang="en-US"/>
              <a:t>内容线索</a:t>
            </a:r>
          </a:p>
        </p:txBody>
      </p:sp>
      <p:sp>
        <p:nvSpPr>
          <p:cNvPr id="18435" name="Rectangle 3">
            <a:extLst>
              <a:ext uri="{FF2B5EF4-FFF2-40B4-BE49-F238E27FC236}">
                <a16:creationId xmlns:a16="http://schemas.microsoft.com/office/drawing/2014/main" id="{A190551E-6088-2971-5317-FB2C381F6299}"/>
              </a:ext>
            </a:extLst>
          </p:cNvPr>
          <p:cNvSpPr>
            <a:spLocks noGrp="1" noChangeArrowheads="1"/>
          </p:cNvSpPr>
          <p:nvPr>
            <p:ph type="body" idx="1"/>
          </p:nvPr>
        </p:nvSpPr>
        <p:spPr/>
        <p:txBody>
          <a:bodyPr/>
          <a:lstStyle/>
          <a:p>
            <a:pPr eaLnBrk="1" hangingPunct="1">
              <a:lnSpc>
                <a:spcPct val="130000"/>
              </a:lnSpc>
              <a:buFont typeface="Wingdings" pitchFamily="2" charset="2"/>
              <a:buChar char="ü"/>
            </a:pPr>
            <a:r>
              <a:rPr lang="zh-CN" altLang="en-US">
                <a:ea typeface="宋体" panose="02010600030101010101" pitchFamily="2" charset="-122"/>
              </a:rPr>
              <a:t>对于词法分析器的要求</a:t>
            </a:r>
          </a:p>
          <a:p>
            <a:pPr eaLnBrk="1" hangingPunct="1">
              <a:lnSpc>
                <a:spcPct val="130000"/>
              </a:lnSpc>
            </a:pPr>
            <a:r>
              <a:rPr lang="zh-CN" altLang="en-US">
                <a:solidFill>
                  <a:srgbClr val="FF0000"/>
                </a:solidFill>
                <a:ea typeface="宋体" panose="02010600030101010101" pitchFamily="2" charset="-122"/>
              </a:rPr>
              <a:t>词法分析器的设计</a:t>
            </a:r>
          </a:p>
          <a:p>
            <a:pPr eaLnBrk="1" hangingPunct="1">
              <a:lnSpc>
                <a:spcPct val="130000"/>
              </a:lnSpc>
            </a:pPr>
            <a:r>
              <a:rPr lang="zh-CN" altLang="en-US">
                <a:ea typeface="宋体" panose="02010600030101010101" pitchFamily="2" charset="-122"/>
              </a:rPr>
              <a:t>正规表达式与有限自动机</a:t>
            </a:r>
          </a:p>
          <a:p>
            <a:pPr eaLnBrk="1" hangingPunct="1">
              <a:lnSpc>
                <a:spcPct val="130000"/>
              </a:lnSpc>
            </a:pPr>
            <a:r>
              <a:rPr lang="zh-CN" altLang="en-US">
                <a:ea typeface="宋体" panose="02010600030101010101" pitchFamily="2" charset="-122"/>
              </a:rPr>
              <a:t>词法分析器的自动生成</a:t>
            </a:r>
          </a:p>
        </p:txBody>
      </p:sp>
      <p:sp>
        <p:nvSpPr>
          <p:cNvPr id="18436" name="灯片编号占位符 3">
            <a:extLst>
              <a:ext uri="{FF2B5EF4-FFF2-40B4-BE49-F238E27FC236}">
                <a16:creationId xmlns:a16="http://schemas.microsoft.com/office/drawing/2014/main" id="{564362D1-DD64-2837-698D-7728ED18A80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32DE53A7-8145-F74F-B3DA-F1342604E4A0}"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11</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F5F10231-FD5F-CB1A-831A-1A6AEE0AA089}"/>
              </a:ext>
            </a:extLst>
          </p:cNvPr>
          <p:cNvSpPr>
            <a:spLocks noGrp="1" noChangeArrowheads="1"/>
          </p:cNvSpPr>
          <p:nvPr>
            <p:ph type="title"/>
          </p:nvPr>
        </p:nvSpPr>
        <p:spPr/>
        <p:txBody>
          <a:bodyPr/>
          <a:lstStyle/>
          <a:p>
            <a:pPr eaLnBrk="1" hangingPunct="1"/>
            <a:r>
              <a:rPr lang="zh-CN" altLang="en-US"/>
              <a:t>词法分析器的结构</a:t>
            </a:r>
          </a:p>
        </p:txBody>
      </p:sp>
      <p:sp>
        <p:nvSpPr>
          <p:cNvPr id="651267" name="Rectangle 3">
            <a:extLst>
              <a:ext uri="{FF2B5EF4-FFF2-40B4-BE49-F238E27FC236}">
                <a16:creationId xmlns:a16="http://schemas.microsoft.com/office/drawing/2014/main" id="{0EF5FB2E-BA2A-C5E6-1E1C-735892BBD8B1}"/>
              </a:ext>
            </a:extLst>
          </p:cNvPr>
          <p:cNvSpPr>
            <a:spLocks noGrp="1" noChangeArrowheads="1"/>
          </p:cNvSpPr>
          <p:nvPr>
            <p:ph type="body" idx="1"/>
          </p:nvPr>
        </p:nvSpPr>
        <p:spPr>
          <a:xfrm>
            <a:off x="395288" y="1700213"/>
            <a:ext cx="3816350" cy="1584325"/>
          </a:xfrm>
        </p:spPr>
        <p:txBody>
          <a:bodyPr/>
          <a:lstStyle/>
          <a:p>
            <a:pPr marL="0" indent="0" eaLnBrk="1" hangingPunct="1">
              <a:lnSpc>
                <a:spcPct val="105000"/>
              </a:lnSpc>
              <a:buFont typeface="Wingdings" pitchFamily="2" charset="2"/>
              <a:buNone/>
            </a:pPr>
            <a:r>
              <a:rPr lang="zh-CN" altLang="en-US" sz="2000">
                <a:latin typeface="仿宋_GB2312" charset="0"/>
                <a:ea typeface="宋体" panose="02010600030101010101" pitchFamily="2" charset="-122"/>
              </a:rPr>
              <a:t>预处理工作包括对空白符、跳格符、回车符和换行符等编辑性字符的处理，及删除注解等。</a:t>
            </a:r>
          </a:p>
        </p:txBody>
      </p:sp>
      <p:sp>
        <p:nvSpPr>
          <p:cNvPr id="20484" name="Rectangle 4">
            <a:extLst>
              <a:ext uri="{FF2B5EF4-FFF2-40B4-BE49-F238E27FC236}">
                <a16:creationId xmlns:a16="http://schemas.microsoft.com/office/drawing/2014/main" id="{094454D0-C6A6-5113-E20C-A738864533F1}"/>
              </a:ext>
            </a:extLst>
          </p:cNvPr>
          <p:cNvSpPr>
            <a:spLocks noChangeArrowheads="1"/>
          </p:cNvSpPr>
          <p:nvPr/>
        </p:nvSpPr>
        <p:spPr bwMode="auto">
          <a:xfrm>
            <a:off x="2051050" y="3206750"/>
            <a:ext cx="1441450" cy="792163"/>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zh-CN" altLang="en-US" sz="1800">
                <a:solidFill>
                  <a:schemeClr val="tx1"/>
                </a:solidFill>
                <a:latin typeface="Comic Sans MS" panose="030F0902030302020204" pitchFamily="66" charset="0"/>
                <a:ea typeface="宋体" panose="02010600030101010101" pitchFamily="2" charset="-122"/>
              </a:rPr>
              <a:t>预处理子程序</a:t>
            </a:r>
          </a:p>
        </p:txBody>
      </p:sp>
      <p:sp>
        <p:nvSpPr>
          <p:cNvPr id="20485" name="Rectangle 5">
            <a:extLst>
              <a:ext uri="{FF2B5EF4-FFF2-40B4-BE49-F238E27FC236}">
                <a16:creationId xmlns:a16="http://schemas.microsoft.com/office/drawing/2014/main" id="{484C9110-6CF5-C02E-346F-5E591A41D961}"/>
              </a:ext>
            </a:extLst>
          </p:cNvPr>
          <p:cNvSpPr>
            <a:spLocks noChangeArrowheads="1"/>
          </p:cNvSpPr>
          <p:nvPr/>
        </p:nvSpPr>
        <p:spPr bwMode="auto">
          <a:xfrm>
            <a:off x="4211638" y="3135313"/>
            <a:ext cx="2087562" cy="503237"/>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zh-CN" altLang="en-US" sz="1800">
                <a:solidFill>
                  <a:schemeClr val="tx1"/>
                </a:solidFill>
                <a:latin typeface="Comic Sans MS" panose="030F0902030302020204" pitchFamily="66" charset="0"/>
                <a:ea typeface="宋体" panose="02010600030101010101" pitchFamily="2" charset="-122"/>
              </a:rPr>
              <a:t>输入缓冲区</a:t>
            </a:r>
          </a:p>
        </p:txBody>
      </p:sp>
      <p:sp>
        <p:nvSpPr>
          <p:cNvPr id="20486" name="Line 6">
            <a:extLst>
              <a:ext uri="{FF2B5EF4-FFF2-40B4-BE49-F238E27FC236}">
                <a16:creationId xmlns:a16="http://schemas.microsoft.com/office/drawing/2014/main" id="{5C2BC50C-07CF-302E-A06B-DDFB2389A186}"/>
              </a:ext>
            </a:extLst>
          </p:cNvPr>
          <p:cNvSpPr>
            <a:spLocks noChangeShapeType="1"/>
          </p:cNvSpPr>
          <p:nvPr/>
        </p:nvSpPr>
        <p:spPr bwMode="auto">
          <a:xfrm flipH="1">
            <a:off x="3492500" y="3422650"/>
            <a:ext cx="6477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487" name="Rectangle 7">
            <a:extLst>
              <a:ext uri="{FF2B5EF4-FFF2-40B4-BE49-F238E27FC236}">
                <a16:creationId xmlns:a16="http://schemas.microsoft.com/office/drawing/2014/main" id="{EC141152-9721-BA24-A26E-3B1FFF066B01}"/>
              </a:ext>
            </a:extLst>
          </p:cNvPr>
          <p:cNvSpPr>
            <a:spLocks noChangeArrowheads="1"/>
          </p:cNvSpPr>
          <p:nvPr/>
        </p:nvSpPr>
        <p:spPr bwMode="auto">
          <a:xfrm>
            <a:off x="4787900" y="2414588"/>
            <a:ext cx="576263" cy="360362"/>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20488" name="Line 8">
            <a:extLst>
              <a:ext uri="{FF2B5EF4-FFF2-40B4-BE49-F238E27FC236}">
                <a16:creationId xmlns:a16="http://schemas.microsoft.com/office/drawing/2014/main" id="{D1EDAFE3-2C70-0BB1-05C9-8D4EDEB2C23A}"/>
              </a:ext>
            </a:extLst>
          </p:cNvPr>
          <p:cNvSpPr>
            <a:spLocks noChangeShapeType="1"/>
          </p:cNvSpPr>
          <p:nvPr/>
        </p:nvSpPr>
        <p:spPr bwMode="auto">
          <a:xfrm flipV="1">
            <a:off x="4932363" y="2343150"/>
            <a:ext cx="0" cy="714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89" name="Line 9">
            <a:extLst>
              <a:ext uri="{FF2B5EF4-FFF2-40B4-BE49-F238E27FC236}">
                <a16:creationId xmlns:a16="http://schemas.microsoft.com/office/drawing/2014/main" id="{9CA4EBE5-6EFA-8BCE-9CEE-5D064DEF3EB4}"/>
              </a:ext>
            </a:extLst>
          </p:cNvPr>
          <p:cNvSpPr>
            <a:spLocks noChangeShapeType="1"/>
          </p:cNvSpPr>
          <p:nvPr/>
        </p:nvSpPr>
        <p:spPr bwMode="auto">
          <a:xfrm>
            <a:off x="4932363" y="2343150"/>
            <a:ext cx="5032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0" name="Line 10">
            <a:extLst>
              <a:ext uri="{FF2B5EF4-FFF2-40B4-BE49-F238E27FC236}">
                <a16:creationId xmlns:a16="http://schemas.microsoft.com/office/drawing/2014/main" id="{A7FB7240-8353-EB9E-AA44-BC8D520FCA9D}"/>
              </a:ext>
            </a:extLst>
          </p:cNvPr>
          <p:cNvSpPr>
            <a:spLocks noChangeShapeType="1"/>
          </p:cNvSpPr>
          <p:nvPr/>
        </p:nvSpPr>
        <p:spPr bwMode="auto">
          <a:xfrm>
            <a:off x="5435600" y="2343150"/>
            <a:ext cx="0" cy="2873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1" name="Line 11">
            <a:extLst>
              <a:ext uri="{FF2B5EF4-FFF2-40B4-BE49-F238E27FC236}">
                <a16:creationId xmlns:a16="http://schemas.microsoft.com/office/drawing/2014/main" id="{41AF3B06-1FE6-0771-F0BF-5D0E4338946A}"/>
              </a:ext>
            </a:extLst>
          </p:cNvPr>
          <p:cNvSpPr>
            <a:spLocks noChangeShapeType="1"/>
          </p:cNvSpPr>
          <p:nvPr/>
        </p:nvSpPr>
        <p:spPr bwMode="auto">
          <a:xfrm flipH="1">
            <a:off x="5364163" y="2630488"/>
            <a:ext cx="714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2" name="Line 12">
            <a:extLst>
              <a:ext uri="{FF2B5EF4-FFF2-40B4-BE49-F238E27FC236}">
                <a16:creationId xmlns:a16="http://schemas.microsoft.com/office/drawing/2014/main" id="{1FD25694-108F-68E2-3A6C-4914680B9ED1}"/>
              </a:ext>
            </a:extLst>
          </p:cNvPr>
          <p:cNvSpPr>
            <a:spLocks noChangeShapeType="1"/>
          </p:cNvSpPr>
          <p:nvPr/>
        </p:nvSpPr>
        <p:spPr bwMode="auto">
          <a:xfrm flipV="1">
            <a:off x="5003800" y="2198688"/>
            <a:ext cx="0" cy="1444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3" name="Line 13">
            <a:extLst>
              <a:ext uri="{FF2B5EF4-FFF2-40B4-BE49-F238E27FC236}">
                <a16:creationId xmlns:a16="http://schemas.microsoft.com/office/drawing/2014/main" id="{7DFC8E63-BC68-0CD1-A899-6D50040FD501}"/>
              </a:ext>
            </a:extLst>
          </p:cNvPr>
          <p:cNvSpPr>
            <a:spLocks noChangeShapeType="1"/>
          </p:cNvSpPr>
          <p:nvPr/>
        </p:nvSpPr>
        <p:spPr bwMode="auto">
          <a:xfrm>
            <a:off x="5003800" y="2198688"/>
            <a:ext cx="5762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4" name="Line 14">
            <a:extLst>
              <a:ext uri="{FF2B5EF4-FFF2-40B4-BE49-F238E27FC236}">
                <a16:creationId xmlns:a16="http://schemas.microsoft.com/office/drawing/2014/main" id="{D3884444-5A0F-E985-0381-6017EDE38953}"/>
              </a:ext>
            </a:extLst>
          </p:cNvPr>
          <p:cNvSpPr>
            <a:spLocks noChangeShapeType="1"/>
          </p:cNvSpPr>
          <p:nvPr/>
        </p:nvSpPr>
        <p:spPr bwMode="auto">
          <a:xfrm>
            <a:off x="5580063" y="2198688"/>
            <a:ext cx="0" cy="360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5" name="Line 15">
            <a:extLst>
              <a:ext uri="{FF2B5EF4-FFF2-40B4-BE49-F238E27FC236}">
                <a16:creationId xmlns:a16="http://schemas.microsoft.com/office/drawing/2014/main" id="{D4BEA231-A8E3-73B5-19F9-2D49118BBAE7}"/>
              </a:ext>
            </a:extLst>
          </p:cNvPr>
          <p:cNvSpPr>
            <a:spLocks noChangeShapeType="1"/>
          </p:cNvSpPr>
          <p:nvPr/>
        </p:nvSpPr>
        <p:spPr bwMode="auto">
          <a:xfrm flipH="1">
            <a:off x="5435600" y="2559050"/>
            <a:ext cx="1444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96" name="AutoShape 16">
            <a:extLst>
              <a:ext uri="{FF2B5EF4-FFF2-40B4-BE49-F238E27FC236}">
                <a16:creationId xmlns:a16="http://schemas.microsoft.com/office/drawing/2014/main" id="{56088F26-75C2-99DF-854C-4210DDC458AF}"/>
              </a:ext>
            </a:extLst>
          </p:cNvPr>
          <p:cNvSpPr>
            <a:spLocks noChangeArrowheads="1"/>
          </p:cNvSpPr>
          <p:nvPr/>
        </p:nvSpPr>
        <p:spPr bwMode="auto">
          <a:xfrm>
            <a:off x="5508625" y="1693863"/>
            <a:ext cx="1150938" cy="431800"/>
          </a:xfrm>
          <a:prstGeom prst="wedgeRectCallout">
            <a:avLst>
              <a:gd name="adj1" fmla="val -37588"/>
              <a:gd name="adj2" fmla="val 69852"/>
            </a:avLst>
          </a:prstGeom>
          <a:solidFill>
            <a:srgbClr val="CC99FF"/>
          </a:solidFill>
          <a:ln w="9525">
            <a:solidFill>
              <a:schemeClr val="tx1"/>
            </a:solidFill>
            <a:miter lim="800000"/>
            <a:headEnd/>
            <a:tailEnd/>
          </a:ln>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zh-CN" altLang="en-US" sz="1800" b="0">
                <a:solidFill>
                  <a:schemeClr val="tx1"/>
                </a:solidFill>
                <a:latin typeface="Comic Sans MS" panose="030F0902030302020204" pitchFamily="66" charset="0"/>
                <a:ea typeface="宋体" panose="02010600030101010101" pitchFamily="2" charset="-122"/>
              </a:rPr>
              <a:t>源程序</a:t>
            </a:r>
          </a:p>
        </p:txBody>
      </p:sp>
      <p:sp>
        <p:nvSpPr>
          <p:cNvPr id="20497" name="Line 17">
            <a:extLst>
              <a:ext uri="{FF2B5EF4-FFF2-40B4-BE49-F238E27FC236}">
                <a16:creationId xmlns:a16="http://schemas.microsoft.com/office/drawing/2014/main" id="{6C164835-2349-1257-29EC-63B2856E7B42}"/>
              </a:ext>
            </a:extLst>
          </p:cNvPr>
          <p:cNvSpPr>
            <a:spLocks noChangeShapeType="1"/>
          </p:cNvSpPr>
          <p:nvPr/>
        </p:nvSpPr>
        <p:spPr bwMode="auto">
          <a:xfrm>
            <a:off x="5076825" y="2774950"/>
            <a:ext cx="0" cy="360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498" name="Rectangle 18">
            <a:extLst>
              <a:ext uri="{FF2B5EF4-FFF2-40B4-BE49-F238E27FC236}">
                <a16:creationId xmlns:a16="http://schemas.microsoft.com/office/drawing/2014/main" id="{3E60D620-5264-B410-534F-613BDEAF06D8}"/>
              </a:ext>
            </a:extLst>
          </p:cNvPr>
          <p:cNvSpPr>
            <a:spLocks noChangeArrowheads="1"/>
          </p:cNvSpPr>
          <p:nvPr/>
        </p:nvSpPr>
        <p:spPr bwMode="auto">
          <a:xfrm>
            <a:off x="1979613" y="4359275"/>
            <a:ext cx="1512887" cy="71913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zh-CN" altLang="en-US" sz="1800">
                <a:solidFill>
                  <a:schemeClr val="tx1"/>
                </a:solidFill>
                <a:latin typeface="Comic Sans MS" panose="030F0902030302020204" pitchFamily="66" charset="0"/>
                <a:ea typeface="宋体" panose="02010600030101010101" pitchFamily="2" charset="-122"/>
              </a:rPr>
              <a:t>扫描器</a:t>
            </a:r>
          </a:p>
        </p:txBody>
      </p:sp>
      <p:sp>
        <p:nvSpPr>
          <p:cNvPr id="20499" name="Line 19">
            <a:extLst>
              <a:ext uri="{FF2B5EF4-FFF2-40B4-BE49-F238E27FC236}">
                <a16:creationId xmlns:a16="http://schemas.microsoft.com/office/drawing/2014/main" id="{785FA44D-AC1A-89F1-4B65-4B0E282A0830}"/>
              </a:ext>
            </a:extLst>
          </p:cNvPr>
          <p:cNvSpPr>
            <a:spLocks noChangeShapeType="1"/>
          </p:cNvSpPr>
          <p:nvPr/>
        </p:nvSpPr>
        <p:spPr bwMode="auto">
          <a:xfrm>
            <a:off x="2700338" y="5078413"/>
            <a:ext cx="0" cy="3603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0" name="Text Box 20">
            <a:extLst>
              <a:ext uri="{FF2B5EF4-FFF2-40B4-BE49-F238E27FC236}">
                <a16:creationId xmlns:a16="http://schemas.microsoft.com/office/drawing/2014/main" id="{6EBAFF97-3945-51B2-92C4-65DAC1CCA2E0}"/>
              </a:ext>
            </a:extLst>
          </p:cNvPr>
          <p:cNvSpPr txBox="1">
            <a:spLocks noChangeArrowheads="1"/>
          </p:cNvSpPr>
          <p:nvPr/>
        </p:nvSpPr>
        <p:spPr bwMode="auto">
          <a:xfrm>
            <a:off x="2771775" y="5367338"/>
            <a:ext cx="13684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1800">
                <a:solidFill>
                  <a:schemeClr val="tx1"/>
                </a:solidFill>
                <a:latin typeface="Comic Sans MS" panose="030F0902030302020204" pitchFamily="66" charset="0"/>
                <a:ea typeface="宋体" panose="02010600030101010101" pitchFamily="2" charset="-122"/>
              </a:rPr>
              <a:t>单词符号</a:t>
            </a:r>
          </a:p>
        </p:txBody>
      </p:sp>
      <p:sp>
        <p:nvSpPr>
          <p:cNvPr id="20501" name="Rectangle 21">
            <a:extLst>
              <a:ext uri="{FF2B5EF4-FFF2-40B4-BE49-F238E27FC236}">
                <a16:creationId xmlns:a16="http://schemas.microsoft.com/office/drawing/2014/main" id="{3F14909F-F285-83B7-53A6-33D574819EDB}"/>
              </a:ext>
            </a:extLst>
          </p:cNvPr>
          <p:cNvSpPr>
            <a:spLocks noChangeArrowheads="1"/>
          </p:cNvSpPr>
          <p:nvPr/>
        </p:nvSpPr>
        <p:spPr bwMode="auto">
          <a:xfrm>
            <a:off x="4211638" y="4359275"/>
            <a:ext cx="2232025" cy="6477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zh-CN" altLang="en-US" sz="1800">
                <a:solidFill>
                  <a:schemeClr val="tx1"/>
                </a:solidFill>
                <a:latin typeface="Comic Sans MS" panose="030F0902030302020204" pitchFamily="66" charset="0"/>
                <a:ea typeface="宋体" panose="02010600030101010101" pitchFamily="2" charset="-122"/>
              </a:rPr>
              <a:t>扫描缓冲区</a:t>
            </a:r>
          </a:p>
        </p:txBody>
      </p:sp>
      <p:sp>
        <p:nvSpPr>
          <p:cNvPr id="20502" name="Line 22">
            <a:extLst>
              <a:ext uri="{FF2B5EF4-FFF2-40B4-BE49-F238E27FC236}">
                <a16:creationId xmlns:a16="http://schemas.microsoft.com/office/drawing/2014/main" id="{397F79CD-13C2-C0E4-75CE-53C684CF3B1D}"/>
              </a:ext>
            </a:extLst>
          </p:cNvPr>
          <p:cNvSpPr>
            <a:spLocks noChangeShapeType="1"/>
          </p:cNvSpPr>
          <p:nvPr/>
        </p:nvSpPr>
        <p:spPr bwMode="auto">
          <a:xfrm>
            <a:off x="3492500" y="3783013"/>
            <a:ext cx="158432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03" name="Line 23">
            <a:extLst>
              <a:ext uri="{FF2B5EF4-FFF2-40B4-BE49-F238E27FC236}">
                <a16:creationId xmlns:a16="http://schemas.microsoft.com/office/drawing/2014/main" id="{5B456F69-F844-36F7-62AD-D3D145918FF2}"/>
              </a:ext>
            </a:extLst>
          </p:cNvPr>
          <p:cNvSpPr>
            <a:spLocks noChangeShapeType="1"/>
          </p:cNvSpPr>
          <p:nvPr/>
        </p:nvSpPr>
        <p:spPr bwMode="auto">
          <a:xfrm>
            <a:off x="5076825" y="3783013"/>
            <a:ext cx="0" cy="576262"/>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4" name="Line 24">
            <a:extLst>
              <a:ext uri="{FF2B5EF4-FFF2-40B4-BE49-F238E27FC236}">
                <a16:creationId xmlns:a16="http://schemas.microsoft.com/office/drawing/2014/main" id="{11CCE434-C881-ECFA-3892-A4F33F470FC3}"/>
              </a:ext>
            </a:extLst>
          </p:cNvPr>
          <p:cNvSpPr>
            <a:spLocks noChangeShapeType="1"/>
          </p:cNvSpPr>
          <p:nvPr/>
        </p:nvSpPr>
        <p:spPr bwMode="auto">
          <a:xfrm flipH="1">
            <a:off x="3492500" y="4718050"/>
            <a:ext cx="719138" cy="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5" name="Line 25">
            <a:extLst>
              <a:ext uri="{FF2B5EF4-FFF2-40B4-BE49-F238E27FC236}">
                <a16:creationId xmlns:a16="http://schemas.microsoft.com/office/drawing/2014/main" id="{77A3513D-56FF-A711-2081-A572FA07D76B}"/>
              </a:ext>
            </a:extLst>
          </p:cNvPr>
          <p:cNvSpPr>
            <a:spLocks noChangeShapeType="1"/>
          </p:cNvSpPr>
          <p:nvPr/>
        </p:nvSpPr>
        <p:spPr bwMode="auto">
          <a:xfrm>
            <a:off x="2484438" y="3998913"/>
            <a:ext cx="0" cy="3603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6" name="Line 26">
            <a:extLst>
              <a:ext uri="{FF2B5EF4-FFF2-40B4-BE49-F238E27FC236}">
                <a16:creationId xmlns:a16="http://schemas.microsoft.com/office/drawing/2014/main" id="{62C90B7B-08C9-C8EF-EDB2-C7392905D573}"/>
              </a:ext>
            </a:extLst>
          </p:cNvPr>
          <p:cNvSpPr>
            <a:spLocks noChangeShapeType="1"/>
          </p:cNvSpPr>
          <p:nvPr/>
        </p:nvSpPr>
        <p:spPr bwMode="auto">
          <a:xfrm flipV="1">
            <a:off x="2843213" y="3998913"/>
            <a:ext cx="0" cy="3603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 name="Group 39">
            <a:extLst>
              <a:ext uri="{FF2B5EF4-FFF2-40B4-BE49-F238E27FC236}">
                <a16:creationId xmlns:a16="http://schemas.microsoft.com/office/drawing/2014/main" id="{3FA6641D-7320-5A1B-E1C3-C87C4A8BE67C}"/>
              </a:ext>
            </a:extLst>
          </p:cNvPr>
          <p:cNvGrpSpPr>
            <a:grpSpLocks/>
          </p:cNvGrpSpPr>
          <p:nvPr/>
        </p:nvGrpSpPr>
        <p:grpSpPr bwMode="auto">
          <a:xfrm>
            <a:off x="5003800" y="5300663"/>
            <a:ext cx="3889375" cy="1457325"/>
            <a:chOff x="3152" y="3339"/>
            <a:chExt cx="2450" cy="918"/>
          </a:xfrm>
        </p:grpSpPr>
        <p:sp>
          <p:nvSpPr>
            <p:cNvPr id="20513" name="Rectangle 28">
              <a:extLst>
                <a:ext uri="{FF2B5EF4-FFF2-40B4-BE49-F238E27FC236}">
                  <a16:creationId xmlns:a16="http://schemas.microsoft.com/office/drawing/2014/main" id="{1993685A-B1DC-EA47-A85C-58B329B68E7B}"/>
                </a:ext>
              </a:extLst>
            </p:cNvPr>
            <p:cNvSpPr>
              <a:spLocks noChangeArrowheads="1"/>
            </p:cNvSpPr>
            <p:nvPr/>
          </p:nvSpPr>
          <p:spPr bwMode="auto">
            <a:xfrm>
              <a:off x="3243" y="3430"/>
              <a:ext cx="2177" cy="262"/>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20514" name="Line 29">
              <a:extLst>
                <a:ext uri="{FF2B5EF4-FFF2-40B4-BE49-F238E27FC236}">
                  <a16:creationId xmlns:a16="http://schemas.microsoft.com/office/drawing/2014/main" id="{A1B70977-A625-E30F-A10E-A4820CF8F8AF}"/>
                </a:ext>
              </a:extLst>
            </p:cNvPr>
            <p:cNvSpPr>
              <a:spLocks noChangeShapeType="1"/>
            </p:cNvSpPr>
            <p:nvPr/>
          </p:nvSpPr>
          <p:spPr bwMode="auto">
            <a:xfrm>
              <a:off x="4422" y="3430"/>
              <a:ext cx="0"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515" name="Line 30">
              <a:extLst>
                <a:ext uri="{FF2B5EF4-FFF2-40B4-BE49-F238E27FC236}">
                  <a16:creationId xmlns:a16="http://schemas.microsoft.com/office/drawing/2014/main" id="{3180C531-811E-20AD-AC47-A5EC3E4DEBD2}"/>
                </a:ext>
              </a:extLst>
            </p:cNvPr>
            <p:cNvSpPr>
              <a:spLocks noChangeShapeType="1"/>
            </p:cNvSpPr>
            <p:nvPr/>
          </p:nvSpPr>
          <p:spPr bwMode="auto">
            <a:xfrm flipH="1" flipV="1">
              <a:off x="4693" y="3702"/>
              <a:ext cx="1" cy="2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16" name="Line 31">
              <a:extLst>
                <a:ext uri="{FF2B5EF4-FFF2-40B4-BE49-F238E27FC236}">
                  <a16:creationId xmlns:a16="http://schemas.microsoft.com/office/drawing/2014/main" id="{5836249C-1692-D14E-5716-95047802BA4D}"/>
                </a:ext>
              </a:extLst>
            </p:cNvPr>
            <p:cNvSpPr>
              <a:spLocks noChangeShapeType="1"/>
            </p:cNvSpPr>
            <p:nvPr/>
          </p:nvSpPr>
          <p:spPr bwMode="auto">
            <a:xfrm flipV="1">
              <a:off x="5193" y="3702"/>
              <a:ext cx="0" cy="2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17" name="Text Box 32">
              <a:extLst>
                <a:ext uri="{FF2B5EF4-FFF2-40B4-BE49-F238E27FC236}">
                  <a16:creationId xmlns:a16="http://schemas.microsoft.com/office/drawing/2014/main" id="{5D01D1ED-9D2E-6291-AD1C-C7C00F4C0951}"/>
                </a:ext>
              </a:extLst>
            </p:cNvPr>
            <p:cNvSpPr txBox="1">
              <a:spLocks noChangeArrowheads="1"/>
            </p:cNvSpPr>
            <p:nvPr/>
          </p:nvSpPr>
          <p:spPr bwMode="auto">
            <a:xfrm>
              <a:off x="4423" y="3884"/>
              <a:ext cx="589"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1600">
                  <a:solidFill>
                    <a:schemeClr val="tx1"/>
                  </a:solidFill>
                  <a:latin typeface="Comic Sans MS" panose="030F0902030302020204" pitchFamily="66" charset="0"/>
                  <a:ea typeface="宋体" panose="02010600030101010101" pitchFamily="2" charset="-122"/>
                </a:rPr>
                <a:t>起点指示器</a:t>
              </a:r>
            </a:p>
          </p:txBody>
        </p:sp>
        <p:sp>
          <p:nvSpPr>
            <p:cNvPr id="20518" name="Text Box 33">
              <a:extLst>
                <a:ext uri="{FF2B5EF4-FFF2-40B4-BE49-F238E27FC236}">
                  <a16:creationId xmlns:a16="http://schemas.microsoft.com/office/drawing/2014/main" id="{AB660E4D-EA28-1E90-53D5-9E22EAC4CA16}"/>
                </a:ext>
              </a:extLst>
            </p:cNvPr>
            <p:cNvSpPr txBox="1">
              <a:spLocks noChangeArrowheads="1"/>
            </p:cNvSpPr>
            <p:nvPr/>
          </p:nvSpPr>
          <p:spPr bwMode="auto">
            <a:xfrm>
              <a:off x="5012" y="3891"/>
              <a:ext cx="590"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1600">
                  <a:solidFill>
                    <a:schemeClr val="tx1"/>
                  </a:solidFill>
                  <a:latin typeface="Comic Sans MS" panose="030F0902030302020204" pitchFamily="66" charset="0"/>
                  <a:ea typeface="宋体" panose="02010600030101010101" pitchFamily="2" charset="-122"/>
                </a:rPr>
                <a:t>搜索指示器</a:t>
              </a:r>
            </a:p>
          </p:txBody>
        </p:sp>
        <p:sp>
          <p:nvSpPr>
            <p:cNvPr id="20519" name="Text Box 34">
              <a:extLst>
                <a:ext uri="{FF2B5EF4-FFF2-40B4-BE49-F238E27FC236}">
                  <a16:creationId xmlns:a16="http://schemas.microsoft.com/office/drawing/2014/main" id="{4A9BBD93-CF68-D255-817D-D29AA353C6BD}"/>
                </a:ext>
              </a:extLst>
            </p:cNvPr>
            <p:cNvSpPr txBox="1">
              <a:spLocks noChangeArrowheads="1"/>
            </p:cNvSpPr>
            <p:nvPr/>
          </p:nvSpPr>
          <p:spPr bwMode="auto">
            <a:xfrm>
              <a:off x="3152" y="3748"/>
              <a:ext cx="1361"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lnSpc>
                  <a:spcPct val="105000"/>
                </a:lnSpc>
                <a:spcBef>
                  <a:spcPct val="0"/>
                </a:spcBef>
                <a:buFont typeface="Wingdings" pitchFamily="2" charset="2"/>
                <a:buNone/>
              </a:pPr>
              <a:r>
                <a:rPr lang="zh-CN" altLang="en-US" sz="2000">
                  <a:latin typeface="仿宋_GB2312" charset="0"/>
                  <a:ea typeface="宋体" panose="02010600030101010101" pitchFamily="2" charset="-122"/>
                </a:rPr>
                <a:t>设定两个指示器</a:t>
              </a:r>
            </a:p>
            <a:p>
              <a:pPr eaLnBrk="1" hangingPunct="1">
                <a:lnSpc>
                  <a:spcPct val="105000"/>
                </a:lnSpc>
                <a:spcBef>
                  <a:spcPct val="0"/>
                </a:spcBef>
                <a:buFont typeface="Wingdings" pitchFamily="2" charset="2"/>
                <a:buNone/>
              </a:pPr>
              <a:r>
                <a:rPr lang="zh-CN" altLang="en-US" sz="2000">
                  <a:latin typeface="仿宋_GB2312" charset="0"/>
                  <a:ea typeface="宋体" panose="02010600030101010101" pitchFamily="2" charset="-122"/>
                </a:rPr>
                <a:t>缓冲区一分为二</a:t>
              </a:r>
            </a:p>
          </p:txBody>
        </p:sp>
        <p:sp>
          <p:nvSpPr>
            <p:cNvPr id="20520" name="AutoShape 35">
              <a:extLst>
                <a:ext uri="{FF2B5EF4-FFF2-40B4-BE49-F238E27FC236}">
                  <a16:creationId xmlns:a16="http://schemas.microsoft.com/office/drawing/2014/main" id="{931639C0-FD6F-CE1D-5B70-833E54151B32}"/>
                </a:ext>
              </a:extLst>
            </p:cNvPr>
            <p:cNvSpPr>
              <a:spLocks noChangeArrowheads="1"/>
            </p:cNvSpPr>
            <p:nvPr/>
          </p:nvSpPr>
          <p:spPr bwMode="auto">
            <a:xfrm>
              <a:off x="3152" y="3339"/>
              <a:ext cx="2450" cy="908"/>
            </a:xfrm>
            <a:prstGeom prst="wedgeRoundRectCallout">
              <a:avLst>
                <a:gd name="adj1" fmla="val -38569"/>
                <a:gd name="adj2" fmla="val -66630"/>
                <a:gd name="adj3" fmla="val 16667"/>
              </a:avLst>
            </a:prstGeom>
            <a:noFill/>
            <a:ln w="19050" algn="ctr">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zh-CN" sz="1800" b="0">
                <a:solidFill>
                  <a:schemeClr val="tx1"/>
                </a:solidFill>
                <a:ea typeface="宋体" panose="02010600030101010101" pitchFamily="2" charset="-122"/>
              </a:endParaRPr>
            </a:p>
          </p:txBody>
        </p:sp>
      </p:grpSp>
      <p:sp>
        <p:nvSpPr>
          <p:cNvPr id="651300" name="AutoShape 36">
            <a:extLst>
              <a:ext uri="{FF2B5EF4-FFF2-40B4-BE49-F238E27FC236}">
                <a16:creationId xmlns:a16="http://schemas.microsoft.com/office/drawing/2014/main" id="{6F6486E4-1DDF-72CC-607F-93A8B63F8D75}"/>
              </a:ext>
            </a:extLst>
          </p:cNvPr>
          <p:cNvSpPr>
            <a:spLocks noChangeArrowheads="1"/>
          </p:cNvSpPr>
          <p:nvPr/>
        </p:nvSpPr>
        <p:spPr bwMode="auto">
          <a:xfrm>
            <a:off x="323850" y="1557338"/>
            <a:ext cx="3889375" cy="1441450"/>
          </a:xfrm>
          <a:prstGeom prst="wedgeRoundRectCallout">
            <a:avLst>
              <a:gd name="adj1" fmla="val 23102"/>
              <a:gd name="adj2" fmla="val 59690"/>
              <a:gd name="adj3" fmla="val 16667"/>
            </a:avLst>
          </a:prstGeom>
          <a:noFill/>
          <a:ln w="19050" algn="ctr">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zh-CN" sz="1800" b="0">
              <a:solidFill>
                <a:schemeClr val="tx1"/>
              </a:solidFill>
              <a:ea typeface="宋体" panose="02010600030101010101" pitchFamily="2" charset="-122"/>
            </a:endParaRPr>
          </a:p>
        </p:txBody>
      </p:sp>
      <p:grpSp>
        <p:nvGrpSpPr>
          <p:cNvPr id="3" name="Group 38">
            <a:extLst>
              <a:ext uri="{FF2B5EF4-FFF2-40B4-BE49-F238E27FC236}">
                <a16:creationId xmlns:a16="http://schemas.microsoft.com/office/drawing/2014/main" id="{F5D161EE-8718-293F-7D08-F37FBCA6D8BF}"/>
              </a:ext>
            </a:extLst>
          </p:cNvPr>
          <p:cNvGrpSpPr>
            <a:grpSpLocks/>
          </p:cNvGrpSpPr>
          <p:nvPr/>
        </p:nvGrpSpPr>
        <p:grpSpPr bwMode="auto">
          <a:xfrm>
            <a:off x="6732588" y="2133600"/>
            <a:ext cx="2233612" cy="1871663"/>
            <a:chOff x="4241" y="1344"/>
            <a:chExt cx="1407" cy="1179"/>
          </a:xfrm>
        </p:grpSpPr>
        <p:sp>
          <p:nvSpPr>
            <p:cNvPr id="20511" name="Rectangle 27">
              <a:extLst>
                <a:ext uri="{FF2B5EF4-FFF2-40B4-BE49-F238E27FC236}">
                  <a16:creationId xmlns:a16="http://schemas.microsoft.com/office/drawing/2014/main" id="{1210899F-59E3-2699-4ADB-EC8906DB4417}"/>
                </a:ext>
              </a:extLst>
            </p:cNvPr>
            <p:cNvSpPr>
              <a:spLocks noChangeArrowheads="1"/>
            </p:cNvSpPr>
            <p:nvPr/>
          </p:nvSpPr>
          <p:spPr bwMode="auto">
            <a:xfrm>
              <a:off x="4332" y="1389"/>
              <a:ext cx="1314" cy="1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lnSpc>
                  <a:spcPct val="105000"/>
                </a:lnSpc>
                <a:buFont typeface="Wingdings" pitchFamily="2" charset="2"/>
                <a:buNone/>
              </a:pPr>
              <a:r>
                <a:rPr lang="zh-CN" altLang="en-US" sz="2000">
                  <a:latin typeface="仿宋_GB2312" charset="0"/>
                  <a:ea typeface="宋体" panose="02010600030101010101" pitchFamily="2" charset="-122"/>
                </a:rPr>
                <a:t>输入源程序文本。输入串一般放在一个缓冲区中，这个缓冲区称输入缓冲区。</a:t>
              </a:r>
            </a:p>
          </p:txBody>
        </p:sp>
        <p:sp>
          <p:nvSpPr>
            <p:cNvPr id="20512" name="AutoShape 37">
              <a:extLst>
                <a:ext uri="{FF2B5EF4-FFF2-40B4-BE49-F238E27FC236}">
                  <a16:creationId xmlns:a16="http://schemas.microsoft.com/office/drawing/2014/main" id="{383C23CC-55BB-15C7-D765-44EB737F6B7C}"/>
                </a:ext>
              </a:extLst>
            </p:cNvPr>
            <p:cNvSpPr>
              <a:spLocks noChangeArrowheads="1"/>
            </p:cNvSpPr>
            <p:nvPr/>
          </p:nvSpPr>
          <p:spPr bwMode="auto">
            <a:xfrm>
              <a:off x="4241" y="1344"/>
              <a:ext cx="1407" cy="1179"/>
            </a:xfrm>
            <a:prstGeom prst="wedgeRoundRectCallout">
              <a:avLst>
                <a:gd name="adj1" fmla="val -64782"/>
                <a:gd name="adj2" fmla="val 9713"/>
                <a:gd name="adj3" fmla="val 16667"/>
              </a:avLst>
            </a:prstGeom>
            <a:noFill/>
            <a:ln w="19050" algn="ctr">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zh-CN" sz="1800" b="0">
                <a:solidFill>
                  <a:schemeClr val="tx1"/>
                </a:solidFill>
                <a:ea typeface="宋体" panose="02010600030101010101" pitchFamily="2" charset="-122"/>
              </a:endParaRPr>
            </a:p>
          </p:txBody>
        </p:sp>
      </p:grpSp>
      <p:sp>
        <p:nvSpPr>
          <p:cNvPr id="20510" name="灯片编号占位符 39">
            <a:extLst>
              <a:ext uri="{FF2B5EF4-FFF2-40B4-BE49-F238E27FC236}">
                <a16:creationId xmlns:a16="http://schemas.microsoft.com/office/drawing/2014/main" id="{BA54F0F1-EC62-E134-DBE3-03C945B5EE8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2183D2BD-FF99-5148-A732-1E6C3EB3BF3F}"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12</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51300"/>
                                        </p:tgtEl>
                                        <p:attrNameLst>
                                          <p:attrName>style.visibility</p:attrName>
                                        </p:attrNameLst>
                                      </p:cBhvr>
                                      <p:to>
                                        <p:strVal val="visible"/>
                                      </p:to>
                                    </p:set>
                                    <p:animEffect transition="in" filter="blinds(horizontal)">
                                      <p:cBhvr>
                                        <p:cTn id="12" dur="500"/>
                                        <p:tgtEl>
                                          <p:spTgt spid="651300"/>
                                        </p:tgtEl>
                                      </p:cBhvr>
                                    </p:animEffect>
                                  </p:childTnLst>
                                </p:cTn>
                              </p:par>
                              <p:par>
                                <p:cTn id="13" presetID="3" presetClass="entr" presetSubtype="10" fill="hold" nodeType="withEffect">
                                  <p:stCondLst>
                                    <p:cond delay="0"/>
                                  </p:stCondLst>
                                  <p:childTnLst>
                                    <p:set>
                                      <p:cBhvr>
                                        <p:cTn id="14" dur="1" fill="hold">
                                          <p:stCondLst>
                                            <p:cond delay="0"/>
                                          </p:stCondLst>
                                        </p:cTn>
                                        <p:tgtEl>
                                          <p:spTgt spid="651267">
                                            <p:txEl>
                                              <p:pRg st="0" end="0"/>
                                            </p:txEl>
                                          </p:spTgt>
                                        </p:tgtEl>
                                        <p:attrNameLst>
                                          <p:attrName>style.visibility</p:attrName>
                                        </p:attrNameLst>
                                      </p:cBhvr>
                                      <p:to>
                                        <p:strVal val="visible"/>
                                      </p:to>
                                    </p:set>
                                    <p:animEffect transition="in" filter="blinds(horizontal)">
                                      <p:cBhvr>
                                        <p:cTn id="15" dur="500"/>
                                        <p:tgtEl>
                                          <p:spTgt spid="651267">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linds(horizontal)">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1267" grpId="0" build="p"/>
      <p:bldP spid="65130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DC51C227-D6EC-3776-77DB-7848160BAD43}"/>
              </a:ext>
            </a:extLst>
          </p:cNvPr>
          <p:cNvSpPr>
            <a:spLocks noGrp="1" noChangeArrowheads="1"/>
          </p:cNvSpPr>
          <p:nvPr>
            <p:ph type="title"/>
          </p:nvPr>
        </p:nvSpPr>
        <p:spPr/>
        <p:txBody>
          <a:bodyPr/>
          <a:lstStyle/>
          <a:p>
            <a:pPr eaLnBrk="1" hangingPunct="1"/>
            <a:r>
              <a:rPr lang="zh-CN" altLang="en-US"/>
              <a:t>单词符号的识别：超前搜索</a:t>
            </a:r>
          </a:p>
        </p:txBody>
      </p:sp>
      <p:sp>
        <p:nvSpPr>
          <p:cNvPr id="21507" name="Rectangle 3">
            <a:extLst>
              <a:ext uri="{FF2B5EF4-FFF2-40B4-BE49-F238E27FC236}">
                <a16:creationId xmlns:a16="http://schemas.microsoft.com/office/drawing/2014/main" id="{B9BFE7C0-E0FF-B88E-EAF4-E0407BDCD10D}"/>
              </a:ext>
            </a:extLst>
          </p:cNvPr>
          <p:cNvSpPr>
            <a:spLocks noGrp="1" noChangeArrowheads="1"/>
          </p:cNvSpPr>
          <p:nvPr>
            <p:ph type="body" idx="1"/>
          </p:nvPr>
        </p:nvSpPr>
        <p:spPr/>
        <p:txBody>
          <a:bodyPr/>
          <a:lstStyle/>
          <a:p>
            <a:pPr eaLnBrk="1" hangingPunct="1">
              <a:lnSpc>
                <a:spcPct val="120000"/>
              </a:lnSpc>
            </a:pPr>
            <a:r>
              <a:rPr lang="zh-CN" altLang="en-US" sz="2800">
                <a:ea typeface="宋体" panose="02010600030101010101" pitchFamily="2" charset="-122"/>
              </a:rPr>
              <a:t>关键字识别</a:t>
            </a:r>
          </a:p>
          <a:p>
            <a:pPr eaLnBrk="1" hangingPunct="1">
              <a:lnSpc>
                <a:spcPct val="120000"/>
              </a:lnSpc>
              <a:buFont typeface="Wingdings" pitchFamily="2" charset="2"/>
              <a:buNone/>
            </a:pPr>
            <a:r>
              <a:rPr lang="zh-CN" altLang="en-US" b="0">
                <a:ea typeface="宋体" panose="02010600030101010101" pitchFamily="2" charset="-122"/>
              </a:rPr>
              <a:t>   </a:t>
            </a:r>
            <a:r>
              <a:rPr lang="zh-CN" altLang="en-US" sz="2400">
                <a:solidFill>
                  <a:srgbClr val="CC6600"/>
                </a:solidFill>
                <a:ea typeface="宋体" panose="02010600030101010101" pitchFamily="2" charset="-122"/>
              </a:rPr>
              <a:t>例</a:t>
            </a:r>
            <a:r>
              <a:rPr lang="en-US" altLang="zh-CN" sz="2400">
                <a:ea typeface="宋体" panose="02010600030101010101" pitchFamily="2" charset="-122"/>
              </a:rPr>
              <a:t>.  </a:t>
            </a:r>
            <a:r>
              <a:rPr lang="zh-CN" altLang="en-US" sz="2400">
                <a:ea typeface="宋体" panose="02010600030101010101" pitchFamily="2" charset="-122"/>
              </a:rPr>
              <a:t>在标准</a:t>
            </a:r>
            <a:r>
              <a:rPr lang="en-US" altLang="zh-CN" sz="2400">
                <a:ea typeface="宋体" panose="02010600030101010101" pitchFamily="2" charset="-122"/>
              </a:rPr>
              <a:t>FORTRAN</a:t>
            </a:r>
            <a:r>
              <a:rPr lang="zh-CN" altLang="en-US" sz="2400">
                <a:ea typeface="宋体" panose="02010600030101010101" pitchFamily="2" charset="-122"/>
              </a:rPr>
              <a:t>中四个合法句子： </a:t>
            </a:r>
          </a:p>
          <a:p>
            <a:pPr eaLnBrk="1" hangingPunct="1">
              <a:lnSpc>
                <a:spcPct val="120000"/>
              </a:lnSpc>
              <a:buFont typeface="Wingdings" pitchFamily="2" charset="2"/>
              <a:buNone/>
            </a:pPr>
            <a:r>
              <a:rPr lang="zh-CN" altLang="en-US" sz="2400">
                <a:ea typeface="宋体" panose="02010600030101010101" pitchFamily="2" charset="-122"/>
              </a:rPr>
              <a:t>         </a:t>
            </a:r>
            <a:r>
              <a:rPr lang="en-US" altLang="zh-CN" sz="2400">
                <a:ea typeface="宋体" panose="02010600030101010101" pitchFamily="2" charset="-122"/>
              </a:rPr>
              <a:t>1</a:t>
            </a:r>
            <a:r>
              <a:rPr lang="zh-CN" altLang="en-US" sz="2400">
                <a:ea typeface="宋体" panose="02010600030101010101" pitchFamily="2" charset="-122"/>
              </a:rPr>
              <a:t>、</a:t>
            </a:r>
            <a:r>
              <a:rPr lang="en-US" altLang="zh-CN" sz="2400">
                <a:ea typeface="宋体" panose="02010600030101010101" pitchFamily="2" charset="-122"/>
              </a:rPr>
              <a:t>DO99K = 1,10</a:t>
            </a:r>
          </a:p>
          <a:p>
            <a:pPr eaLnBrk="1" hangingPunct="1">
              <a:lnSpc>
                <a:spcPct val="120000"/>
              </a:lnSpc>
              <a:buFont typeface="Wingdings" pitchFamily="2" charset="2"/>
              <a:buNone/>
            </a:pPr>
            <a:r>
              <a:rPr lang="en-US" altLang="zh-CN" sz="2400">
                <a:ea typeface="宋体" panose="02010600030101010101" pitchFamily="2" charset="-122"/>
              </a:rPr>
              <a:t>         2</a:t>
            </a:r>
            <a:r>
              <a:rPr lang="zh-CN" altLang="en-US" sz="2400">
                <a:ea typeface="宋体" panose="02010600030101010101" pitchFamily="2" charset="-122"/>
              </a:rPr>
              <a:t>、</a:t>
            </a:r>
            <a:r>
              <a:rPr lang="en-US" altLang="zh-CN" sz="2400">
                <a:ea typeface="宋体" panose="02010600030101010101" pitchFamily="2" charset="-122"/>
              </a:rPr>
              <a:t>IF(5.EQ.M)I = 10</a:t>
            </a:r>
          </a:p>
          <a:p>
            <a:pPr eaLnBrk="1" hangingPunct="1">
              <a:lnSpc>
                <a:spcPct val="120000"/>
              </a:lnSpc>
              <a:buFont typeface="Wingdings" pitchFamily="2" charset="2"/>
              <a:buNone/>
            </a:pPr>
            <a:r>
              <a:rPr lang="en-US" altLang="zh-CN" sz="2400">
                <a:ea typeface="宋体" panose="02010600030101010101" pitchFamily="2" charset="-122"/>
              </a:rPr>
              <a:t>         3</a:t>
            </a:r>
            <a:r>
              <a:rPr lang="zh-CN" altLang="en-US" sz="2400">
                <a:ea typeface="宋体" panose="02010600030101010101" pitchFamily="2" charset="-122"/>
              </a:rPr>
              <a:t>、</a:t>
            </a:r>
            <a:r>
              <a:rPr lang="en-US" altLang="zh-CN" sz="2400">
                <a:ea typeface="宋体" panose="02010600030101010101" pitchFamily="2" charset="-122"/>
              </a:rPr>
              <a:t>DO99K = 1.10</a:t>
            </a:r>
          </a:p>
          <a:p>
            <a:pPr eaLnBrk="1" hangingPunct="1">
              <a:lnSpc>
                <a:spcPct val="120000"/>
              </a:lnSpc>
              <a:buFont typeface="Wingdings" pitchFamily="2" charset="2"/>
              <a:buNone/>
            </a:pPr>
            <a:r>
              <a:rPr lang="en-US" altLang="zh-CN" sz="2400">
                <a:ea typeface="宋体" panose="02010600030101010101" pitchFamily="2" charset="-122"/>
              </a:rPr>
              <a:t>         4</a:t>
            </a:r>
            <a:r>
              <a:rPr lang="zh-CN" altLang="en-US" sz="2400">
                <a:ea typeface="宋体" panose="02010600030101010101" pitchFamily="2" charset="-122"/>
              </a:rPr>
              <a:t>、</a:t>
            </a:r>
            <a:r>
              <a:rPr lang="en-US" altLang="zh-CN" sz="2400">
                <a:ea typeface="宋体" panose="02010600030101010101" pitchFamily="2" charset="-122"/>
              </a:rPr>
              <a:t>IF(5) = 55</a:t>
            </a:r>
          </a:p>
          <a:p>
            <a:pPr eaLnBrk="1" hangingPunct="1">
              <a:lnSpc>
                <a:spcPct val="120000"/>
              </a:lnSpc>
              <a:buFont typeface="Wingdings" pitchFamily="2" charset="2"/>
              <a:buNone/>
            </a:pPr>
            <a:endParaRPr lang="en-US" altLang="zh-CN" sz="2400">
              <a:ea typeface="宋体" panose="02010600030101010101" pitchFamily="2" charset="-122"/>
            </a:endParaRPr>
          </a:p>
        </p:txBody>
      </p:sp>
      <p:sp>
        <p:nvSpPr>
          <p:cNvPr id="657412" name="Line 4">
            <a:extLst>
              <a:ext uri="{FF2B5EF4-FFF2-40B4-BE49-F238E27FC236}">
                <a16:creationId xmlns:a16="http://schemas.microsoft.com/office/drawing/2014/main" id="{9F22403E-E433-BC9E-6775-A2B09E1116AA}"/>
              </a:ext>
            </a:extLst>
          </p:cNvPr>
          <p:cNvSpPr>
            <a:spLocks noChangeShapeType="1"/>
          </p:cNvSpPr>
          <p:nvPr/>
        </p:nvSpPr>
        <p:spPr bwMode="auto">
          <a:xfrm>
            <a:off x="4356100" y="3429000"/>
            <a:ext cx="237648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57413" name="Line 5">
            <a:extLst>
              <a:ext uri="{FF2B5EF4-FFF2-40B4-BE49-F238E27FC236}">
                <a16:creationId xmlns:a16="http://schemas.microsoft.com/office/drawing/2014/main" id="{D09B120C-9BD3-7F81-B0A3-68AC80E2329B}"/>
              </a:ext>
            </a:extLst>
          </p:cNvPr>
          <p:cNvSpPr>
            <a:spLocks noChangeShapeType="1"/>
          </p:cNvSpPr>
          <p:nvPr/>
        </p:nvSpPr>
        <p:spPr bwMode="auto">
          <a:xfrm>
            <a:off x="4932363" y="4005263"/>
            <a:ext cx="1800225"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57414" name="Line 6">
            <a:extLst>
              <a:ext uri="{FF2B5EF4-FFF2-40B4-BE49-F238E27FC236}">
                <a16:creationId xmlns:a16="http://schemas.microsoft.com/office/drawing/2014/main" id="{1C1DB873-3750-AB42-10C1-D2EA8E056095}"/>
              </a:ext>
            </a:extLst>
          </p:cNvPr>
          <p:cNvSpPr>
            <a:spLocks noChangeShapeType="1"/>
          </p:cNvSpPr>
          <p:nvPr/>
        </p:nvSpPr>
        <p:spPr bwMode="auto">
          <a:xfrm>
            <a:off x="6732588" y="3429000"/>
            <a:ext cx="0" cy="576263"/>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57415" name="Line 7">
            <a:extLst>
              <a:ext uri="{FF2B5EF4-FFF2-40B4-BE49-F238E27FC236}">
                <a16:creationId xmlns:a16="http://schemas.microsoft.com/office/drawing/2014/main" id="{5EA2E533-9B2C-860B-1345-8EEC914A9035}"/>
              </a:ext>
            </a:extLst>
          </p:cNvPr>
          <p:cNvSpPr>
            <a:spLocks noChangeShapeType="1"/>
          </p:cNvSpPr>
          <p:nvPr/>
        </p:nvSpPr>
        <p:spPr bwMode="auto">
          <a:xfrm>
            <a:off x="6732588" y="3716338"/>
            <a:ext cx="43180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57416" name="Rectangle 8">
            <a:extLst>
              <a:ext uri="{FF2B5EF4-FFF2-40B4-BE49-F238E27FC236}">
                <a16:creationId xmlns:a16="http://schemas.microsoft.com/office/drawing/2014/main" id="{503AAE82-E083-77BF-4744-D55CA49B89DC}"/>
              </a:ext>
            </a:extLst>
          </p:cNvPr>
          <p:cNvSpPr>
            <a:spLocks noChangeArrowheads="1"/>
          </p:cNvSpPr>
          <p:nvPr/>
        </p:nvSpPr>
        <p:spPr bwMode="auto">
          <a:xfrm>
            <a:off x="7164388" y="3357563"/>
            <a:ext cx="1477962" cy="709612"/>
          </a:xfrm>
          <a:prstGeom prst="rect">
            <a:avLst/>
          </a:prstGeom>
          <a:solidFill>
            <a:srgbClr val="FF9900"/>
          </a:solidFill>
          <a:ln w="9525" algn="ctr">
            <a:solidFill>
              <a:srgbClr val="000000"/>
            </a:solidFill>
            <a:miter lim="800000"/>
            <a:headEnd/>
            <a:tailEnd/>
          </a:ln>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2000">
                <a:solidFill>
                  <a:schemeClr val="tx2"/>
                </a:solidFill>
                <a:latin typeface="黑体" panose="02010609060101010101" pitchFamily="49" charset="-122"/>
                <a:ea typeface="黑体" panose="02010609060101010101" pitchFamily="49" charset="-122"/>
              </a:rPr>
              <a:t>其中的</a:t>
            </a:r>
            <a:r>
              <a:rPr lang="en-US" altLang="zh-CN" sz="2000">
                <a:solidFill>
                  <a:schemeClr val="tx2"/>
                </a:solidFill>
                <a:latin typeface="黑体" panose="02010609060101010101" pitchFamily="49" charset="-122"/>
                <a:ea typeface="黑体" panose="02010609060101010101" pitchFamily="49" charset="-122"/>
              </a:rPr>
              <a:t>DO</a:t>
            </a:r>
            <a:r>
              <a:rPr lang="zh-CN" altLang="en-US" sz="2000">
                <a:solidFill>
                  <a:schemeClr val="tx2"/>
                </a:solidFill>
                <a:latin typeface="黑体" panose="02010609060101010101" pitchFamily="49" charset="-122"/>
                <a:ea typeface="黑体" panose="02010609060101010101" pitchFamily="49" charset="-122"/>
              </a:rPr>
              <a:t>、</a:t>
            </a:r>
            <a:r>
              <a:rPr lang="en-US" altLang="zh-CN" sz="2000">
                <a:solidFill>
                  <a:schemeClr val="tx2"/>
                </a:solidFill>
                <a:latin typeface="黑体" panose="02010609060101010101" pitchFamily="49" charset="-122"/>
                <a:ea typeface="黑体" panose="02010609060101010101" pitchFamily="49" charset="-122"/>
              </a:rPr>
              <a:t>IF</a:t>
            </a:r>
            <a:r>
              <a:rPr lang="zh-CN" altLang="en-US" sz="2000">
                <a:solidFill>
                  <a:schemeClr val="tx2"/>
                </a:solidFill>
                <a:latin typeface="黑体" panose="02010609060101010101" pitchFamily="49" charset="-122"/>
                <a:ea typeface="黑体" panose="02010609060101010101" pitchFamily="49" charset="-122"/>
              </a:rPr>
              <a:t>为关键字</a:t>
            </a:r>
          </a:p>
        </p:txBody>
      </p:sp>
      <p:sp>
        <p:nvSpPr>
          <p:cNvPr id="657417" name="Rectangle 9">
            <a:extLst>
              <a:ext uri="{FF2B5EF4-FFF2-40B4-BE49-F238E27FC236}">
                <a16:creationId xmlns:a16="http://schemas.microsoft.com/office/drawing/2014/main" id="{E3D21F69-A782-DB75-535E-E35B697AE3A8}"/>
              </a:ext>
            </a:extLst>
          </p:cNvPr>
          <p:cNvSpPr>
            <a:spLocks noChangeArrowheads="1"/>
          </p:cNvSpPr>
          <p:nvPr/>
        </p:nvSpPr>
        <p:spPr bwMode="auto">
          <a:xfrm>
            <a:off x="7164388" y="4356100"/>
            <a:ext cx="1477962" cy="1016000"/>
          </a:xfrm>
          <a:prstGeom prst="rect">
            <a:avLst/>
          </a:prstGeom>
          <a:solidFill>
            <a:srgbClr val="FF9900"/>
          </a:solidFill>
          <a:ln w="9525" algn="ctr">
            <a:solidFill>
              <a:srgbClr val="000000"/>
            </a:solidFill>
            <a:miter lim="800000"/>
            <a:headEnd/>
            <a:tailEnd/>
          </a:ln>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2000">
                <a:solidFill>
                  <a:schemeClr val="tx2"/>
                </a:solidFill>
                <a:latin typeface="黑体" panose="02010609060101010101" pitchFamily="49" charset="-122"/>
                <a:ea typeface="黑体" panose="02010609060101010101" pitchFamily="49" charset="-122"/>
              </a:rPr>
              <a:t>其中的</a:t>
            </a:r>
            <a:r>
              <a:rPr lang="en-US" altLang="zh-CN" sz="2000">
                <a:solidFill>
                  <a:schemeClr val="tx2"/>
                </a:solidFill>
                <a:latin typeface="黑体" panose="02010609060101010101" pitchFamily="49" charset="-122"/>
                <a:ea typeface="黑体" panose="02010609060101010101" pitchFamily="49" charset="-122"/>
              </a:rPr>
              <a:t>DO</a:t>
            </a:r>
            <a:r>
              <a:rPr lang="zh-CN" altLang="en-US" sz="2000">
                <a:solidFill>
                  <a:schemeClr val="tx2"/>
                </a:solidFill>
                <a:latin typeface="黑体" panose="02010609060101010101" pitchFamily="49" charset="-122"/>
                <a:ea typeface="黑体" panose="02010609060101010101" pitchFamily="49" charset="-122"/>
              </a:rPr>
              <a:t>、</a:t>
            </a:r>
            <a:r>
              <a:rPr lang="en-US" altLang="zh-CN" sz="2000">
                <a:solidFill>
                  <a:schemeClr val="tx2"/>
                </a:solidFill>
                <a:latin typeface="黑体" panose="02010609060101010101" pitchFamily="49" charset="-122"/>
                <a:ea typeface="黑体" panose="02010609060101010101" pitchFamily="49" charset="-122"/>
              </a:rPr>
              <a:t>IF</a:t>
            </a:r>
            <a:r>
              <a:rPr lang="zh-CN" altLang="en-US" sz="2000">
                <a:solidFill>
                  <a:schemeClr val="tx2"/>
                </a:solidFill>
                <a:latin typeface="黑体" panose="02010609060101010101" pitchFamily="49" charset="-122"/>
                <a:ea typeface="黑体" panose="02010609060101010101" pitchFamily="49" charset="-122"/>
              </a:rPr>
              <a:t>为标识符的一部分</a:t>
            </a:r>
          </a:p>
        </p:txBody>
      </p:sp>
      <p:sp>
        <p:nvSpPr>
          <p:cNvPr id="657418" name="Line 10">
            <a:extLst>
              <a:ext uri="{FF2B5EF4-FFF2-40B4-BE49-F238E27FC236}">
                <a16:creationId xmlns:a16="http://schemas.microsoft.com/office/drawing/2014/main" id="{55875555-E92F-FF4B-E61D-C65E1D48AC33}"/>
              </a:ext>
            </a:extLst>
          </p:cNvPr>
          <p:cNvSpPr>
            <a:spLocks noChangeShapeType="1"/>
          </p:cNvSpPr>
          <p:nvPr/>
        </p:nvSpPr>
        <p:spPr bwMode="auto">
          <a:xfrm>
            <a:off x="4356100" y="4581525"/>
            <a:ext cx="237648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57419" name="Line 11">
            <a:extLst>
              <a:ext uri="{FF2B5EF4-FFF2-40B4-BE49-F238E27FC236}">
                <a16:creationId xmlns:a16="http://schemas.microsoft.com/office/drawing/2014/main" id="{DA11EFC2-DBDC-BEFD-960D-D858E0829D17}"/>
              </a:ext>
            </a:extLst>
          </p:cNvPr>
          <p:cNvSpPr>
            <a:spLocks noChangeShapeType="1"/>
          </p:cNvSpPr>
          <p:nvPr/>
        </p:nvSpPr>
        <p:spPr bwMode="auto">
          <a:xfrm>
            <a:off x="4067175" y="5157788"/>
            <a:ext cx="2665413"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57420" name="Line 12">
            <a:extLst>
              <a:ext uri="{FF2B5EF4-FFF2-40B4-BE49-F238E27FC236}">
                <a16:creationId xmlns:a16="http://schemas.microsoft.com/office/drawing/2014/main" id="{35825BB7-0EC7-735F-6D40-B4A2E793AFA1}"/>
              </a:ext>
            </a:extLst>
          </p:cNvPr>
          <p:cNvSpPr>
            <a:spLocks noChangeShapeType="1"/>
          </p:cNvSpPr>
          <p:nvPr/>
        </p:nvSpPr>
        <p:spPr bwMode="auto">
          <a:xfrm>
            <a:off x="6732588" y="4581525"/>
            <a:ext cx="0" cy="576263"/>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57421" name="Line 13">
            <a:extLst>
              <a:ext uri="{FF2B5EF4-FFF2-40B4-BE49-F238E27FC236}">
                <a16:creationId xmlns:a16="http://schemas.microsoft.com/office/drawing/2014/main" id="{EA43355C-C22C-E589-D33B-9471EFEC05BB}"/>
              </a:ext>
            </a:extLst>
          </p:cNvPr>
          <p:cNvSpPr>
            <a:spLocks noChangeShapeType="1"/>
          </p:cNvSpPr>
          <p:nvPr/>
        </p:nvSpPr>
        <p:spPr bwMode="auto">
          <a:xfrm>
            <a:off x="6732588" y="4868863"/>
            <a:ext cx="43180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1518" name="灯片编号占位符 13">
            <a:extLst>
              <a:ext uri="{FF2B5EF4-FFF2-40B4-BE49-F238E27FC236}">
                <a16:creationId xmlns:a16="http://schemas.microsoft.com/office/drawing/2014/main" id="{E58137E3-905A-0C40-A301-9F0820E691B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313BAAC4-A713-2C4F-9574-5DF3F8351D6B}"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13</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57414"/>
                                        </p:tgtEl>
                                        <p:attrNameLst>
                                          <p:attrName>style.visibility</p:attrName>
                                        </p:attrNameLst>
                                      </p:cBhvr>
                                      <p:to>
                                        <p:strVal val="visible"/>
                                      </p:to>
                                    </p:set>
                                    <p:animEffect transition="in" filter="fade">
                                      <p:cBhvr>
                                        <p:cTn id="7" dur="2000"/>
                                        <p:tgtEl>
                                          <p:spTgt spid="657414"/>
                                        </p:tgtEl>
                                      </p:cBhvr>
                                    </p:animEffect>
                                  </p:childTnLst>
                                </p:cTn>
                              </p:par>
                              <p:par>
                                <p:cTn id="8" presetID="10" presetClass="entr" presetSubtype="0" fill="hold" nodeType="withEffect">
                                  <p:stCondLst>
                                    <p:cond delay="0"/>
                                  </p:stCondLst>
                                  <p:childTnLst>
                                    <p:set>
                                      <p:cBhvr>
                                        <p:cTn id="9" dur="1" fill="hold">
                                          <p:stCondLst>
                                            <p:cond delay="0"/>
                                          </p:stCondLst>
                                        </p:cTn>
                                        <p:tgtEl>
                                          <p:spTgt spid="657415"/>
                                        </p:tgtEl>
                                        <p:attrNameLst>
                                          <p:attrName>style.visibility</p:attrName>
                                        </p:attrNameLst>
                                      </p:cBhvr>
                                      <p:to>
                                        <p:strVal val="visible"/>
                                      </p:to>
                                    </p:set>
                                    <p:animEffect transition="in" filter="fade">
                                      <p:cBhvr>
                                        <p:cTn id="10" dur="2000"/>
                                        <p:tgtEl>
                                          <p:spTgt spid="657415"/>
                                        </p:tgtEl>
                                      </p:cBhvr>
                                    </p:animEffect>
                                  </p:childTnLst>
                                </p:cTn>
                              </p:par>
                              <p:par>
                                <p:cTn id="11" presetID="10" presetClass="entr" presetSubtype="0" fill="hold" nodeType="withEffect">
                                  <p:stCondLst>
                                    <p:cond delay="0"/>
                                  </p:stCondLst>
                                  <p:childTnLst>
                                    <p:set>
                                      <p:cBhvr>
                                        <p:cTn id="12" dur="1" fill="hold">
                                          <p:stCondLst>
                                            <p:cond delay="0"/>
                                          </p:stCondLst>
                                        </p:cTn>
                                        <p:tgtEl>
                                          <p:spTgt spid="657413"/>
                                        </p:tgtEl>
                                        <p:attrNameLst>
                                          <p:attrName>style.visibility</p:attrName>
                                        </p:attrNameLst>
                                      </p:cBhvr>
                                      <p:to>
                                        <p:strVal val="visible"/>
                                      </p:to>
                                    </p:set>
                                    <p:animEffect transition="in" filter="fade">
                                      <p:cBhvr>
                                        <p:cTn id="13" dur="2000"/>
                                        <p:tgtEl>
                                          <p:spTgt spid="657413"/>
                                        </p:tgtEl>
                                      </p:cBhvr>
                                    </p:animEffect>
                                  </p:childTnLst>
                                </p:cTn>
                              </p:par>
                              <p:par>
                                <p:cTn id="14" presetID="10" presetClass="entr" presetSubtype="0" fill="hold" nodeType="withEffect">
                                  <p:stCondLst>
                                    <p:cond delay="0"/>
                                  </p:stCondLst>
                                  <p:childTnLst>
                                    <p:set>
                                      <p:cBhvr>
                                        <p:cTn id="15" dur="1" fill="hold">
                                          <p:stCondLst>
                                            <p:cond delay="0"/>
                                          </p:stCondLst>
                                        </p:cTn>
                                        <p:tgtEl>
                                          <p:spTgt spid="657412"/>
                                        </p:tgtEl>
                                        <p:attrNameLst>
                                          <p:attrName>style.visibility</p:attrName>
                                        </p:attrNameLst>
                                      </p:cBhvr>
                                      <p:to>
                                        <p:strVal val="visible"/>
                                      </p:to>
                                    </p:set>
                                    <p:animEffect transition="in" filter="fade">
                                      <p:cBhvr>
                                        <p:cTn id="16" dur="2000"/>
                                        <p:tgtEl>
                                          <p:spTgt spid="657412"/>
                                        </p:tgtEl>
                                      </p:cBhvr>
                                    </p:animEffect>
                                  </p:childTnLst>
                                </p:cTn>
                              </p:par>
                              <p:par>
                                <p:cTn id="17" presetID="10" presetClass="entr" presetSubtype="0" fill="hold" nodeType="withEffect">
                                  <p:stCondLst>
                                    <p:cond delay="0"/>
                                  </p:stCondLst>
                                  <p:childTnLst>
                                    <p:set>
                                      <p:cBhvr>
                                        <p:cTn id="18" dur="1" fill="hold">
                                          <p:stCondLst>
                                            <p:cond delay="0"/>
                                          </p:stCondLst>
                                        </p:cTn>
                                        <p:tgtEl>
                                          <p:spTgt spid="657416"/>
                                        </p:tgtEl>
                                        <p:attrNameLst>
                                          <p:attrName>style.visibility</p:attrName>
                                        </p:attrNameLst>
                                      </p:cBhvr>
                                      <p:to>
                                        <p:strVal val="visible"/>
                                      </p:to>
                                    </p:set>
                                    <p:animEffect transition="in" filter="fade">
                                      <p:cBhvr>
                                        <p:cTn id="19" dur="2000"/>
                                        <p:tgtEl>
                                          <p:spTgt spid="657416"/>
                                        </p:tgtEl>
                                      </p:cBhvr>
                                    </p:animEffect>
                                  </p:childTnLst>
                                </p:cTn>
                              </p:par>
                            </p:childTnLst>
                          </p:cTn>
                        </p:par>
                        <p:par>
                          <p:cTn id="20" fill="hold" nodeType="afterGroup">
                            <p:stCondLst>
                              <p:cond delay="2000"/>
                            </p:stCondLst>
                            <p:childTnLst>
                              <p:par>
                                <p:cTn id="21" presetID="10" presetClass="entr" presetSubtype="0" fill="hold" nodeType="afterEffect">
                                  <p:stCondLst>
                                    <p:cond delay="0"/>
                                  </p:stCondLst>
                                  <p:childTnLst>
                                    <p:set>
                                      <p:cBhvr>
                                        <p:cTn id="22" dur="1" fill="hold">
                                          <p:stCondLst>
                                            <p:cond delay="0"/>
                                          </p:stCondLst>
                                        </p:cTn>
                                        <p:tgtEl>
                                          <p:spTgt spid="657420"/>
                                        </p:tgtEl>
                                        <p:attrNameLst>
                                          <p:attrName>style.visibility</p:attrName>
                                        </p:attrNameLst>
                                      </p:cBhvr>
                                      <p:to>
                                        <p:strVal val="visible"/>
                                      </p:to>
                                    </p:set>
                                    <p:animEffect transition="in" filter="fade">
                                      <p:cBhvr>
                                        <p:cTn id="23" dur="2000"/>
                                        <p:tgtEl>
                                          <p:spTgt spid="657420"/>
                                        </p:tgtEl>
                                      </p:cBhvr>
                                    </p:animEffect>
                                  </p:childTnLst>
                                </p:cTn>
                              </p:par>
                              <p:par>
                                <p:cTn id="24" presetID="10" presetClass="entr" presetSubtype="0" fill="hold" nodeType="withEffect">
                                  <p:stCondLst>
                                    <p:cond delay="0"/>
                                  </p:stCondLst>
                                  <p:childTnLst>
                                    <p:set>
                                      <p:cBhvr>
                                        <p:cTn id="25" dur="1" fill="hold">
                                          <p:stCondLst>
                                            <p:cond delay="0"/>
                                          </p:stCondLst>
                                        </p:cTn>
                                        <p:tgtEl>
                                          <p:spTgt spid="657421"/>
                                        </p:tgtEl>
                                        <p:attrNameLst>
                                          <p:attrName>style.visibility</p:attrName>
                                        </p:attrNameLst>
                                      </p:cBhvr>
                                      <p:to>
                                        <p:strVal val="visible"/>
                                      </p:to>
                                    </p:set>
                                    <p:animEffect transition="in" filter="fade">
                                      <p:cBhvr>
                                        <p:cTn id="26" dur="2000"/>
                                        <p:tgtEl>
                                          <p:spTgt spid="657421"/>
                                        </p:tgtEl>
                                      </p:cBhvr>
                                    </p:animEffect>
                                  </p:childTnLst>
                                </p:cTn>
                              </p:par>
                              <p:par>
                                <p:cTn id="27" presetID="10" presetClass="entr" presetSubtype="0" fill="hold" nodeType="withEffect">
                                  <p:stCondLst>
                                    <p:cond delay="0"/>
                                  </p:stCondLst>
                                  <p:childTnLst>
                                    <p:set>
                                      <p:cBhvr>
                                        <p:cTn id="28" dur="1" fill="hold">
                                          <p:stCondLst>
                                            <p:cond delay="0"/>
                                          </p:stCondLst>
                                        </p:cTn>
                                        <p:tgtEl>
                                          <p:spTgt spid="657418"/>
                                        </p:tgtEl>
                                        <p:attrNameLst>
                                          <p:attrName>style.visibility</p:attrName>
                                        </p:attrNameLst>
                                      </p:cBhvr>
                                      <p:to>
                                        <p:strVal val="visible"/>
                                      </p:to>
                                    </p:set>
                                    <p:animEffect transition="in" filter="fade">
                                      <p:cBhvr>
                                        <p:cTn id="29" dur="2000"/>
                                        <p:tgtEl>
                                          <p:spTgt spid="657418"/>
                                        </p:tgtEl>
                                      </p:cBhvr>
                                    </p:animEffect>
                                  </p:childTnLst>
                                </p:cTn>
                              </p:par>
                              <p:par>
                                <p:cTn id="30" presetID="10" presetClass="entr" presetSubtype="0" fill="hold" nodeType="withEffect">
                                  <p:stCondLst>
                                    <p:cond delay="0"/>
                                  </p:stCondLst>
                                  <p:childTnLst>
                                    <p:set>
                                      <p:cBhvr>
                                        <p:cTn id="31" dur="1" fill="hold">
                                          <p:stCondLst>
                                            <p:cond delay="0"/>
                                          </p:stCondLst>
                                        </p:cTn>
                                        <p:tgtEl>
                                          <p:spTgt spid="657419"/>
                                        </p:tgtEl>
                                        <p:attrNameLst>
                                          <p:attrName>style.visibility</p:attrName>
                                        </p:attrNameLst>
                                      </p:cBhvr>
                                      <p:to>
                                        <p:strVal val="visible"/>
                                      </p:to>
                                    </p:set>
                                    <p:animEffect transition="in" filter="fade">
                                      <p:cBhvr>
                                        <p:cTn id="32" dur="2000"/>
                                        <p:tgtEl>
                                          <p:spTgt spid="657419"/>
                                        </p:tgtEl>
                                      </p:cBhvr>
                                    </p:animEffect>
                                  </p:childTnLst>
                                </p:cTn>
                              </p:par>
                              <p:par>
                                <p:cTn id="33" presetID="10" presetClass="entr" presetSubtype="0" fill="hold" nodeType="withEffect">
                                  <p:stCondLst>
                                    <p:cond delay="0"/>
                                  </p:stCondLst>
                                  <p:childTnLst>
                                    <p:set>
                                      <p:cBhvr>
                                        <p:cTn id="34" dur="1" fill="hold">
                                          <p:stCondLst>
                                            <p:cond delay="0"/>
                                          </p:stCondLst>
                                        </p:cTn>
                                        <p:tgtEl>
                                          <p:spTgt spid="657417"/>
                                        </p:tgtEl>
                                        <p:attrNameLst>
                                          <p:attrName>style.visibility</p:attrName>
                                        </p:attrNameLst>
                                      </p:cBhvr>
                                      <p:to>
                                        <p:strVal val="visible"/>
                                      </p:to>
                                    </p:set>
                                    <p:animEffect transition="in" filter="fade">
                                      <p:cBhvr>
                                        <p:cTn id="35" dur="2000"/>
                                        <p:tgtEl>
                                          <p:spTgt spid="657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7416" grpId="0" animBg="1"/>
      <p:bldP spid="65741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71A12FA-ED25-74CF-FE72-B69FD07E2A70}"/>
              </a:ext>
            </a:extLst>
          </p:cNvPr>
          <p:cNvSpPr>
            <a:spLocks noGrp="1" noChangeArrowheads="1"/>
          </p:cNvSpPr>
          <p:nvPr>
            <p:ph type="title"/>
          </p:nvPr>
        </p:nvSpPr>
        <p:spPr/>
        <p:txBody>
          <a:bodyPr/>
          <a:lstStyle/>
          <a:p>
            <a:pPr eaLnBrk="1" hangingPunct="1"/>
            <a:r>
              <a:rPr lang="zh-CN" altLang="en-US"/>
              <a:t>单词符号的识别：超前搜索</a:t>
            </a:r>
          </a:p>
        </p:txBody>
      </p:sp>
      <p:sp>
        <p:nvSpPr>
          <p:cNvPr id="22531" name="Rectangle 3">
            <a:extLst>
              <a:ext uri="{FF2B5EF4-FFF2-40B4-BE49-F238E27FC236}">
                <a16:creationId xmlns:a16="http://schemas.microsoft.com/office/drawing/2014/main" id="{F5EBC862-00A9-F56C-1077-1E3754741935}"/>
              </a:ext>
            </a:extLst>
          </p:cNvPr>
          <p:cNvSpPr>
            <a:spLocks noGrp="1" noChangeArrowheads="1"/>
          </p:cNvSpPr>
          <p:nvPr>
            <p:ph type="body" idx="1"/>
          </p:nvPr>
        </p:nvSpPr>
        <p:spPr>
          <a:xfrm>
            <a:off x="457200" y="1916113"/>
            <a:ext cx="8229600" cy="4256087"/>
          </a:xfrm>
        </p:spPr>
        <p:txBody>
          <a:bodyPr/>
          <a:lstStyle/>
          <a:p>
            <a:pPr eaLnBrk="1" hangingPunct="1">
              <a:lnSpc>
                <a:spcPct val="105000"/>
              </a:lnSpc>
            </a:pPr>
            <a:r>
              <a:rPr lang="zh-CN" altLang="en-US" sz="2800">
                <a:latin typeface="仿宋_GB2312" charset="0"/>
                <a:ea typeface="宋体" panose="02010600030101010101" pitchFamily="2" charset="-122"/>
              </a:rPr>
              <a:t>标识符的识别</a:t>
            </a:r>
          </a:p>
          <a:p>
            <a:pPr lvl="1" eaLnBrk="1" hangingPunct="1">
              <a:lnSpc>
                <a:spcPct val="105000"/>
              </a:lnSpc>
            </a:pPr>
            <a:r>
              <a:rPr lang="zh-CN" altLang="en-US" sz="2400">
                <a:latin typeface="仿宋_GB2312" charset="0"/>
                <a:ea typeface="宋体" panose="02010600030101010101" pitchFamily="2" charset="-122"/>
              </a:rPr>
              <a:t>多数语言规定标识符是字母开头的</a:t>
            </a:r>
            <a:r>
              <a:rPr lang="zh-CN" altLang="en-US" sz="2400">
                <a:latin typeface="华文楷体" panose="02010600040101010101" pitchFamily="2" charset="-122"/>
                <a:ea typeface="华文楷体" panose="02010600040101010101" pitchFamily="2" charset="-122"/>
              </a:rPr>
              <a:t>“</a:t>
            </a:r>
            <a:r>
              <a:rPr lang="zh-CN" altLang="en-US" sz="2400">
                <a:latin typeface="仿宋_GB2312" charset="0"/>
                <a:ea typeface="宋体" panose="02010600030101010101" pitchFamily="2" charset="-122"/>
              </a:rPr>
              <a:t>字母</a:t>
            </a:r>
            <a:r>
              <a:rPr lang="en-US" altLang="zh-CN" sz="2400">
                <a:latin typeface="仿宋_GB2312" charset="0"/>
                <a:ea typeface="宋体" panose="02010600030101010101" pitchFamily="2" charset="-122"/>
              </a:rPr>
              <a:t>/</a:t>
            </a:r>
            <a:r>
              <a:rPr lang="zh-CN" altLang="en-US" sz="2400">
                <a:latin typeface="仿宋_GB2312" charset="0"/>
                <a:ea typeface="宋体" panose="02010600030101010101" pitchFamily="2" charset="-122"/>
              </a:rPr>
              <a:t>数字</a:t>
            </a:r>
            <a:r>
              <a:rPr lang="zh-CN" altLang="en-US" sz="2400">
                <a:latin typeface="华文楷体" panose="02010600040101010101" pitchFamily="2" charset="-122"/>
                <a:ea typeface="华文楷体" panose="02010600040101010101" pitchFamily="2" charset="-122"/>
              </a:rPr>
              <a:t>”</a:t>
            </a:r>
            <a:r>
              <a:rPr lang="zh-CN" altLang="en-US" sz="2400">
                <a:latin typeface="仿宋_GB2312" charset="0"/>
                <a:ea typeface="宋体" panose="02010600030101010101" pitchFamily="2" charset="-122"/>
              </a:rPr>
              <a:t>串，而且在程序中标识符的出现后都跟着算符或界符。因此，尽量避免了超前搜索。</a:t>
            </a:r>
          </a:p>
          <a:p>
            <a:pPr eaLnBrk="1" hangingPunct="1">
              <a:lnSpc>
                <a:spcPct val="105000"/>
              </a:lnSpc>
            </a:pPr>
            <a:r>
              <a:rPr lang="zh-CN" altLang="en-US" sz="2800">
                <a:latin typeface="仿宋_GB2312" charset="0"/>
                <a:ea typeface="宋体" panose="02010600030101010101" pitchFamily="2" charset="-122"/>
              </a:rPr>
              <a:t>常数的识别</a:t>
            </a:r>
          </a:p>
          <a:p>
            <a:pPr lvl="1" eaLnBrk="1" hangingPunct="1">
              <a:lnSpc>
                <a:spcPct val="105000"/>
              </a:lnSpc>
            </a:pPr>
            <a:r>
              <a:rPr lang="zh-CN" altLang="en-US" sz="2400">
                <a:latin typeface="仿宋_GB2312" charset="0"/>
                <a:ea typeface="宋体" panose="02010600030101010101" pitchFamily="2" charset="-122"/>
              </a:rPr>
              <a:t>对于某些语言的常数的识别也需要使用超前搜索。</a:t>
            </a:r>
          </a:p>
          <a:p>
            <a:pPr eaLnBrk="1" hangingPunct="1">
              <a:lnSpc>
                <a:spcPct val="105000"/>
              </a:lnSpc>
            </a:pPr>
            <a:r>
              <a:rPr lang="zh-CN" altLang="en-US" sz="2800">
                <a:latin typeface="仿宋_GB2312" charset="0"/>
                <a:ea typeface="宋体" panose="02010600030101010101" pitchFamily="2" charset="-122"/>
              </a:rPr>
              <a:t>算符和界符的识别</a:t>
            </a:r>
          </a:p>
          <a:p>
            <a:pPr lvl="1" eaLnBrk="1" hangingPunct="1">
              <a:lnSpc>
                <a:spcPct val="105000"/>
              </a:lnSpc>
            </a:pPr>
            <a:r>
              <a:rPr lang="zh-CN" altLang="en-US" sz="2400">
                <a:latin typeface="仿宋_GB2312" charset="0"/>
                <a:ea typeface="宋体" panose="02010600030101010101" pitchFamily="2" charset="-122"/>
              </a:rPr>
              <a:t>对于诸如</a:t>
            </a:r>
            <a:r>
              <a:rPr lang="en-US" altLang="zh-CN" sz="2400">
                <a:latin typeface="仿宋_GB2312" charset="0"/>
                <a:ea typeface="宋体" panose="02010600030101010101" pitchFamily="2" charset="-122"/>
              </a:rPr>
              <a:t>C++</a:t>
            </a:r>
            <a:r>
              <a:rPr lang="zh-CN" altLang="en-US" sz="2400">
                <a:latin typeface="仿宋_GB2312" charset="0"/>
                <a:ea typeface="宋体" panose="02010600030101010101" pitchFamily="2" charset="-122"/>
              </a:rPr>
              <a:t>语言中的</a:t>
            </a:r>
            <a:r>
              <a:rPr lang="zh-CN" altLang="en-US" sz="2400">
                <a:latin typeface="华文楷体" panose="02010600040101010101" pitchFamily="2" charset="-122"/>
                <a:ea typeface="华文楷体" panose="02010600040101010101" pitchFamily="2" charset="-122"/>
              </a:rPr>
              <a:t>“</a:t>
            </a:r>
            <a:r>
              <a:rPr lang="en-US" altLang="zh-CN" sz="2400">
                <a:latin typeface="仿宋_GB2312" charset="0"/>
                <a:ea typeface="宋体" panose="02010600030101010101" pitchFamily="2" charset="-122"/>
              </a:rPr>
              <a:t>+ +</a:t>
            </a:r>
            <a:r>
              <a:rPr lang="en-US" altLang="zh-CN" sz="2400">
                <a:latin typeface="华文楷体" panose="02010600040101010101" pitchFamily="2" charset="-122"/>
                <a:ea typeface="华文楷体" panose="02010600040101010101" pitchFamily="2" charset="-122"/>
              </a:rPr>
              <a:t>”</a:t>
            </a:r>
            <a:r>
              <a:rPr lang="zh-CN" altLang="en-US" sz="2400">
                <a:latin typeface="仿宋_GB2312" charset="0"/>
                <a:ea typeface="宋体" panose="02010600030101010101" pitchFamily="2" charset="-122"/>
              </a:rPr>
              <a:t>、</a:t>
            </a:r>
            <a:r>
              <a:rPr lang="zh-CN" altLang="en-US" sz="2400">
                <a:latin typeface="华文楷体" panose="02010600040101010101" pitchFamily="2" charset="-122"/>
                <a:ea typeface="华文楷体" panose="02010600040101010101" pitchFamily="2" charset="-122"/>
              </a:rPr>
              <a:t>“</a:t>
            </a:r>
            <a:r>
              <a:rPr lang="en-US" altLang="zh-CN" sz="2400">
                <a:latin typeface="仿宋_GB2312" charset="0"/>
                <a:ea typeface="宋体" panose="02010600030101010101" pitchFamily="2" charset="-122"/>
              </a:rPr>
              <a:t>- -</a:t>
            </a:r>
            <a:r>
              <a:rPr lang="en-US" altLang="zh-CN" sz="2400">
                <a:latin typeface="华文楷体" panose="02010600040101010101" pitchFamily="2" charset="-122"/>
                <a:ea typeface="华文楷体" panose="02010600040101010101" pitchFamily="2" charset="-122"/>
              </a:rPr>
              <a:t>”</a:t>
            </a:r>
            <a:r>
              <a:rPr lang="zh-CN" altLang="en-US" sz="2400">
                <a:latin typeface="仿宋_GB2312" charset="0"/>
                <a:ea typeface="宋体" panose="02010600030101010101" pitchFamily="2" charset="-122"/>
              </a:rPr>
              <a:t>，这种复合成的算符，需要超前搜索。</a:t>
            </a:r>
          </a:p>
        </p:txBody>
      </p:sp>
      <p:sp>
        <p:nvSpPr>
          <p:cNvPr id="22532" name="灯片编号占位符 3">
            <a:extLst>
              <a:ext uri="{FF2B5EF4-FFF2-40B4-BE49-F238E27FC236}">
                <a16:creationId xmlns:a16="http://schemas.microsoft.com/office/drawing/2014/main" id="{DC78660D-D525-4E70-FD41-5F290A9A0FD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AFDA7409-453D-FC4D-9177-B5402DE654C5}"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14</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E413A9C4-68BE-AEA9-E875-113DE0FACA82}"/>
              </a:ext>
            </a:extLst>
          </p:cNvPr>
          <p:cNvSpPr>
            <a:spLocks noGrp="1" noChangeArrowheads="1"/>
          </p:cNvSpPr>
          <p:nvPr>
            <p:ph type="title"/>
          </p:nvPr>
        </p:nvSpPr>
        <p:spPr/>
        <p:txBody>
          <a:bodyPr/>
          <a:lstStyle/>
          <a:p>
            <a:pPr eaLnBrk="1" hangingPunct="1"/>
            <a:r>
              <a:rPr lang="zh-CN" altLang="en-US"/>
              <a:t>状态转换图</a:t>
            </a:r>
          </a:p>
        </p:txBody>
      </p:sp>
      <p:sp>
        <p:nvSpPr>
          <p:cNvPr id="23555" name="Rectangle 3">
            <a:extLst>
              <a:ext uri="{FF2B5EF4-FFF2-40B4-BE49-F238E27FC236}">
                <a16:creationId xmlns:a16="http://schemas.microsoft.com/office/drawing/2014/main" id="{1FDF646D-BF6A-917E-0AF4-599C3F771B50}"/>
              </a:ext>
            </a:extLst>
          </p:cNvPr>
          <p:cNvSpPr>
            <a:spLocks noGrp="1" noChangeArrowheads="1"/>
          </p:cNvSpPr>
          <p:nvPr>
            <p:ph type="body" idx="1"/>
          </p:nvPr>
        </p:nvSpPr>
        <p:spPr/>
        <p:txBody>
          <a:bodyPr/>
          <a:lstStyle/>
          <a:p>
            <a:pPr eaLnBrk="1" hangingPunct="1">
              <a:lnSpc>
                <a:spcPct val="115000"/>
              </a:lnSpc>
            </a:pPr>
            <a:r>
              <a:rPr lang="zh-CN" altLang="en-US" sz="2000">
                <a:latin typeface="仿宋_GB2312" charset="0"/>
                <a:ea typeface="宋体" panose="02010600030101010101" pitchFamily="2" charset="-122"/>
              </a:rPr>
              <a:t>大多数程序设计语言中单词符号的</a:t>
            </a:r>
            <a:r>
              <a:rPr lang="zh-CN" altLang="en-US" sz="2000">
                <a:solidFill>
                  <a:srgbClr val="990000"/>
                </a:solidFill>
                <a:latin typeface="仿宋_GB2312" charset="0"/>
                <a:ea typeface="宋体" panose="02010600030101010101" pitchFamily="2" charset="-122"/>
              </a:rPr>
              <a:t>词法规则</a:t>
            </a:r>
            <a:r>
              <a:rPr lang="zh-CN" altLang="en-US" sz="2000">
                <a:latin typeface="仿宋_GB2312" charset="0"/>
                <a:ea typeface="宋体" panose="02010600030101010101" pitchFamily="2" charset="-122"/>
              </a:rPr>
              <a:t>可以用</a:t>
            </a:r>
            <a:r>
              <a:rPr lang="zh-CN" altLang="en-US" sz="2000">
                <a:solidFill>
                  <a:srgbClr val="990000"/>
                </a:solidFill>
                <a:latin typeface="仿宋_GB2312" charset="0"/>
                <a:ea typeface="宋体" panose="02010600030101010101" pitchFamily="2" charset="-122"/>
              </a:rPr>
              <a:t>正规文法</a:t>
            </a:r>
            <a:r>
              <a:rPr lang="zh-CN" altLang="en-US" sz="2000">
                <a:latin typeface="仿宋_GB2312" charset="0"/>
                <a:ea typeface="宋体" panose="02010600030101010101" pitchFamily="2" charset="-122"/>
              </a:rPr>
              <a:t>描述。如：</a:t>
            </a:r>
          </a:p>
          <a:p>
            <a:pPr lvl="1" eaLnBrk="1" hangingPunct="1">
              <a:lnSpc>
                <a:spcPct val="115000"/>
              </a:lnSpc>
              <a:buFont typeface="Wingdings" pitchFamily="2" charset="2"/>
              <a:buNone/>
            </a:pPr>
            <a:r>
              <a:rPr lang="zh-CN" altLang="en-US" sz="1800">
                <a:latin typeface="仿宋_GB2312" charset="0"/>
                <a:ea typeface="宋体" panose="02010600030101010101" pitchFamily="2" charset="-122"/>
              </a:rPr>
              <a:t>   </a:t>
            </a:r>
            <a:r>
              <a:rPr lang="en-US" altLang="zh-CN" sz="1800">
                <a:latin typeface="仿宋_GB2312" charset="0"/>
                <a:ea typeface="宋体" panose="02010600030101010101" pitchFamily="2" charset="-122"/>
              </a:rPr>
              <a:t>&lt;</a:t>
            </a:r>
            <a:r>
              <a:rPr lang="zh-CN" altLang="en-US" sz="1800">
                <a:latin typeface="仿宋_GB2312" charset="0"/>
                <a:ea typeface="宋体" panose="02010600030101010101" pitchFamily="2" charset="-122"/>
              </a:rPr>
              <a:t>标识符</a:t>
            </a:r>
            <a:r>
              <a:rPr lang="en-US" altLang="zh-CN" sz="1800">
                <a:latin typeface="仿宋_GB2312" charset="0"/>
                <a:ea typeface="宋体" panose="02010600030101010101" pitchFamily="2" charset="-122"/>
              </a:rPr>
              <a:t>&gt;→ </a:t>
            </a:r>
            <a:r>
              <a:rPr lang="zh-CN" altLang="en-US" sz="1800">
                <a:latin typeface="仿宋_GB2312" charset="0"/>
                <a:ea typeface="宋体" panose="02010600030101010101" pitchFamily="2" charset="-122"/>
              </a:rPr>
              <a:t>字母</a:t>
            </a:r>
            <a:r>
              <a:rPr lang="en-US" altLang="zh-CN" sz="1800">
                <a:latin typeface="仿宋_GB2312" charset="0"/>
                <a:ea typeface="宋体" panose="02010600030101010101" pitchFamily="2" charset="-122"/>
              </a:rPr>
              <a:t>|&lt;</a:t>
            </a:r>
            <a:r>
              <a:rPr lang="zh-CN" altLang="en-US" sz="1800">
                <a:latin typeface="仿宋_GB2312" charset="0"/>
                <a:ea typeface="宋体" panose="02010600030101010101" pitchFamily="2" charset="-122"/>
              </a:rPr>
              <a:t>标识符</a:t>
            </a:r>
            <a:r>
              <a:rPr lang="en-US" altLang="zh-CN" sz="1800">
                <a:latin typeface="仿宋_GB2312" charset="0"/>
                <a:ea typeface="宋体" panose="02010600030101010101" pitchFamily="2" charset="-122"/>
              </a:rPr>
              <a:t>&gt;</a:t>
            </a:r>
            <a:r>
              <a:rPr lang="zh-CN" altLang="en-US" sz="1800">
                <a:latin typeface="仿宋_GB2312" charset="0"/>
                <a:ea typeface="宋体" panose="02010600030101010101" pitchFamily="2" charset="-122"/>
              </a:rPr>
              <a:t>字母</a:t>
            </a:r>
            <a:r>
              <a:rPr lang="en-US" altLang="zh-CN" sz="1800">
                <a:latin typeface="仿宋_GB2312" charset="0"/>
                <a:ea typeface="宋体" panose="02010600030101010101" pitchFamily="2" charset="-122"/>
              </a:rPr>
              <a:t>|&lt;</a:t>
            </a:r>
            <a:r>
              <a:rPr lang="zh-CN" altLang="en-US" sz="1800">
                <a:latin typeface="仿宋_GB2312" charset="0"/>
                <a:ea typeface="宋体" panose="02010600030101010101" pitchFamily="2" charset="-122"/>
              </a:rPr>
              <a:t>标识符</a:t>
            </a:r>
            <a:r>
              <a:rPr lang="en-US" altLang="zh-CN" sz="1800">
                <a:latin typeface="仿宋_GB2312" charset="0"/>
                <a:ea typeface="宋体" panose="02010600030101010101" pitchFamily="2" charset="-122"/>
              </a:rPr>
              <a:t>&gt;</a:t>
            </a:r>
            <a:r>
              <a:rPr lang="zh-CN" altLang="en-US" sz="1800">
                <a:latin typeface="仿宋_GB2312" charset="0"/>
                <a:ea typeface="宋体" panose="02010600030101010101" pitchFamily="2" charset="-122"/>
              </a:rPr>
              <a:t>数字</a:t>
            </a:r>
          </a:p>
          <a:p>
            <a:pPr lvl="1" eaLnBrk="1" hangingPunct="1">
              <a:lnSpc>
                <a:spcPct val="115000"/>
              </a:lnSpc>
              <a:buFont typeface="Wingdings" pitchFamily="2" charset="2"/>
              <a:buNone/>
            </a:pPr>
            <a:r>
              <a:rPr lang="zh-CN" altLang="en-US" sz="1800">
                <a:latin typeface="仿宋_GB2312" charset="0"/>
                <a:ea typeface="宋体" panose="02010600030101010101" pitchFamily="2" charset="-122"/>
              </a:rPr>
              <a:t>   </a:t>
            </a:r>
            <a:r>
              <a:rPr lang="en-US" altLang="zh-CN" sz="1800">
                <a:latin typeface="仿宋_GB2312" charset="0"/>
                <a:ea typeface="宋体" panose="02010600030101010101" pitchFamily="2" charset="-122"/>
              </a:rPr>
              <a:t>&lt;</a:t>
            </a:r>
            <a:r>
              <a:rPr lang="zh-CN" altLang="en-US" sz="1800">
                <a:latin typeface="仿宋_GB2312" charset="0"/>
                <a:ea typeface="宋体" panose="02010600030101010101" pitchFamily="2" charset="-122"/>
              </a:rPr>
              <a:t>整数</a:t>
            </a:r>
            <a:r>
              <a:rPr lang="en-US" altLang="zh-CN" sz="1800">
                <a:latin typeface="仿宋_GB2312" charset="0"/>
                <a:ea typeface="宋体" panose="02010600030101010101" pitchFamily="2" charset="-122"/>
              </a:rPr>
              <a:t>&gt;→</a:t>
            </a:r>
            <a:r>
              <a:rPr lang="zh-CN" altLang="en-US" sz="1800">
                <a:latin typeface="仿宋_GB2312" charset="0"/>
                <a:ea typeface="宋体" panose="02010600030101010101" pitchFamily="2" charset="-122"/>
              </a:rPr>
              <a:t>数字</a:t>
            </a:r>
            <a:r>
              <a:rPr lang="en-US" altLang="zh-CN" sz="1800">
                <a:latin typeface="仿宋_GB2312" charset="0"/>
                <a:ea typeface="宋体" panose="02010600030101010101" pitchFamily="2" charset="-122"/>
              </a:rPr>
              <a:t>|&lt;</a:t>
            </a:r>
            <a:r>
              <a:rPr lang="zh-CN" altLang="en-US" sz="1800">
                <a:latin typeface="仿宋_GB2312" charset="0"/>
                <a:ea typeface="宋体" panose="02010600030101010101" pitchFamily="2" charset="-122"/>
              </a:rPr>
              <a:t>整数</a:t>
            </a:r>
            <a:r>
              <a:rPr lang="en-US" altLang="zh-CN" sz="1800">
                <a:latin typeface="仿宋_GB2312" charset="0"/>
                <a:ea typeface="宋体" panose="02010600030101010101" pitchFamily="2" charset="-122"/>
              </a:rPr>
              <a:t>&gt;</a:t>
            </a:r>
            <a:r>
              <a:rPr lang="zh-CN" altLang="en-US" sz="1800">
                <a:latin typeface="仿宋_GB2312" charset="0"/>
                <a:ea typeface="宋体" panose="02010600030101010101" pitchFamily="2" charset="-122"/>
              </a:rPr>
              <a:t>数字</a:t>
            </a:r>
          </a:p>
          <a:p>
            <a:pPr lvl="1" eaLnBrk="1" hangingPunct="1">
              <a:lnSpc>
                <a:spcPct val="115000"/>
              </a:lnSpc>
              <a:buFont typeface="Wingdings" pitchFamily="2" charset="2"/>
              <a:buNone/>
            </a:pPr>
            <a:r>
              <a:rPr lang="zh-CN" altLang="en-US" sz="1800">
                <a:latin typeface="仿宋_GB2312" charset="0"/>
                <a:ea typeface="宋体" panose="02010600030101010101" pitchFamily="2" charset="-122"/>
              </a:rPr>
              <a:t>   </a:t>
            </a:r>
            <a:r>
              <a:rPr lang="en-US" altLang="zh-CN" sz="1800">
                <a:latin typeface="仿宋_GB2312" charset="0"/>
                <a:ea typeface="宋体" panose="02010600030101010101" pitchFamily="2" charset="-122"/>
              </a:rPr>
              <a:t>&lt;</a:t>
            </a:r>
            <a:r>
              <a:rPr lang="zh-CN" altLang="en-US" sz="1800">
                <a:latin typeface="仿宋_GB2312" charset="0"/>
                <a:ea typeface="宋体" panose="02010600030101010101" pitchFamily="2" charset="-122"/>
              </a:rPr>
              <a:t>运算符</a:t>
            </a:r>
            <a:r>
              <a:rPr lang="en-US" altLang="zh-CN" sz="1800">
                <a:latin typeface="仿宋_GB2312" charset="0"/>
                <a:ea typeface="宋体" panose="02010600030101010101" pitchFamily="2" charset="-122"/>
              </a:rPr>
              <a:t>&gt;→+|</a:t>
            </a:r>
            <a:r>
              <a:rPr lang="zh-CN" altLang="en-US" sz="1800">
                <a:latin typeface="仿宋_GB2312" charset="0"/>
                <a:ea typeface="宋体" panose="02010600030101010101" pitchFamily="2" charset="-122"/>
              </a:rPr>
              <a:t>－</a:t>
            </a:r>
            <a:r>
              <a:rPr lang="en-US" altLang="zh-CN" sz="1800">
                <a:latin typeface="仿宋_GB2312" charset="0"/>
                <a:ea typeface="宋体" panose="02010600030101010101" pitchFamily="2" charset="-122"/>
              </a:rPr>
              <a:t>|×|÷</a:t>
            </a:r>
            <a:r>
              <a:rPr lang="en-US" altLang="zh-CN" sz="1800">
                <a:latin typeface="华文楷体" panose="02010600040101010101" pitchFamily="2" charset="-122"/>
                <a:ea typeface="华文楷体" panose="02010600040101010101" pitchFamily="2" charset="-122"/>
              </a:rPr>
              <a:t>…</a:t>
            </a:r>
            <a:endParaRPr lang="en-US" altLang="zh-CN" sz="1800">
              <a:latin typeface="仿宋_GB2312" charset="0"/>
              <a:ea typeface="宋体" panose="02010600030101010101" pitchFamily="2" charset="-122"/>
            </a:endParaRPr>
          </a:p>
          <a:p>
            <a:pPr lvl="1" eaLnBrk="1" hangingPunct="1">
              <a:lnSpc>
                <a:spcPct val="115000"/>
              </a:lnSpc>
              <a:buFont typeface="Wingdings" pitchFamily="2" charset="2"/>
              <a:buNone/>
            </a:pPr>
            <a:r>
              <a:rPr lang="en-US" altLang="zh-CN" sz="1800">
                <a:latin typeface="仿宋_GB2312" charset="0"/>
                <a:ea typeface="宋体" panose="02010600030101010101" pitchFamily="2" charset="-122"/>
              </a:rPr>
              <a:t>   &lt;</a:t>
            </a:r>
            <a:r>
              <a:rPr lang="zh-CN" altLang="en-US" sz="1800">
                <a:latin typeface="仿宋_GB2312" charset="0"/>
                <a:ea typeface="宋体" panose="02010600030101010101" pitchFamily="2" charset="-122"/>
              </a:rPr>
              <a:t>界符</a:t>
            </a:r>
            <a:r>
              <a:rPr lang="en-US" altLang="zh-CN" sz="1800">
                <a:latin typeface="仿宋_GB2312" charset="0"/>
                <a:ea typeface="宋体" panose="02010600030101010101" pitchFamily="2" charset="-122"/>
              </a:rPr>
              <a:t>&gt;→; |, |( | )|</a:t>
            </a:r>
            <a:r>
              <a:rPr lang="en-US" altLang="zh-CN" sz="1800">
                <a:latin typeface="华文楷体" panose="02010600040101010101" pitchFamily="2" charset="-122"/>
                <a:ea typeface="华文楷体" panose="02010600040101010101" pitchFamily="2" charset="-122"/>
              </a:rPr>
              <a:t>…</a:t>
            </a:r>
            <a:endParaRPr lang="en-US" altLang="zh-CN" sz="1800">
              <a:latin typeface="仿宋_GB2312" charset="0"/>
              <a:ea typeface="宋体" panose="02010600030101010101" pitchFamily="2" charset="-122"/>
            </a:endParaRPr>
          </a:p>
          <a:p>
            <a:pPr eaLnBrk="1" hangingPunct="1">
              <a:lnSpc>
                <a:spcPct val="115000"/>
              </a:lnSpc>
              <a:spcBef>
                <a:spcPct val="50000"/>
              </a:spcBef>
              <a:buClr>
                <a:schemeClr val="hlink"/>
              </a:buClr>
              <a:buSzPct val="70000"/>
            </a:pPr>
            <a:r>
              <a:rPr lang="zh-CN" altLang="en-US" sz="2000">
                <a:latin typeface="仿宋_GB2312" charset="0"/>
                <a:ea typeface="宋体" panose="02010600030101010101" pitchFamily="2" charset="-122"/>
              </a:rPr>
              <a:t>利用这些规则识别单词符号的过程可用一张称为</a:t>
            </a:r>
            <a:r>
              <a:rPr lang="zh-CN" altLang="en-US" sz="2000">
                <a:solidFill>
                  <a:srgbClr val="990000"/>
                </a:solidFill>
                <a:latin typeface="仿宋_GB2312" charset="0"/>
                <a:ea typeface="宋体" panose="02010600030101010101" pitchFamily="2" charset="-122"/>
              </a:rPr>
              <a:t>状态转换图</a:t>
            </a:r>
            <a:r>
              <a:rPr lang="zh-CN" altLang="en-US" sz="2000">
                <a:latin typeface="仿宋_GB2312" charset="0"/>
                <a:ea typeface="宋体" panose="02010600030101010101" pitchFamily="2" charset="-122"/>
              </a:rPr>
              <a:t>的有限方向图来表示，而状态转换图识别单词符号的过程又可以方便地用程序实现</a:t>
            </a:r>
            <a:r>
              <a:rPr lang="zh-CN" altLang="en-US" sz="2000" b="0">
                <a:latin typeface="仿宋_GB2312" charset="0"/>
                <a:ea typeface="宋体" panose="02010600030101010101" pitchFamily="2" charset="-122"/>
              </a:rPr>
              <a:t>。</a:t>
            </a:r>
            <a:endParaRPr lang="zh-CN" altLang="en-US" sz="2000">
              <a:latin typeface="仿宋_GB2312" charset="0"/>
              <a:ea typeface="宋体" panose="02010600030101010101" pitchFamily="2" charset="-122"/>
            </a:endParaRPr>
          </a:p>
        </p:txBody>
      </p:sp>
      <p:sp>
        <p:nvSpPr>
          <p:cNvPr id="23556" name="灯片编号占位符 3">
            <a:extLst>
              <a:ext uri="{FF2B5EF4-FFF2-40B4-BE49-F238E27FC236}">
                <a16:creationId xmlns:a16="http://schemas.microsoft.com/office/drawing/2014/main" id="{7AA8FD9E-67B4-98A4-353A-82C78727811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720806A7-290C-1A4C-B2CC-10862A24E2A7}"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15</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3462FB3A-43AC-1A3F-D4F5-77ED7CBD51F7}"/>
              </a:ext>
            </a:extLst>
          </p:cNvPr>
          <p:cNvSpPr>
            <a:spLocks noGrp="1" noChangeArrowheads="1"/>
          </p:cNvSpPr>
          <p:nvPr>
            <p:ph type="title"/>
          </p:nvPr>
        </p:nvSpPr>
        <p:spPr/>
        <p:txBody>
          <a:bodyPr/>
          <a:lstStyle/>
          <a:p>
            <a:pPr eaLnBrk="1" hangingPunct="1"/>
            <a:r>
              <a:rPr lang="zh-CN" altLang="en-US"/>
              <a:t>状态转换图定义</a:t>
            </a:r>
          </a:p>
        </p:txBody>
      </p:sp>
      <p:sp>
        <p:nvSpPr>
          <p:cNvPr id="24579" name="Rectangle 3">
            <a:extLst>
              <a:ext uri="{FF2B5EF4-FFF2-40B4-BE49-F238E27FC236}">
                <a16:creationId xmlns:a16="http://schemas.microsoft.com/office/drawing/2014/main" id="{943E089C-D0AC-AEC7-416A-8B2E77D0128E}"/>
              </a:ext>
            </a:extLst>
          </p:cNvPr>
          <p:cNvSpPr>
            <a:spLocks noGrp="1" noChangeArrowheads="1"/>
          </p:cNvSpPr>
          <p:nvPr>
            <p:ph type="body" idx="1"/>
          </p:nvPr>
        </p:nvSpPr>
        <p:spPr>
          <a:xfrm>
            <a:off x="457200" y="1836738"/>
            <a:ext cx="8229600" cy="3176587"/>
          </a:xfrm>
        </p:spPr>
        <p:txBody>
          <a:bodyPr/>
          <a:lstStyle/>
          <a:p>
            <a:pPr eaLnBrk="1" hangingPunct="1">
              <a:lnSpc>
                <a:spcPct val="115000"/>
              </a:lnSpc>
            </a:pPr>
            <a:r>
              <a:rPr lang="zh-CN" altLang="en-US" sz="2400">
                <a:latin typeface="仿宋_GB2312" charset="0"/>
                <a:ea typeface="宋体" panose="02010600030101010101" pitchFamily="2" charset="-122"/>
              </a:rPr>
              <a:t>转换图：是一个有限方向图。</a:t>
            </a:r>
          </a:p>
          <a:p>
            <a:pPr lvl="1" eaLnBrk="1" hangingPunct="1">
              <a:lnSpc>
                <a:spcPct val="115000"/>
              </a:lnSpc>
            </a:pPr>
            <a:r>
              <a:rPr lang="zh-CN" altLang="en-US" sz="2000">
                <a:latin typeface="仿宋_GB2312" charset="0"/>
                <a:ea typeface="宋体" panose="02010600030101010101" pitchFamily="2" charset="-122"/>
              </a:rPr>
              <a:t>结点代表状态，用圆圈表示。</a:t>
            </a:r>
          </a:p>
          <a:p>
            <a:pPr lvl="2" eaLnBrk="1" hangingPunct="1">
              <a:lnSpc>
                <a:spcPct val="115000"/>
              </a:lnSpc>
            </a:pPr>
            <a:r>
              <a:rPr lang="zh-CN" altLang="en-US" sz="1800">
                <a:latin typeface="仿宋_GB2312" charset="0"/>
                <a:ea typeface="宋体" panose="02010600030101010101" pitchFamily="2" charset="-122"/>
              </a:rPr>
              <a:t>初态：一张转换图的启动条件，通常有一个，用圆圈表示。</a:t>
            </a:r>
          </a:p>
          <a:p>
            <a:pPr lvl="2" eaLnBrk="1" hangingPunct="1">
              <a:lnSpc>
                <a:spcPct val="115000"/>
              </a:lnSpc>
            </a:pPr>
            <a:r>
              <a:rPr lang="zh-CN" altLang="en-US" sz="1800">
                <a:latin typeface="仿宋_GB2312" charset="0"/>
                <a:ea typeface="宋体" panose="02010600030101010101" pitchFamily="2" charset="-122"/>
              </a:rPr>
              <a:t>终态：一张转换图的结束条件，至少有一个，用双圈表示。</a:t>
            </a:r>
          </a:p>
          <a:p>
            <a:pPr lvl="1" eaLnBrk="1" hangingPunct="1">
              <a:lnSpc>
                <a:spcPct val="115000"/>
              </a:lnSpc>
            </a:pPr>
            <a:r>
              <a:rPr lang="zh-CN" altLang="en-US" sz="2000">
                <a:latin typeface="仿宋_GB2312" charset="0"/>
                <a:ea typeface="宋体" panose="02010600030101010101" pitchFamily="2" charset="-122"/>
              </a:rPr>
              <a:t>状态之间用方向弧连接。弧上的标记（字符）代表在出射结点状态下可能出现的输入字符或字符类。</a:t>
            </a:r>
          </a:p>
          <a:p>
            <a:pPr eaLnBrk="1" hangingPunct="1">
              <a:lnSpc>
                <a:spcPct val="115000"/>
              </a:lnSpc>
            </a:pPr>
            <a:r>
              <a:rPr lang="zh-CN" altLang="en-US" sz="2400">
                <a:latin typeface="仿宋_GB2312" charset="0"/>
                <a:ea typeface="宋体" panose="02010600030101010101" pitchFamily="2" charset="-122"/>
              </a:rPr>
              <a:t>状态转换图中只包含有限个状态（结点）</a:t>
            </a:r>
          </a:p>
        </p:txBody>
      </p:sp>
      <p:grpSp>
        <p:nvGrpSpPr>
          <p:cNvPr id="2" name="Group 17">
            <a:extLst>
              <a:ext uri="{FF2B5EF4-FFF2-40B4-BE49-F238E27FC236}">
                <a16:creationId xmlns:a16="http://schemas.microsoft.com/office/drawing/2014/main" id="{71E021B3-5991-1FDF-6F72-8D6E85636BCF}"/>
              </a:ext>
            </a:extLst>
          </p:cNvPr>
          <p:cNvGrpSpPr>
            <a:grpSpLocks/>
          </p:cNvGrpSpPr>
          <p:nvPr/>
        </p:nvGrpSpPr>
        <p:grpSpPr bwMode="auto">
          <a:xfrm>
            <a:off x="6227763" y="4941888"/>
            <a:ext cx="2162175" cy="1368425"/>
            <a:chOff x="3923" y="3113"/>
            <a:chExt cx="1362" cy="862"/>
          </a:xfrm>
        </p:grpSpPr>
        <p:sp>
          <p:nvSpPr>
            <p:cNvPr id="24583" name="Oval 4">
              <a:extLst>
                <a:ext uri="{FF2B5EF4-FFF2-40B4-BE49-F238E27FC236}">
                  <a16:creationId xmlns:a16="http://schemas.microsoft.com/office/drawing/2014/main" id="{C1B23169-537F-028A-5AE2-05493D114D41}"/>
                </a:ext>
              </a:extLst>
            </p:cNvPr>
            <p:cNvSpPr>
              <a:spLocks noChangeArrowheads="1"/>
            </p:cNvSpPr>
            <p:nvPr/>
          </p:nvSpPr>
          <p:spPr bwMode="auto">
            <a:xfrm>
              <a:off x="4150" y="3385"/>
              <a:ext cx="272" cy="27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latin typeface="Comic Sans MS" panose="030F0902030302020204" pitchFamily="66" charset="0"/>
                  <a:ea typeface="宋体" panose="02010600030101010101" pitchFamily="2" charset="-122"/>
                </a:rPr>
                <a:t>1</a:t>
              </a:r>
            </a:p>
          </p:txBody>
        </p:sp>
        <p:sp>
          <p:nvSpPr>
            <p:cNvPr id="24584" name="Line 5">
              <a:extLst>
                <a:ext uri="{FF2B5EF4-FFF2-40B4-BE49-F238E27FC236}">
                  <a16:creationId xmlns:a16="http://schemas.microsoft.com/office/drawing/2014/main" id="{D3E63D95-1F52-7739-23AE-0813F7B392FF}"/>
                </a:ext>
              </a:extLst>
            </p:cNvPr>
            <p:cNvSpPr>
              <a:spLocks noChangeShapeType="1"/>
            </p:cNvSpPr>
            <p:nvPr/>
          </p:nvSpPr>
          <p:spPr bwMode="auto">
            <a:xfrm flipV="1">
              <a:off x="4422" y="3295"/>
              <a:ext cx="544" cy="18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85" name="Oval 6">
              <a:extLst>
                <a:ext uri="{FF2B5EF4-FFF2-40B4-BE49-F238E27FC236}">
                  <a16:creationId xmlns:a16="http://schemas.microsoft.com/office/drawing/2014/main" id="{0E31EEEB-3FFB-FD03-174C-4D28FB127B5A}"/>
                </a:ext>
              </a:extLst>
            </p:cNvPr>
            <p:cNvSpPr>
              <a:spLocks noChangeArrowheads="1"/>
            </p:cNvSpPr>
            <p:nvPr/>
          </p:nvSpPr>
          <p:spPr bwMode="auto">
            <a:xfrm>
              <a:off x="4921" y="3113"/>
              <a:ext cx="272" cy="27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latin typeface="Comic Sans MS" panose="030F0902030302020204" pitchFamily="66" charset="0"/>
                  <a:ea typeface="宋体" panose="02010600030101010101" pitchFamily="2" charset="-122"/>
                </a:rPr>
                <a:t>2</a:t>
              </a:r>
            </a:p>
          </p:txBody>
        </p:sp>
        <p:sp>
          <p:nvSpPr>
            <p:cNvPr id="24586" name="Line 7">
              <a:extLst>
                <a:ext uri="{FF2B5EF4-FFF2-40B4-BE49-F238E27FC236}">
                  <a16:creationId xmlns:a16="http://schemas.microsoft.com/office/drawing/2014/main" id="{0E38F64F-5F38-84A4-020A-E51C212F0F14}"/>
                </a:ext>
              </a:extLst>
            </p:cNvPr>
            <p:cNvSpPr>
              <a:spLocks noChangeShapeType="1"/>
            </p:cNvSpPr>
            <p:nvPr/>
          </p:nvSpPr>
          <p:spPr bwMode="auto">
            <a:xfrm>
              <a:off x="4377" y="3612"/>
              <a:ext cx="589" cy="22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87" name="Oval 8">
              <a:extLst>
                <a:ext uri="{FF2B5EF4-FFF2-40B4-BE49-F238E27FC236}">
                  <a16:creationId xmlns:a16="http://schemas.microsoft.com/office/drawing/2014/main" id="{333FA270-1334-4DC7-BF22-8EA4D69ED9F2}"/>
                </a:ext>
              </a:extLst>
            </p:cNvPr>
            <p:cNvSpPr>
              <a:spLocks noChangeArrowheads="1"/>
            </p:cNvSpPr>
            <p:nvPr/>
          </p:nvSpPr>
          <p:spPr bwMode="auto">
            <a:xfrm>
              <a:off x="4966" y="3658"/>
              <a:ext cx="318" cy="317"/>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latin typeface="Comic Sans MS" panose="030F0902030302020204" pitchFamily="66" charset="0"/>
                  <a:ea typeface="宋体" panose="02010600030101010101" pitchFamily="2" charset="-122"/>
                </a:rPr>
                <a:t>3</a:t>
              </a:r>
            </a:p>
          </p:txBody>
        </p:sp>
        <p:sp>
          <p:nvSpPr>
            <p:cNvPr id="24588" name="Text Box 9">
              <a:extLst>
                <a:ext uri="{FF2B5EF4-FFF2-40B4-BE49-F238E27FC236}">
                  <a16:creationId xmlns:a16="http://schemas.microsoft.com/office/drawing/2014/main" id="{E1549D1F-4B34-AAD7-DB83-8FDE159765D5}"/>
                </a:ext>
              </a:extLst>
            </p:cNvPr>
            <p:cNvSpPr txBox="1">
              <a:spLocks noChangeArrowheads="1"/>
            </p:cNvSpPr>
            <p:nvPr/>
          </p:nvSpPr>
          <p:spPr bwMode="auto">
            <a:xfrm>
              <a:off x="4467" y="3204"/>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a:solidFill>
                    <a:schemeClr val="tx1"/>
                  </a:solidFill>
                  <a:latin typeface="Times New Roman" panose="02020603050405020304" pitchFamily="18" charset="0"/>
                  <a:ea typeface="宋体" panose="02010600030101010101" pitchFamily="2" charset="-122"/>
                </a:rPr>
                <a:t>X</a:t>
              </a:r>
            </a:p>
          </p:txBody>
        </p:sp>
        <p:sp>
          <p:nvSpPr>
            <p:cNvPr id="24589" name="Text Box 10">
              <a:extLst>
                <a:ext uri="{FF2B5EF4-FFF2-40B4-BE49-F238E27FC236}">
                  <a16:creationId xmlns:a16="http://schemas.microsoft.com/office/drawing/2014/main" id="{E8D80646-BB2F-5E05-2EBF-00448AE77EA0}"/>
                </a:ext>
              </a:extLst>
            </p:cNvPr>
            <p:cNvSpPr txBox="1">
              <a:spLocks noChangeArrowheads="1"/>
            </p:cNvSpPr>
            <p:nvPr/>
          </p:nvSpPr>
          <p:spPr bwMode="auto">
            <a:xfrm>
              <a:off x="4649" y="3567"/>
              <a:ext cx="22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a:solidFill>
                    <a:schemeClr val="tx1"/>
                  </a:solidFill>
                  <a:latin typeface="Times New Roman" panose="02020603050405020304" pitchFamily="18" charset="0"/>
                  <a:ea typeface="宋体" panose="02010600030101010101" pitchFamily="2" charset="-122"/>
                </a:rPr>
                <a:t>Y</a:t>
              </a:r>
            </a:p>
          </p:txBody>
        </p:sp>
        <p:sp>
          <p:nvSpPr>
            <p:cNvPr id="24590" name="Text Box 11">
              <a:extLst>
                <a:ext uri="{FF2B5EF4-FFF2-40B4-BE49-F238E27FC236}">
                  <a16:creationId xmlns:a16="http://schemas.microsoft.com/office/drawing/2014/main" id="{1C871C83-4224-C38B-40E1-1C0F4FB1F847}"/>
                </a:ext>
              </a:extLst>
            </p:cNvPr>
            <p:cNvSpPr txBox="1">
              <a:spLocks noChangeArrowheads="1"/>
            </p:cNvSpPr>
            <p:nvPr/>
          </p:nvSpPr>
          <p:spPr bwMode="auto">
            <a:xfrm>
              <a:off x="3923" y="3204"/>
              <a:ext cx="2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a:solidFill>
                    <a:schemeClr val="tx1"/>
                  </a:solidFill>
                  <a:latin typeface="Times New Roman" panose="02020603050405020304" pitchFamily="18" charset="0"/>
                  <a:ea typeface="宋体" panose="02010600030101010101" pitchFamily="2" charset="-122"/>
                </a:rPr>
                <a:t>Z</a:t>
              </a:r>
            </a:p>
          </p:txBody>
        </p:sp>
        <p:sp>
          <p:nvSpPr>
            <p:cNvPr id="24591" name="Freeform 12">
              <a:extLst>
                <a:ext uri="{FF2B5EF4-FFF2-40B4-BE49-F238E27FC236}">
                  <a16:creationId xmlns:a16="http://schemas.microsoft.com/office/drawing/2014/main" id="{84BC08B7-45B3-521B-5806-494119B2B15D}"/>
                </a:ext>
              </a:extLst>
            </p:cNvPr>
            <p:cNvSpPr>
              <a:spLocks/>
            </p:cNvSpPr>
            <p:nvPr/>
          </p:nvSpPr>
          <p:spPr bwMode="auto">
            <a:xfrm>
              <a:off x="4036" y="3166"/>
              <a:ext cx="333" cy="265"/>
            </a:xfrm>
            <a:custGeom>
              <a:avLst/>
              <a:gdLst>
                <a:gd name="T0" fmla="*/ 159 w 333"/>
                <a:gd name="T1" fmla="*/ 265 h 265"/>
                <a:gd name="T2" fmla="*/ 23 w 333"/>
                <a:gd name="T3" fmla="*/ 38 h 265"/>
                <a:gd name="T4" fmla="*/ 295 w 333"/>
                <a:gd name="T5" fmla="*/ 38 h 265"/>
                <a:gd name="T6" fmla="*/ 250 w 333"/>
                <a:gd name="T7" fmla="*/ 219 h 265"/>
                <a:gd name="T8" fmla="*/ 0 60000 65536"/>
                <a:gd name="T9" fmla="*/ 0 60000 65536"/>
                <a:gd name="T10" fmla="*/ 0 60000 65536"/>
                <a:gd name="T11" fmla="*/ 0 60000 65536"/>
                <a:gd name="T12" fmla="*/ 0 w 333"/>
                <a:gd name="T13" fmla="*/ 0 h 265"/>
                <a:gd name="T14" fmla="*/ 333 w 333"/>
                <a:gd name="T15" fmla="*/ 265 h 265"/>
              </a:gdLst>
              <a:ahLst/>
              <a:cxnLst>
                <a:cxn ang="T8">
                  <a:pos x="T0" y="T1"/>
                </a:cxn>
                <a:cxn ang="T9">
                  <a:pos x="T2" y="T3"/>
                </a:cxn>
                <a:cxn ang="T10">
                  <a:pos x="T4" y="T5"/>
                </a:cxn>
                <a:cxn ang="T11">
                  <a:pos x="T6" y="T7"/>
                </a:cxn>
              </a:cxnLst>
              <a:rect l="T12" t="T13" r="T14" b="T15"/>
              <a:pathLst>
                <a:path w="333" h="265">
                  <a:moveTo>
                    <a:pt x="159" y="265"/>
                  </a:moveTo>
                  <a:cubicBezTo>
                    <a:pt x="79" y="170"/>
                    <a:pt x="0" y="76"/>
                    <a:pt x="23" y="38"/>
                  </a:cubicBezTo>
                  <a:cubicBezTo>
                    <a:pt x="46" y="0"/>
                    <a:pt x="257" y="8"/>
                    <a:pt x="295" y="38"/>
                  </a:cubicBezTo>
                  <a:cubicBezTo>
                    <a:pt x="333" y="68"/>
                    <a:pt x="257" y="189"/>
                    <a:pt x="250" y="219"/>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592" name="Line 13">
              <a:extLst>
                <a:ext uri="{FF2B5EF4-FFF2-40B4-BE49-F238E27FC236}">
                  <a16:creationId xmlns:a16="http://schemas.microsoft.com/office/drawing/2014/main" id="{D0ECDAED-060A-0599-64BC-E1DA4FDFAB40}"/>
                </a:ext>
              </a:extLst>
            </p:cNvPr>
            <p:cNvSpPr>
              <a:spLocks noChangeShapeType="1"/>
            </p:cNvSpPr>
            <p:nvPr/>
          </p:nvSpPr>
          <p:spPr bwMode="auto">
            <a:xfrm>
              <a:off x="3968" y="3522"/>
              <a:ext cx="18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93" name="Line 14">
              <a:extLst>
                <a:ext uri="{FF2B5EF4-FFF2-40B4-BE49-F238E27FC236}">
                  <a16:creationId xmlns:a16="http://schemas.microsoft.com/office/drawing/2014/main" id="{1CAD6434-802A-F3EE-9E7F-83FB26A2534C}"/>
                </a:ext>
              </a:extLst>
            </p:cNvPr>
            <p:cNvSpPr>
              <a:spLocks noChangeShapeType="1"/>
            </p:cNvSpPr>
            <p:nvPr/>
          </p:nvSpPr>
          <p:spPr bwMode="auto">
            <a:xfrm>
              <a:off x="5057" y="3385"/>
              <a:ext cx="0" cy="27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94" name="Text Box 15">
              <a:extLst>
                <a:ext uri="{FF2B5EF4-FFF2-40B4-BE49-F238E27FC236}">
                  <a16:creationId xmlns:a16="http://schemas.microsoft.com/office/drawing/2014/main" id="{9DC1F21B-59AE-B712-E575-58033A94B25D}"/>
                </a:ext>
              </a:extLst>
            </p:cNvPr>
            <p:cNvSpPr txBox="1">
              <a:spLocks noChangeArrowheads="1"/>
            </p:cNvSpPr>
            <p:nvPr/>
          </p:nvSpPr>
          <p:spPr bwMode="auto">
            <a:xfrm>
              <a:off x="5012" y="3431"/>
              <a:ext cx="2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a:solidFill>
                    <a:schemeClr val="tx1"/>
                  </a:solidFill>
                  <a:latin typeface="Times New Roman" panose="02020603050405020304" pitchFamily="18" charset="0"/>
                  <a:ea typeface="宋体" panose="02010600030101010101" pitchFamily="2" charset="-122"/>
                </a:rPr>
                <a:t>W</a:t>
              </a:r>
            </a:p>
          </p:txBody>
        </p:sp>
      </p:grpSp>
      <p:sp>
        <p:nvSpPr>
          <p:cNvPr id="672784" name="Text Box 16">
            <a:extLst>
              <a:ext uri="{FF2B5EF4-FFF2-40B4-BE49-F238E27FC236}">
                <a16:creationId xmlns:a16="http://schemas.microsoft.com/office/drawing/2014/main" id="{0B4B0308-FF5F-F5A6-F676-FC08935C12B2}"/>
              </a:ext>
            </a:extLst>
          </p:cNvPr>
          <p:cNvSpPr txBox="1">
            <a:spLocks noChangeArrowheads="1"/>
          </p:cNvSpPr>
          <p:nvPr/>
        </p:nvSpPr>
        <p:spPr bwMode="auto">
          <a:xfrm>
            <a:off x="541338" y="5157788"/>
            <a:ext cx="5399087"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lnSpc>
                <a:spcPct val="120000"/>
              </a:lnSpc>
              <a:spcBef>
                <a:spcPct val="50000"/>
              </a:spcBef>
              <a:buClrTx/>
              <a:buSzTx/>
              <a:buFontTx/>
              <a:buNone/>
            </a:pPr>
            <a:r>
              <a:rPr lang="zh-CN" altLang="en-US" sz="2000">
                <a:ea typeface="宋体" panose="02010600030101010101" pitchFamily="2" charset="-122"/>
              </a:rPr>
              <a:t>在状态</a:t>
            </a:r>
            <a:r>
              <a:rPr lang="en-US" altLang="zh-CN" sz="2000">
                <a:ea typeface="宋体" panose="02010600030101010101" pitchFamily="2" charset="-122"/>
              </a:rPr>
              <a:t>1</a:t>
            </a:r>
            <a:r>
              <a:rPr lang="zh-CN" altLang="en-US" sz="2000">
                <a:ea typeface="宋体" panose="02010600030101010101" pitchFamily="2" charset="-122"/>
              </a:rPr>
              <a:t>下，若输入字符为</a:t>
            </a:r>
            <a:r>
              <a:rPr lang="en-US" altLang="zh-CN" sz="2000">
                <a:ea typeface="宋体" panose="02010600030101010101" pitchFamily="2" charset="-122"/>
              </a:rPr>
              <a:t>X</a:t>
            </a:r>
            <a:r>
              <a:rPr lang="zh-CN" altLang="en-US" sz="2000">
                <a:ea typeface="宋体" panose="02010600030101010101" pitchFamily="2" charset="-122"/>
              </a:rPr>
              <a:t>，则读进</a:t>
            </a:r>
            <a:r>
              <a:rPr lang="en-US" altLang="zh-CN" sz="2000">
                <a:ea typeface="宋体" panose="02010600030101010101" pitchFamily="2" charset="-122"/>
              </a:rPr>
              <a:t>X</a:t>
            </a:r>
            <a:r>
              <a:rPr lang="zh-CN" altLang="en-US" sz="2000">
                <a:ea typeface="宋体" panose="02010600030101010101" pitchFamily="2" charset="-122"/>
              </a:rPr>
              <a:t>并转换到状态</a:t>
            </a:r>
            <a:r>
              <a:rPr lang="en-US" altLang="zh-CN" sz="2000">
                <a:ea typeface="宋体" panose="02010600030101010101" pitchFamily="2" charset="-122"/>
              </a:rPr>
              <a:t>2</a:t>
            </a:r>
            <a:r>
              <a:rPr lang="zh-CN" altLang="en-US" sz="2000">
                <a:ea typeface="宋体" panose="02010600030101010101" pitchFamily="2" charset="-122"/>
              </a:rPr>
              <a:t>；若输入字符为</a:t>
            </a:r>
            <a:r>
              <a:rPr lang="en-US" altLang="zh-CN" sz="2000">
                <a:ea typeface="宋体" panose="02010600030101010101" pitchFamily="2" charset="-122"/>
              </a:rPr>
              <a:t>Y</a:t>
            </a:r>
            <a:r>
              <a:rPr lang="zh-CN" altLang="en-US" sz="2000">
                <a:ea typeface="宋体" panose="02010600030101010101" pitchFamily="2" charset="-122"/>
              </a:rPr>
              <a:t>则读进</a:t>
            </a:r>
            <a:r>
              <a:rPr lang="en-US" altLang="zh-CN" sz="2000">
                <a:ea typeface="宋体" panose="02010600030101010101" pitchFamily="2" charset="-122"/>
              </a:rPr>
              <a:t>Y</a:t>
            </a:r>
            <a:r>
              <a:rPr lang="zh-CN" altLang="en-US" sz="2000">
                <a:ea typeface="宋体" panose="02010600030101010101" pitchFamily="2" charset="-122"/>
              </a:rPr>
              <a:t>并转换到状态</a:t>
            </a:r>
            <a:r>
              <a:rPr lang="en-US" altLang="zh-CN" sz="2000">
                <a:ea typeface="宋体" panose="02010600030101010101" pitchFamily="2" charset="-122"/>
              </a:rPr>
              <a:t>3</a:t>
            </a:r>
            <a:r>
              <a:rPr lang="zh-CN" altLang="en-US" sz="2000">
                <a:ea typeface="宋体" panose="02010600030101010101" pitchFamily="2" charset="-122"/>
              </a:rPr>
              <a:t>，输入字符</a:t>
            </a:r>
            <a:r>
              <a:rPr lang="en-US" altLang="zh-CN" sz="2000">
                <a:ea typeface="宋体" panose="02010600030101010101" pitchFamily="2" charset="-122"/>
              </a:rPr>
              <a:t>Z</a:t>
            </a:r>
            <a:r>
              <a:rPr lang="zh-CN" altLang="en-US" sz="2000">
                <a:ea typeface="宋体" panose="02010600030101010101" pitchFamily="2" charset="-122"/>
              </a:rPr>
              <a:t>，状态仍为</a:t>
            </a:r>
            <a:r>
              <a:rPr lang="en-US" altLang="zh-CN" sz="2000">
                <a:ea typeface="宋体" panose="02010600030101010101" pitchFamily="2" charset="-122"/>
              </a:rPr>
              <a:t>1</a:t>
            </a:r>
            <a:r>
              <a:rPr lang="zh-CN" altLang="en-US" sz="2000">
                <a:ea typeface="宋体" panose="02010600030101010101" pitchFamily="2" charset="-122"/>
              </a:rPr>
              <a:t>。</a:t>
            </a:r>
          </a:p>
        </p:txBody>
      </p:sp>
      <p:sp>
        <p:nvSpPr>
          <p:cNvPr id="24582" name="灯片编号占位符 17">
            <a:extLst>
              <a:ext uri="{FF2B5EF4-FFF2-40B4-BE49-F238E27FC236}">
                <a16:creationId xmlns:a16="http://schemas.microsoft.com/office/drawing/2014/main" id="{ED727659-F8CA-6040-4BEE-074E02EC5BA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F78863B1-B58D-8842-A3A8-9F79D60E7B9D}"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16</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672784"/>
                                        </p:tgtEl>
                                        <p:attrNameLst>
                                          <p:attrName>style.visibility</p:attrName>
                                        </p:attrNameLst>
                                      </p:cBhvr>
                                      <p:to>
                                        <p:strVal val="visible"/>
                                      </p:to>
                                    </p:set>
                                    <p:animEffect transition="in" filter="blinds(horizontal)">
                                      <p:cBhvr>
                                        <p:cTn id="10" dur="500"/>
                                        <p:tgtEl>
                                          <p:spTgt spid="6727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278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B7D05A97-4D46-2DFD-665D-0C5447B2E437}"/>
              </a:ext>
            </a:extLst>
          </p:cNvPr>
          <p:cNvSpPr>
            <a:spLocks noGrp="1" noChangeArrowheads="1"/>
          </p:cNvSpPr>
          <p:nvPr>
            <p:ph type="title"/>
          </p:nvPr>
        </p:nvSpPr>
        <p:spPr/>
        <p:txBody>
          <a:bodyPr/>
          <a:lstStyle/>
          <a:p>
            <a:pPr eaLnBrk="1" hangingPunct="1"/>
            <a:r>
              <a:rPr lang="zh-CN" altLang="en-US">
                <a:latin typeface="华文新魏" panose="02010800040101010101" pitchFamily="2" charset="-122"/>
              </a:rPr>
              <a:t>状态转换图的作用</a:t>
            </a:r>
          </a:p>
        </p:txBody>
      </p:sp>
      <p:sp>
        <p:nvSpPr>
          <p:cNvPr id="25603" name="Rectangle 3">
            <a:extLst>
              <a:ext uri="{FF2B5EF4-FFF2-40B4-BE49-F238E27FC236}">
                <a16:creationId xmlns:a16="http://schemas.microsoft.com/office/drawing/2014/main" id="{28E9F940-9A13-4FB7-EBF7-D63821E95B3F}"/>
              </a:ext>
            </a:extLst>
          </p:cNvPr>
          <p:cNvSpPr>
            <a:spLocks noGrp="1" noChangeArrowheads="1"/>
          </p:cNvSpPr>
          <p:nvPr>
            <p:ph type="body" idx="1"/>
          </p:nvPr>
        </p:nvSpPr>
        <p:spPr/>
        <p:txBody>
          <a:bodyPr/>
          <a:lstStyle/>
          <a:p>
            <a:pPr eaLnBrk="1" hangingPunct="1">
              <a:lnSpc>
                <a:spcPct val="115000"/>
              </a:lnSpc>
            </a:pPr>
            <a:r>
              <a:rPr lang="zh-CN" altLang="en-US" sz="2800">
                <a:latin typeface="仿宋_GB2312" charset="0"/>
                <a:ea typeface="宋体" panose="02010600030101010101" pitchFamily="2" charset="-122"/>
              </a:rPr>
              <a:t>一个状态转换图可用于</a:t>
            </a:r>
            <a:r>
              <a:rPr lang="zh-CN" altLang="en-US" sz="2800">
                <a:solidFill>
                  <a:srgbClr val="990000"/>
                </a:solidFill>
                <a:latin typeface="仿宋_GB2312" charset="0"/>
                <a:ea typeface="宋体" panose="02010600030101010101" pitchFamily="2" charset="-122"/>
              </a:rPr>
              <a:t>接受</a:t>
            </a:r>
            <a:r>
              <a:rPr lang="zh-CN" altLang="en-US" sz="2800">
                <a:latin typeface="仿宋_GB2312" charset="0"/>
                <a:ea typeface="宋体" panose="02010600030101010101" pitchFamily="2" charset="-122"/>
              </a:rPr>
              <a:t>（或</a:t>
            </a:r>
            <a:r>
              <a:rPr lang="zh-CN" altLang="en-US" sz="2800">
                <a:solidFill>
                  <a:srgbClr val="990000"/>
                </a:solidFill>
                <a:latin typeface="仿宋_GB2312" charset="0"/>
                <a:ea typeface="宋体" panose="02010600030101010101" pitchFamily="2" charset="-122"/>
              </a:rPr>
              <a:t>识别</a:t>
            </a:r>
            <a:r>
              <a:rPr lang="zh-CN" altLang="en-US" sz="2800">
                <a:latin typeface="仿宋_GB2312" charset="0"/>
                <a:ea typeface="宋体" panose="02010600030101010101" pitchFamily="2" charset="-122"/>
              </a:rPr>
              <a:t>）一定的符号串。</a:t>
            </a:r>
          </a:p>
          <a:p>
            <a:pPr eaLnBrk="1" hangingPunct="1">
              <a:lnSpc>
                <a:spcPct val="115000"/>
              </a:lnSpc>
            </a:pPr>
            <a:r>
              <a:rPr lang="zh-CN" altLang="en-US" sz="2800">
                <a:solidFill>
                  <a:srgbClr val="990000"/>
                </a:solidFill>
                <a:latin typeface="仿宋_GB2312" charset="0"/>
                <a:ea typeface="宋体" panose="02010600030101010101" pitchFamily="2" charset="-122"/>
              </a:rPr>
              <a:t>路</a:t>
            </a:r>
            <a:r>
              <a:rPr lang="en-US" altLang="zh-CN" sz="2800">
                <a:latin typeface="仿宋_GB2312" charset="0"/>
                <a:ea typeface="宋体" panose="02010600030101010101" pitchFamily="2" charset="-122"/>
              </a:rPr>
              <a:t>:</a:t>
            </a:r>
            <a:r>
              <a:rPr lang="zh-CN" altLang="en-US" sz="2800">
                <a:latin typeface="仿宋_GB2312" charset="0"/>
                <a:ea typeface="宋体" panose="02010600030101010101" pitchFamily="2" charset="-122"/>
              </a:rPr>
              <a:t>在状态转换图中从</a:t>
            </a:r>
            <a:r>
              <a:rPr lang="zh-CN" altLang="en-US" sz="2800">
                <a:solidFill>
                  <a:srgbClr val="990000"/>
                </a:solidFill>
                <a:latin typeface="仿宋_GB2312" charset="0"/>
                <a:ea typeface="宋体" panose="02010600030101010101" pitchFamily="2" charset="-122"/>
              </a:rPr>
              <a:t>初始状态</a:t>
            </a:r>
            <a:r>
              <a:rPr lang="zh-CN" altLang="en-US" sz="2800">
                <a:latin typeface="仿宋_GB2312" charset="0"/>
                <a:ea typeface="宋体" panose="02010600030101010101" pitchFamily="2" charset="-122"/>
              </a:rPr>
              <a:t>到</a:t>
            </a:r>
            <a:r>
              <a:rPr lang="zh-CN" altLang="en-US" sz="2800">
                <a:solidFill>
                  <a:srgbClr val="990000"/>
                </a:solidFill>
                <a:latin typeface="仿宋_GB2312" charset="0"/>
                <a:ea typeface="宋体" panose="02010600030101010101" pitchFamily="2" charset="-122"/>
              </a:rPr>
              <a:t>某一终止状态</a:t>
            </a:r>
            <a:r>
              <a:rPr lang="zh-CN" altLang="en-US" sz="2800">
                <a:latin typeface="仿宋_GB2312" charset="0"/>
                <a:ea typeface="宋体" panose="02010600030101010101" pitchFamily="2" charset="-122"/>
              </a:rPr>
              <a:t>的弧上的</a:t>
            </a:r>
            <a:r>
              <a:rPr lang="zh-CN" altLang="en-US" sz="2800">
                <a:solidFill>
                  <a:srgbClr val="990000"/>
                </a:solidFill>
                <a:latin typeface="仿宋_GB2312" charset="0"/>
                <a:ea typeface="宋体" panose="02010600030101010101" pitchFamily="2" charset="-122"/>
              </a:rPr>
              <a:t>标记序列</a:t>
            </a:r>
            <a:r>
              <a:rPr lang="zh-CN" altLang="en-US" sz="2800">
                <a:latin typeface="仿宋_GB2312" charset="0"/>
                <a:ea typeface="宋体" panose="02010600030101010101" pitchFamily="2" charset="-122"/>
              </a:rPr>
              <a:t>。</a:t>
            </a:r>
          </a:p>
          <a:p>
            <a:pPr eaLnBrk="1" hangingPunct="1">
              <a:lnSpc>
                <a:spcPct val="115000"/>
              </a:lnSpc>
            </a:pPr>
            <a:r>
              <a:rPr lang="zh-CN" altLang="en-US" sz="2800">
                <a:latin typeface="仿宋_GB2312" charset="0"/>
                <a:ea typeface="宋体" panose="02010600030101010101" pitchFamily="2" charset="-122"/>
              </a:rPr>
              <a:t>对于某一符号串</a:t>
            </a:r>
            <a:r>
              <a:rPr lang="en-US" altLang="zh-CN" sz="2800">
                <a:latin typeface="仿宋_GB2312" charset="0"/>
                <a:ea typeface="宋体" panose="02010600030101010101" pitchFamily="2" charset="-122"/>
              </a:rPr>
              <a:t>β</a:t>
            </a:r>
            <a:r>
              <a:rPr lang="zh-CN" altLang="en-US" sz="2800">
                <a:latin typeface="仿宋_GB2312" charset="0"/>
                <a:ea typeface="宋体" panose="02010600030101010101" pitchFamily="2" charset="-122"/>
              </a:rPr>
              <a:t>，在状态转换图中，若存在一条路产生</a:t>
            </a:r>
            <a:r>
              <a:rPr lang="en-US" altLang="zh-CN" sz="2800">
                <a:latin typeface="仿宋_GB2312" charset="0"/>
                <a:ea typeface="宋体" panose="02010600030101010101" pitchFamily="2" charset="-122"/>
              </a:rPr>
              <a:t>β</a:t>
            </a:r>
            <a:r>
              <a:rPr lang="zh-CN" altLang="en-US" sz="2800">
                <a:latin typeface="仿宋_GB2312" charset="0"/>
                <a:ea typeface="宋体" panose="02010600030101010101" pitchFamily="2" charset="-122"/>
              </a:rPr>
              <a:t>，则称状态转换图接受（或识别）该符号串</a:t>
            </a:r>
            <a:r>
              <a:rPr lang="en-US" altLang="zh-CN" sz="2800">
                <a:latin typeface="仿宋_GB2312" charset="0"/>
                <a:ea typeface="宋体" panose="02010600030101010101" pitchFamily="2" charset="-122"/>
              </a:rPr>
              <a:t>β</a:t>
            </a:r>
            <a:r>
              <a:rPr lang="zh-CN" altLang="en-US" sz="2800">
                <a:latin typeface="仿宋_GB2312" charset="0"/>
                <a:ea typeface="宋体" panose="02010600030101010101" pitchFamily="2" charset="-122"/>
              </a:rPr>
              <a:t>，否则称符号串</a:t>
            </a:r>
            <a:r>
              <a:rPr lang="en-US" altLang="zh-CN" sz="2800">
                <a:latin typeface="仿宋_GB2312" charset="0"/>
                <a:ea typeface="宋体" panose="02010600030101010101" pitchFamily="2" charset="-122"/>
              </a:rPr>
              <a:t>β</a:t>
            </a:r>
            <a:r>
              <a:rPr lang="zh-CN" altLang="en-US" sz="2800">
                <a:latin typeface="仿宋_GB2312" charset="0"/>
                <a:ea typeface="宋体" panose="02010600030101010101" pitchFamily="2" charset="-122"/>
              </a:rPr>
              <a:t>不能被接受。</a:t>
            </a:r>
          </a:p>
        </p:txBody>
      </p:sp>
      <p:sp>
        <p:nvSpPr>
          <p:cNvPr id="25604" name="灯片编号占位符 3">
            <a:extLst>
              <a:ext uri="{FF2B5EF4-FFF2-40B4-BE49-F238E27FC236}">
                <a16:creationId xmlns:a16="http://schemas.microsoft.com/office/drawing/2014/main" id="{CE54BD2B-5F1B-40EE-33BF-636202D049D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A17CE165-8CB8-F34D-ACF0-16AB09A28B39}"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17</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05B671CD-9FD0-2BDD-10E1-E391CD91BA4B}"/>
              </a:ext>
            </a:extLst>
          </p:cNvPr>
          <p:cNvSpPr>
            <a:spLocks noGrp="1" noChangeArrowheads="1"/>
          </p:cNvSpPr>
          <p:nvPr>
            <p:ph type="title"/>
          </p:nvPr>
        </p:nvSpPr>
        <p:spPr/>
        <p:txBody>
          <a:bodyPr/>
          <a:lstStyle/>
          <a:p>
            <a:pPr eaLnBrk="1" hangingPunct="1"/>
            <a:r>
              <a:rPr lang="zh-CN" altLang="en-US">
                <a:latin typeface="华文新魏" panose="02010800040101010101" pitchFamily="2" charset="-122"/>
              </a:rPr>
              <a:t>状态转换图所能识别的语言</a:t>
            </a:r>
          </a:p>
        </p:txBody>
      </p:sp>
      <p:sp>
        <p:nvSpPr>
          <p:cNvPr id="26627" name="Rectangle 3">
            <a:extLst>
              <a:ext uri="{FF2B5EF4-FFF2-40B4-BE49-F238E27FC236}">
                <a16:creationId xmlns:a16="http://schemas.microsoft.com/office/drawing/2014/main" id="{D55BDA4B-79E3-744C-2DE4-BBA24C30184D}"/>
              </a:ext>
            </a:extLst>
          </p:cNvPr>
          <p:cNvSpPr>
            <a:spLocks noGrp="1" noChangeArrowheads="1"/>
          </p:cNvSpPr>
          <p:nvPr>
            <p:ph type="body" idx="1"/>
          </p:nvPr>
        </p:nvSpPr>
        <p:spPr>
          <a:xfrm>
            <a:off x="457200" y="1916113"/>
            <a:ext cx="8002588" cy="1231900"/>
          </a:xfrm>
        </p:spPr>
        <p:txBody>
          <a:bodyPr/>
          <a:lstStyle/>
          <a:p>
            <a:pPr eaLnBrk="1" hangingPunct="1">
              <a:lnSpc>
                <a:spcPct val="105000"/>
              </a:lnSpc>
            </a:pPr>
            <a:r>
              <a:rPr lang="zh-CN" altLang="en-US" sz="2800">
                <a:ea typeface="宋体" panose="02010600030101010101" pitchFamily="2" charset="-122"/>
              </a:rPr>
              <a:t>能被状态转换图</a:t>
            </a:r>
            <a:r>
              <a:rPr lang="en-US" altLang="zh-CN" sz="2800">
                <a:ea typeface="宋体" panose="02010600030101010101" pitchFamily="2" charset="-122"/>
              </a:rPr>
              <a:t>TG</a:t>
            </a:r>
            <a:r>
              <a:rPr lang="zh-CN" altLang="en-US" sz="2800">
                <a:ea typeface="宋体" panose="02010600030101010101" pitchFamily="2" charset="-122"/>
              </a:rPr>
              <a:t>接受的符号串的集合记为</a:t>
            </a:r>
            <a:r>
              <a:rPr lang="en-US" altLang="zh-CN" sz="2800">
                <a:ea typeface="宋体" panose="02010600030101010101" pitchFamily="2" charset="-122"/>
              </a:rPr>
              <a:t>L(TG)</a:t>
            </a:r>
            <a:r>
              <a:rPr lang="zh-CN" altLang="en-US" sz="2800">
                <a:ea typeface="宋体" panose="02010600030101010101" pitchFamily="2" charset="-122"/>
              </a:rPr>
              <a:t>，称它为</a:t>
            </a:r>
            <a:r>
              <a:rPr lang="zh-CN" altLang="en-US" sz="2800">
                <a:solidFill>
                  <a:srgbClr val="990000"/>
                </a:solidFill>
                <a:ea typeface="宋体" panose="02010600030101010101" pitchFamily="2" charset="-122"/>
              </a:rPr>
              <a:t>状态转换图所能识别的语言</a:t>
            </a:r>
            <a:r>
              <a:rPr lang="zh-CN" altLang="en-US" sz="2800">
                <a:ea typeface="宋体" panose="02010600030101010101" pitchFamily="2" charset="-122"/>
              </a:rPr>
              <a:t>。</a:t>
            </a:r>
          </a:p>
        </p:txBody>
      </p:sp>
      <p:pic>
        <p:nvPicPr>
          <p:cNvPr id="678917" name="Picture 5">
            <a:extLst>
              <a:ext uri="{FF2B5EF4-FFF2-40B4-BE49-F238E27FC236}">
                <a16:creationId xmlns:a16="http://schemas.microsoft.com/office/drawing/2014/main" id="{A3D3B243-0260-4FFA-DAF7-B822DA12A4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2852738"/>
            <a:ext cx="3960812" cy="267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8918" name="Rectangle 6">
            <a:extLst>
              <a:ext uri="{FF2B5EF4-FFF2-40B4-BE49-F238E27FC236}">
                <a16:creationId xmlns:a16="http://schemas.microsoft.com/office/drawing/2014/main" id="{F11FC4D6-6157-3126-A512-BE92345CCB86}"/>
              </a:ext>
            </a:extLst>
          </p:cNvPr>
          <p:cNvSpPr>
            <a:spLocks noChangeArrowheads="1"/>
          </p:cNvSpPr>
          <p:nvPr/>
        </p:nvSpPr>
        <p:spPr bwMode="auto">
          <a:xfrm>
            <a:off x="395288" y="5734050"/>
            <a:ext cx="4572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ea typeface="宋体" panose="02010600030101010101" pitchFamily="2" charset="-122"/>
              </a:rPr>
              <a:t>L(TG)={ 0</a:t>
            </a:r>
            <a:r>
              <a:rPr lang="zh-CN" altLang="en-US" sz="1800">
                <a:ea typeface="宋体" panose="02010600030101010101" pitchFamily="2" charset="-122"/>
              </a:rPr>
              <a:t>，</a:t>
            </a:r>
            <a:r>
              <a:rPr lang="en-US" altLang="zh-CN" sz="1800">
                <a:ea typeface="宋体" panose="02010600030101010101" pitchFamily="2" charset="-122"/>
              </a:rPr>
              <a:t>1</a:t>
            </a:r>
            <a:r>
              <a:rPr lang="zh-CN" altLang="en-US" sz="1800">
                <a:ea typeface="宋体" panose="02010600030101010101" pitchFamily="2" charset="-122"/>
              </a:rPr>
              <a:t>，</a:t>
            </a:r>
            <a:r>
              <a:rPr lang="en-US" altLang="zh-CN" sz="1800">
                <a:ea typeface="宋体" panose="02010600030101010101" pitchFamily="2" charset="-122"/>
              </a:rPr>
              <a:t>00</a:t>
            </a:r>
            <a:r>
              <a:rPr lang="zh-CN" altLang="en-US" sz="1800">
                <a:ea typeface="宋体" panose="02010600030101010101" pitchFamily="2" charset="-122"/>
              </a:rPr>
              <a:t>，</a:t>
            </a:r>
            <a:r>
              <a:rPr lang="en-US" altLang="zh-CN" sz="1800">
                <a:ea typeface="宋体" panose="02010600030101010101" pitchFamily="2" charset="-122"/>
              </a:rPr>
              <a:t>01</a:t>
            </a:r>
            <a:r>
              <a:rPr lang="zh-CN" altLang="en-US" sz="1800">
                <a:ea typeface="宋体" panose="02010600030101010101" pitchFamily="2" charset="-122"/>
              </a:rPr>
              <a:t>，</a:t>
            </a:r>
            <a:r>
              <a:rPr lang="en-US" altLang="zh-CN" sz="1800">
                <a:ea typeface="宋体" panose="02010600030101010101" pitchFamily="2" charset="-122"/>
              </a:rPr>
              <a:t>11</a:t>
            </a:r>
            <a:r>
              <a:rPr lang="zh-CN" altLang="en-US" sz="1800">
                <a:ea typeface="宋体" panose="02010600030101010101" pitchFamily="2" charset="-122"/>
              </a:rPr>
              <a:t>，</a:t>
            </a:r>
            <a:r>
              <a:rPr lang="en-US" altLang="zh-CN" sz="1800">
                <a:ea typeface="宋体" panose="02010600030101010101" pitchFamily="2" charset="-122"/>
              </a:rPr>
              <a:t>001</a:t>
            </a:r>
            <a:r>
              <a:rPr lang="zh-CN" altLang="en-US" sz="1800">
                <a:ea typeface="宋体" panose="02010600030101010101" pitchFamily="2" charset="-122"/>
              </a:rPr>
              <a:t>，</a:t>
            </a:r>
            <a:r>
              <a:rPr lang="en-US" altLang="zh-CN" sz="1800">
                <a:ea typeface="宋体" panose="02010600030101010101" pitchFamily="2" charset="-122"/>
              </a:rPr>
              <a:t>010</a:t>
            </a:r>
            <a:r>
              <a:rPr lang="zh-CN" altLang="en-US" sz="1800">
                <a:ea typeface="宋体" panose="02010600030101010101" pitchFamily="2" charset="-122"/>
              </a:rPr>
              <a:t>，</a:t>
            </a:r>
            <a:r>
              <a:rPr lang="en-US" altLang="zh-CN" sz="1800">
                <a:ea typeface="宋体" panose="02010600030101010101" pitchFamily="2" charset="-122"/>
              </a:rPr>
              <a:t>…}</a:t>
            </a:r>
          </a:p>
        </p:txBody>
      </p:sp>
      <p:pic>
        <p:nvPicPr>
          <p:cNvPr id="678919" name="Picture 7" descr="3t4">
            <a:extLst>
              <a:ext uri="{FF2B5EF4-FFF2-40B4-BE49-F238E27FC236}">
                <a16:creationId xmlns:a16="http://schemas.microsoft.com/office/drawing/2014/main" id="{D64ADAE7-9B69-9D49-A167-98F47CFD3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141663"/>
            <a:ext cx="3744913" cy="246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8920" name="Rectangle 8">
            <a:extLst>
              <a:ext uri="{FF2B5EF4-FFF2-40B4-BE49-F238E27FC236}">
                <a16:creationId xmlns:a16="http://schemas.microsoft.com/office/drawing/2014/main" id="{C1C03B3F-1BE2-BFF6-7DA4-88C460FD2D3B}"/>
              </a:ext>
            </a:extLst>
          </p:cNvPr>
          <p:cNvSpPr>
            <a:spLocks noChangeArrowheads="1"/>
          </p:cNvSpPr>
          <p:nvPr/>
        </p:nvSpPr>
        <p:spPr bwMode="auto">
          <a:xfrm>
            <a:off x="4643438" y="5740400"/>
            <a:ext cx="42497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buFont typeface="Wingdings" pitchFamily="2" charset="2"/>
              <a:buNone/>
            </a:pPr>
            <a:r>
              <a:rPr lang="en-US" altLang="zh-CN" sz="1800">
                <a:ea typeface="宋体" panose="02010600030101010101" pitchFamily="2" charset="-122"/>
              </a:rPr>
              <a:t>L(TG)={ a</a:t>
            </a:r>
            <a:r>
              <a:rPr lang="zh-CN" altLang="en-US" sz="1800">
                <a:ea typeface="宋体" panose="02010600030101010101" pitchFamily="2" charset="-122"/>
              </a:rPr>
              <a:t>，</a:t>
            </a:r>
            <a:r>
              <a:rPr lang="en-US" altLang="zh-CN" sz="1800">
                <a:ea typeface="宋体" panose="02010600030101010101" pitchFamily="2" charset="-122"/>
              </a:rPr>
              <a:t>b</a:t>
            </a:r>
            <a:r>
              <a:rPr lang="zh-CN" altLang="en-US" sz="1800">
                <a:ea typeface="宋体" panose="02010600030101010101" pitchFamily="2" charset="-122"/>
              </a:rPr>
              <a:t>，</a:t>
            </a:r>
            <a:r>
              <a:rPr lang="en-US" altLang="zh-CN" sz="1800">
                <a:ea typeface="宋体" panose="02010600030101010101" pitchFamily="2" charset="-122"/>
              </a:rPr>
              <a:t>ab</a:t>
            </a:r>
            <a:r>
              <a:rPr lang="zh-CN" altLang="en-US" sz="1800">
                <a:ea typeface="宋体" panose="02010600030101010101" pitchFamily="2" charset="-122"/>
              </a:rPr>
              <a:t>，</a:t>
            </a:r>
            <a:r>
              <a:rPr lang="en-US" altLang="zh-CN" sz="1800">
                <a:ea typeface="宋体" panose="02010600030101010101" pitchFamily="2" charset="-122"/>
              </a:rPr>
              <a:t>ba</a:t>
            </a:r>
            <a:r>
              <a:rPr lang="zh-CN" altLang="en-US" sz="1800">
                <a:ea typeface="宋体" panose="02010600030101010101" pitchFamily="2" charset="-122"/>
              </a:rPr>
              <a:t>，</a:t>
            </a:r>
            <a:r>
              <a:rPr lang="en-US" altLang="zh-CN" sz="1800">
                <a:ea typeface="宋体" panose="02010600030101010101" pitchFamily="2" charset="-122"/>
              </a:rPr>
              <a:t>aaa</a:t>
            </a:r>
            <a:r>
              <a:rPr lang="zh-CN" altLang="en-US" sz="1800">
                <a:ea typeface="宋体" panose="02010600030101010101" pitchFamily="2" charset="-122"/>
              </a:rPr>
              <a:t>，</a:t>
            </a:r>
            <a:r>
              <a:rPr lang="en-US" altLang="zh-CN" sz="1800">
                <a:ea typeface="宋体" panose="02010600030101010101" pitchFamily="2" charset="-122"/>
              </a:rPr>
              <a:t>bbb</a:t>
            </a:r>
            <a:r>
              <a:rPr lang="zh-CN" altLang="en-US" sz="1800">
                <a:ea typeface="宋体" panose="02010600030101010101" pitchFamily="2" charset="-122"/>
              </a:rPr>
              <a:t>，</a:t>
            </a:r>
            <a:r>
              <a:rPr lang="en-US" altLang="zh-CN" sz="1800">
                <a:ea typeface="宋体" panose="02010600030101010101" pitchFamily="2" charset="-122"/>
              </a:rPr>
              <a:t>aab</a:t>
            </a:r>
            <a:r>
              <a:rPr lang="zh-CN" altLang="en-US" sz="1800">
                <a:ea typeface="宋体" panose="02010600030101010101" pitchFamily="2" charset="-122"/>
              </a:rPr>
              <a:t>，</a:t>
            </a:r>
            <a:r>
              <a:rPr lang="en-US" altLang="zh-CN" sz="1800">
                <a:ea typeface="宋体" panose="02010600030101010101" pitchFamily="2" charset="-122"/>
              </a:rPr>
              <a:t>bba</a:t>
            </a:r>
            <a:r>
              <a:rPr lang="zh-CN" altLang="en-US" sz="1800">
                <a:ea typeface="宋体" panose="02010600030101010101" pitchFamily="2" charset="-122"/>
              </a:rPr>
              <a:t>，</a:t>
            </a:r>
            <a:r>
              <a:rPr lang="en-US" altLang="zh-CN" sz="1800">
                <a:ea typeface="宋体" panose="02010600030101010101" pitchFamily="2" charset="-122"/>
              </a:rPr>
              <a:t>…}</a:t>
            </a:r>
          </a:p>
        </p:txBody>
      </p:sp>
      <p:sp>
        <p:nvSpPr>
          <p:cNvPr id="26632" name="灯片编号占位符 7">
            <a:extLst>
              <a:ext uri="{FF2B5EF4-FFF2-40B4-BE49-F238E27FC236}">
                <a16:creationId xmlns:a16="http://schemas.microsoft.com/office/drawing/2014/main" id="{5CD775CD-B480-1BF8-96B8-DBA9D908041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6423D6C6-45F6-F34E-9EEB-FB5695A6580A}"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18</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78917"/>
                                        </p:tgtEl>
                                        <p:attrNameLst>
                                          <p:attrName>style.visibility</p:attrName>
                                        </p:attrNameLst>
                                      </p:cBhvr>
                                      <p:to>
                                        <p:strVal val="visible"/>
                                      </p:to>
                                    </p:set>
                                    <p:animEffect transition="in" filter="blinds(horizontal)">
                                      <p:cBhvr>
                                        <p:cTn id="7" dur="500"/>
                                        <p:tgtEl>
                                          <p:spTgt spid="6789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78918"/>
                                        </p:tgtEl>
                                        <p:attrNameLst>
                                          <p:attrName>style.visibility</p:attrName>
                                        </p:attrNameLst>
                                      </p:cBhvr>
                                      <p:to>
                                        <p:strVal val="visible"/>
                                      </p:to>
                                    </p:set>
                                    <p:animEffect transition="in" filter="wipe(left)">
                                      <p:cBhvr>
                                        <p:cTn id="12" dur="500"/>
                                        <p:tgtEl>
                                          <p:spTgt spid="6789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78919"/>
                                        </p:tgtEl>
                                        <p:attrNameLst>
                                          <p:attrName>style.visibility</p:attrName>
                                        </p:attrNameLst>
                                      </p:cBhvr>
                                      <p:to>
                                        <p:strVal val="visible"/>
                                      </p:to>
                                    </p:set>
                                    <p:animEffect transition="in" filter="blinds(horizontal)">
                                      <p:cBhvr>
                                        <p:cTn id="17" dur="500"/>
                                        <p:tgtEl>
                                          <p:spTgt spid="6789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78920"/>
                                        </p:tgtEl>
                                        <p:attrNameLst>
                                          <p:attrName>style.visibility</p:attrName>
                                        </p:attrNameLst>
                                      </p:cBhvr>
                                      <p:to>
                                        <p:strVal val="visible"/>
                                      </p:to>
                                    </p:set>
                                    <p:animEffect transition="in" filter="wipe(left)">
                                      <p:cBhvr>
                                        <p:cTn id="22" dur="500"/>
                                        <p:tgtEl>
                                          <p:spTgt spid="6789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8918" grpId="0"/>
      <p:bldP spid="67892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722BA7A1-E869-74D4-2CCF-481B1E41D964}"/>
              </a:ext>
            </a:extLst>
          </p:cNvPr>
          <p:cNvSpPr>
            <a:spLocks noGrp="1" noChangeArrowheads="1"/>
          </p:cNvSpPr>
          <p:nvPr>
            <p:ph type="title"/>
          </p:nvPr>
        </p:nvSpPr>
        <p:spPr/>
        <p:txBody>
          <a:bodyPr/>
          <a:lstStyle/>
          <a:p>
            <a:pPr eaLnBrk="1" hangingPunct="1"/>
            <a:r>
              <a:rPr lang="zh-CN" altLang="en-US"/>
              <a:t>状态转换图示例</a:t>
            </a:r>
          </a:p>
        </p:txBody>
      </p:sp>
      <p:sp>
        <p:nvSpPr>
          <p:cNvPr id="27651" name="Rectangle 3">
            <a:extLst>
              <a:ext uri="{FF2B5EF4-FFF2-40B4-BE49-F238E27FC236}">
                <a16:creationId xmlns:a16="http://schemas.microsoft.com/office/drawing/2014/main" id="{14A22056-6F1D-1946-DB84-BC7AA796ED36}"/>
              </a:ext>
            </a:extLst>
          </p:cNvPr>
          <p:cNvSpPr>
            <a:spLocks noGrp="1" noChangeArrowheads="1"/>
          </p:cNvSpPr>
          <p:nvPr>
            <p:ph type="body" idx="1"/>
          </p:nvPr>
        </p:nvSpPr>
        <p:spPr>
          <a:xfrm>
            <a:off x="457200" y="1628775"/>
            <a:ext cx="4546600" cy="1016000"/>
          </a:xfrm>
        </p:spPr>
        <p:txBody>
          <a:bodyPr/>
          <a:lstStyle/>
          <a:p>
            <a:pPr eaLnBrk="1" hangingPunct="1"/>
            <a:r>
              <a:rPr lang="zh-CN" altLang="en-US" sz="2400">
                <a:ea typeface="宋体" panose="02010600030101010101" pitchFamily="2" charset="-122"/>
              </a:rPr>
              <a:t>大多数程序语言的单词符号都可以用状态转换图予以识别。</a:t>
            </a:r>
          </a:p>
          <a:p>
            <a:pPr eaLnBrk="1" hangingPunct="1"/>
            <a:endParaRPr lang="en-US" altLang="zh-CN" sz="2400">
              <a:ea typeface="宋体" panose="02010600030101010101" pitchFamily="2" charset="-122"/>
            </a:endParaRPr>
          </a:p>
        </p:txBody>
      </p:sp>
      <p:sp>
        <p:nvSpPr>
          <p:cNvPr id="680988" name="AutoShape 28">
            <a:extLst>
              <a:ext uri="{FF2B5EF4-FFF2-40B4-BE49-F238E27FC236}">
                <a16:creationId xmlns:a16="http://schemas.microsoft.com/office/drawing/2014/main" id="{95A87F83-11EC-63F6-94A7-FBB9EDE3BF47}"/>
              </a:ext>
            </a:extLst>
          </p:cNvPr>
          <p:cNvSpPr>
            <a:spLocks noChangeArrowheads="1"/>
          </p:cNvSpPr>
          <p:nvPr/>
        </p:nvSpPr>
        <p:spPr bwMode="auto">
          <a:xfrm>
            <a:off x="3830638" y="5445125"/>
            <a:ext cx="482600" cy="55245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25" y="10800"/>
                </a:moveTo>
                <a:cubicBezTo>
                  <a:pt x="2925" y="15149"/>
                  <a:pt x="6451" y="18675"/>
                  <a:pt x="10800" y="18675"/>
                </a:cubicBezTo>
                <a:cubicBezTo>
                  <a:pt x="15149" y="18675"/>
                  <a:pt x="18675" y="15149"/>
                  <a:pt x="18675" y="10800"/>
                </a:cubicBezTo>
                <a:cubicBezTo>
                  <a:pt x="18675" y="6451"/>
                  <a:pt x="15149" y="2925"/>
                  <a:pt x="10800" y="2925"/>
                </a:cubicBezTo>
                <a:cubicBezTo>
                  <a:pt x="6451" y="2925"/>
                  <a:pt x="2925" y="6451"/>
                  <a:pt x="2925" y="10800"/>
                </a:cubicBezTo>
                <a:close/>
              </a:path>
            </a:pathLst>
          </a:cu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en-US" altLang="zh-CN" sz="2000">
                <a:solidFill>
                  <a:schemeClr val="tx1"/>
                </a:solidFill>
                <a:latin typeface="黑体" panose="02010609060101010101" pitchFamily="49" charset="-122"/>
                <a:ea typeface="黑体" panose="02010609060101010101" pitchFamily="49" charset="-122"/>
              </a:rPr>
              <a:t>2</a:t>
            </a:r>
          </a:p>
        </p:txBody>
      </p:sp>
      <p:sp>
        <p:nvSpPr>
          <p:cNvPr id="680989" name="AutoShape 29">
            <a:extLst>
              <a:ext uri="{FF2B5EF4-FFF2-40B4-BE49-F238E27FC236}">
                <a16:creationId xmlns:a16="http://schemas.microsoft.com/office/drawing/2014/main" id="{35E40D6C-3C09-ABF5-B10B-ADE076A778F4}"/>
              </a:ext>
            </a:extLst>
          </p:cNvPr>
          <p:cNvSpPr>
            <a:spLocks noChangeArrowheads="1"/>
          </p:cNvSpPr>
          <p:nvPr/>
        </p:nvSpPr>
        <p:spPr bwMode="auto">
          <a:xfrm>
            <a:off x="288925" y="5445125"/>
            <a:ext cx="492125" cy="552450"/>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en-US" altLang="zh-CN" sz="2000">
                <a:solidFill>
                  <a:schemeClr val="tx1"/>
                </a:solidFill>
                <a:latin typeface="黑体" panose="02010609060101010101" pitchFamily="49" charset="-122"/>
                <a:ea typeface="黑体" panose="02010609060101010101" pitchFamily="49" charset="-122"/>
              </a:rPr>
              <a:t>0</a:t>
            </a:r>
          </a:p>
        </p:txBody>
      </p:sp>
      <p:sp>
        <p:nvSpPr>
          <p:cNvPr id="680990" name="AutoShape 30">
            <a:extLst>
              <a:ext uri="{FF2B5EF4-FFF2-40B4-BE49-F238E27FC236}">
                <a16:creationId xmlns:a16="http://schemas.microsoft.com/office/drawing/2014/main" id="{3C57D1F3-3C95-CA8F-C2CE-8BAD0A4B830F}"/>
              </a:ext>
            </a:extLst>
          </p:cNvPr>
          <p:cNvSpPr>
            <a:spLocks noChangeArrowheads="1"/>
          </p:cNvSpPr>
          <p:nvPr/>
        </p:nvSpPr>
        <p:spPr bwMode="auto">
          <a:xfrm>
            <a:off x="2089150" y="5445125"/>
            <a:ext cx="490538" cy="552450"/>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en-US" altLang="zh-CN" sz="2000">
                <a:solidFill>
                  <a:schemeClr val="tx1"/>
                </a:solidFill>
                <a:latin typeface="黑体" panose="02010609060101010101" pitchFamily="49" charset="-122"/>
                <a:ea typeface="黑体" panose="02010609060101010101" pitchFamily="49" charset="-122"/>
              </a:rPr>
              <a:t>1</a:t>
            </a:r>
          </a:p>
        </p:txBody>
      </p:sp>
      <p:sp>
        <p:nvSpPr>
          <p:cNvPr id="680991" name="Line 31">
            <a:extLst>
              <a:ext uri="{FF2B5EF4-FFF2-40B4-BE49-F238E27FC236}">
                <a16:creationId xmlns:a16="http://schemas.microsoft.com/office/drawing/2014/main" id="{3E8CED1F-0604-254B-099B-6B79D30819C0}"/>
              </a:ext>
            </a:extLst>
          </p:cNvPr>
          <p:cNvSpPr>
            <a:spLocks noChangeShapeType="1"/>
          </p:cNvSpPr>
          <p:nvPr/>
        </p:nvSpPr>
        <p:spPr bwMode="auto">
          <a:xfrm>
            <a:off x="784225" y="5735638"/>
            <a:ext cx="1303338"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80992" name="Line 32">
            <a:extLst>
              <a:ext uri="{FF2B5EF4-FFF2-40B4-BE49-F238E27FC236}">
                <a16:creationId xmlns:a16="http://schemas.microsoft.com/office/drawing/2014/main" id="{572C6FA2-1D71-CE31-F17D-47D543DD0A7A}"/>
              </a:ext>
            </a:extLst>
          </p:cNvPr>
          <p:cNvSpPr>
            <a:spLocks noChangeShapeType="1"/>
          </p:cNvSpPr>
          <p:nvPr/>
        </p:nvSpPr>
        <p:spPr bwMode="auto">
          <a:xfrm>
            <a:off x="2584450" y="5735638"/>
            <a:ext cx="1241425"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80993" name="Arc 33">
            <a:extLst>
              <a:ext uri="{FF2B5EF4-FFF2-40B4-BE49-F238E27FC236}">
                <a16:creationId xmlns:a16="http://schemas.microsoft.com/office/drawing/2014/main" id="{24241B9F-A35A-CE56-D7E3-F11F60F3EF0A}"/>
              </a:ext>
            </a:extLst>
          </p:cNvPr>
          <p:cNvSpPr>
            <a:spLocks/>
          </p:cNvSpPr>
          <p:nvPr/>
        </p:nvSpPr>
        <p:spPr bwMode="auto">
          <a:xfrm rot="5271687" flipH="1" flipV="1">
            <a:off x="2027237" y="4967288"/>
            <a:ext cx="606425" cy="355600"/>
          </a:xfrm>
          <a:custGeom>
            <a:avLst/>
            <a:gdLst>
              <a:gd name="T0" fmla="*/ 2147483646 w 42110"/>
              <a:gd name="T1" fmla="*/ 2147483646 h 43200"/>
              <a:gd name="T2" fmla="*/ 0 w 42110"/>
              <a:gd name="T3" fmla="*/ 2147483646 h 43200"/>
              <a:gd name="T4" fmla="*/ 2147483646 w 42110"/>
              <a:gd name="T5" fmla="*/ 2147483646 h 43200"/>
              <a:gd name="T6" fmla="*/ 0 60000 65536"/>
              <a:gd name="T7" fmla="*/ 0 60000 65536"/>
              <a:gd name="T8" fmla="*/ 0 60000 65536"/>
              <a:gd name="T9" fmla="*/ 0 w 42110"/>
              <a:gd name="T10" fmla="*/ 0 h 43200"/>
              <a:gd name="T11" fmla="*/ 42110 w 42110"/>
              <a:gd name="T12" fmla="*/ 43200 h 43200"/>
            </a:gdLst>
            <a:ahLst/>
            <a:cxnLst>
              <a:cxn ang="T6">
                <a:pos x="T0" y="T1"/>
              </a:cxn>
              <a:cxn ang="T7">
                <a:pos x="T2" y="T3"/>
              </a:cxn>
              <a:cxn ang="T8">
                <a:pos x="T4" y="T5"/>
              </a:cxn>
            </a:cxnLst>
            <a:rect l="T9" t="T10" r="T11" b="T12"/>
            <a:pathLst>
              <a:path w="42110" h="43200" fill="none" extrusionOk="0">
                <a:moveTo>
                  <a:pt x="15140" y="677"/>
                </a:moveTo>
                <a:cubicBezTo>
                  <a:pt x="16895" y="227"/>
                  <a:pt x="18698" y="-1"/>
                  <a:pt x="20510" y="0"/>
                </a:cubicBezTo>
                <a:cubicBezTo>
                  <a:pt x="32439" y="0"/>
                  <a:pt x="42110" y="9670"/>
                  <a:pt x="42110" y="21600"/>
                </a:cubicBezTo>
                <a:cubicBezTo>
                  <a:pt x="42110" y="33529"/>
                  <a:pt x="32439" y="43200"/>
                  <a:pt x="20510" y="43200"/>
                </a:cubicBezTo>
                <a:cubicBezTo>
                  <a:pt x="11191" y="43200"/>
                  <a:pt x="2922" y="37223"/>
                  <a:pt x="0" y="28374"/>
                </a:cubicBezTo>
              </a:path>
              <a:path w="42110" h="43200" stroke="0" extrusionOk="0">
                <a:moveTo>
                  <a:pt x="15140" y="677"/>
                </a:moveTo>
                <a:cubicBezTo>
                  <a:pt x="16895" y="227"/>
                  <a:pt x="18698" y="-1"/>
                  <a:pt x="20510" y="0"/>
                </a:cubicBezTo>
                <a:cubicBezTo>
                  <a:pt x="32439" y="0"/>
                  <a:pt x="42110" y="9670"/>
                  <a:pt x="42110" y="21600"/>
                </a:cubicBezTo>
                <a:cubicBezTo>
                  <a:pt x="42110" y="33529"/>
                  <a:pt x="32439" y="43200"/>
                  <a:pt x="20510" y="43200"/>
                </a:cubicBezTo>
                <a:cubicBezTo>
                  <a:pt x="11191" y="43200"/>
                  <a:pt x="2922" y="37223"/>
                  <a:pt x="0" y="28374"/>
                </a:cubicBezTo>
                <a:lnTo>
                  <a:pt x="20510" y="21600"/>
                </a:lnTo>
                <a:lnTo>
                  <a:pt x="15140" y="677"/>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680994" name="Line 34">
            <a:extLst>
              <a:ext uri="{FF2B5EF4-FFF2-40B4-BE49-F238E27FC236}">
                <a16:creationId xmlns:a16="http://schemas.microsoft.com/office/drawing/2014/main" id="{999B1962-8588-8639-50F9-CE51A24DD05E}"/>
              </a:ext>
            </a:extLst>
          </p:cNvPr>
          <p:cNvSpPr>
            <a:spLocks noChangeShapeType="1"/>
          </p:cNvSpPr>
          <p:nvPr/>
        </p:nvSpPr>
        <p:spPr bwMode="auto">
          <a:xfrm>
            <a:off x="2151063" y="5235575"/>
            <a:ext cx="60325" cy="24765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80995" name="Text Box 35">
            <a:extLst>
              <a:ext uri="{FF2B5EF4-FFF2-40B4-BE49-F238E27FC236}">
                <a16:creationId xmlns:a16="http://schemas.microsoft.com/office/drawing/2014/main" id="{0B7118B0-4977-7AC5-FB54-6DA33B670BFD}"/>
              </a:ext>
            </a:extLst>
          </p:cNvPr>
          <p:cNvSpPr txBox="1">
            <a:spLocks noChangeArrowheads="1"/>
          </p:cNvSpPr>
          <p:nvPr/>
        </p:nvSpPr>
        <p:spPr bwMode="auto">
          <a:xfrm>
            <a:off x="969963" y="5345113"/>
            <a:ext cx="80645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zh-CN" altLang="en-US" sz="2000">
                <a:solidFill>
                  <a:schemeClr val="tx1"/>
                </a:solidFill>
                <a:latin typeface="黑体" panose="02010609060101010101" pitchFamily="49" charset="-122"/>
                <a:ea typeface="黑体" panose="02010609060101010101" pitchFamily="49" charset="-122"/>
              </a:rPr>
              <a:t>字母</a:t>
            </a:r>
          </a:p>
        </p:txBody>
      </p:sp>
      <p:sp>
        <p:nvSpPr>
          <p:cNvPr id="680996" name="Text Box 36">
            <a:extLst>
              <a:ext uri="{FF2B5EF4-FFF2-40B4-BE49-F238E27FC236}">
                <a16:creationId xmlns:a16="http://schemas.microsoft.com/office/drawing/2014/main" id="{C25CF8E2-D2B0-102F-28EB-E128ADBAAB37}"/>
              </a:ext>
            </a:extLst>
          </p:cNvPr>
          <p:cNvSpPr txBox="1">
            <a:spLocks noChangeArrowheads="1"/>
          </p:cNvSpPr>
          <p:nvPr/>
        </p:nvSpPr>
        <p:spPr bwMode="auto">
          <a:xfrm>
            <a:off x="2770188" y="5345113"/>
            <a:ext cx="882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zh-CN" altLang="en-US" sz="2000">
                <a:solidFill>
                  <a:schemeClr val="tx1"/>
                </a:solidFill>
                <a:latin typeface="黑体" panose="02010609060101010101" pitchFamily="49" charset="-122"/>
                <a:ea typeface="黑体" panose="02010609060101010101" pitchFamily="49" charset="-122"/>
              </a:rPr>
              <a:t>其他</a:t>
            </a:r>
          </a:p>
        </p:txBody>
      </p:sp>
      <p:sp>
        <p:nvSpPr>
          <p:cNvPr id="680997" name="Text Box 37">
            <a:extLst>
              <a:ext uri="{FF2B5EF4-FFF2-40B4-BE49-F238E27FC236}">
                <a16:creationId xmlns:a16="http://schemas.microsoft.com/office/drawing/2014/main" id="{BBCFEACE-1201-DF66-EC6B-85747DC66ED5}"/>
              </a:ext>
            </a:extLst>
          </p:cNvPr>
          <p:cNvSpPr txBox="1">
            <a:spLocks noChangeArrowheads="1"/>
          </p:cNvSpPr>
          <p:nvPr/>
        </p:nvSpPr>
        <p:spPr bwMode="auto">
          <a:xfrm>
            <a:off x="1528763" y="4481513"/>
            <a:ext cx="16764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zh-CN" altLang="en-US" sz="2000">
                <a:solidFill>
                  <a:schemeClr val="tx1"/>
                </a:solidFill>
                <a:latin typeface="黑体" panose="02010609060101010101" pitchFamily="49" charset="-122"/>
                <a:ea typeface="黑体" panose="02010609060101010101" pitchFamily="49" charset="-122"/>
              </a:rPr>
              <a:t>字母或数字</a:t>
            </a:r>
          </a:p>
        </p:txBody>
      </p:sp>
      <p:sp>
        <p:nvSpPr>
          <p:cNvPr id="680998" name="Text Box 38">
            <a:extLst>
              <a:ext uri="{FF2B5EF4-FFF2-40B4-BE49-F238E27FC236}">
                <a16:creationId xmlns:a16="http://schemas.microsoft.com/office/drawing/2014/main" id="{6629D796-1264-D7D3-F935-93EA90B0FF1E}"/>
              </a:ext>
            </a:extLst>
          </p:cNvPr>
          <p:cNvSpPr txBox="1">
            <a:spLocks noChangeArrowheads="1"/>
          </p:cNvSpPr>
          <p:nvPr/>
        </p:nvSpPr>
        <p:spPr bwMode="auto">
          <a:xfrm>
            <a:off x="4197350" y="5340350"/>
            <a:ext cx="37306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en-US" altLang="zh-CN" sz="2400">
                <a:solidFill>
                  <a:schemeClr val="tx1"/>
                </a:solidFill>
                <a:latin typeface="黑体" panose="02010609060101010101" pitchFamily="49" charset="-122"/>
                <a:ea typeface="黑体" panose="02010609060101010101" pitchFamily="49" charset="-122"/>
              </a:rPr>
              <a:t>*</a:t>
            </a:r>
          </a:p>
        </p:txBody>
      </p:sp>
      <p:sp>
        <p:nvSpPr>
          <p:cNvPr id="680999" name="Text Box 39">
            <a:extLst>
              <a:ext uri="{FF2B5EF4-FFF2-40B4-BE49-F238E27FC236}">
                <a16:creationId xmlns:a16="http://schemas.microsoft.com/office/drawing/2014/main" id="{24144C1F-7B4D-69D3-6A3A-A1876C9324D5}"/>
              </a:ext>
            </a:extLst>
          </p:cNvPr>
          <p:cNvSpPr txBox="1">
            <a:spLocks noChangeArrowheads="1"/>
          </p:cNvSpPr>
          <p:nvPr/>
        </p:nvSpPr>
        <p:spPr bwMode="auto">
          <a:xfrm>
            <a:off x="682625" y="6229350"/>
            <a:ext cx="3292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zh-CN" altLang="en-US" sz="2000">
                <a:solidFill>
                  <a:schemeClr val="tx1"/>
                </a:solidFill>
                <a:latin typeface="黑体" panose="02010609060101010101" pitchFamily="49" charset="-122"/>
                <a:ea typeface="黑体" panose="02010609060101010101" pitchFamily="49" charset="-122"/>
              </a:rPr>
              <a:t>（</a:t>
            </a:r>
            <a:r>
              <a:rPr lang="en-US" altLang="zh-CN" sz="2000">
                <a:solidFill>
                  <a:schemeClr val="tx1"/>
                </a:solidFill>
                <a:latin typeface="黑体" panose="02010609060101010101" pitchFamily="49" charset="-122"/>
                <a:ea typeface="黑体" panose="02010609060101010101" pitchFamily="49" charset="-122"/>
              </a:rPr>
              <a:t>b</a:t>
            </a:r>
            <a:r>
              <a:rPr lang="zh-CN" altLang="en-US" sz="2000">
                <a:solidFill>
                  <a:schemeClr val="tx1"/>
                </a:solidFill>
                <a:latin typeface="黑体" panose="02010609060101010101" pitchFamily="49" charset="-122"/>
                <a:ea typeface="黑体" panose="02010609060101010101" pitchFamily="49" charset="-122"/>
              </a:rPr>
              <a:t>）识别标识符的转换图</a:t>
            </a:r>
          </a:p>
        </p:txBody>
      </p:sp>
      <p:grpSp>
        <p:nvGrpSpPr>
          <p:cNvPr id="2" name="Group 40">
            <a:extLst>
              <a:ext uri="{FF2B5EF4-FFF2-40B4-BE49-F238E27FC236}">
                <a16:creationId xmlns:a16="http://schemas.microsoft.com/office/drawing/2014/main" id="{3ACC6C6C-8687-1D8C-D201-9F137CB603E6}"/>
              </a:ext>
            </a:extLst>
          </p:cNvPr>
          <p:cNvGrpSpPr>
            <a:grpSpLocks/>
          </p:cNvGrpSpPr>
          <p:nvPr/>
        </p:nvGrpSpPr>
        <p:grpSpPr bwMode="auto">
          <a:xfrm>
            <a:off x="4714875" y="4770438"/>
            <a:ext cx="4316413" cy="1971675"/>
            <a:chOff x="2883" y="2614"/>
            <a:chExt cx="2719" cy="1242"/>
          </a:xfrm>
        </p:grpSpPr>
        <p:sp>
          <p:nvSpPr>
            <p:cNvPr id="27684" name="Text Box 41">
              <a:extLst>
                <a:ext uri="{FF2B5EF4-FFF2-40B4-BE49-F238E27FC236}">
                  <a16:creationId xmlns:a16="http://schemas.microsoft.com/office/drawing/2014/main" id="{A045A71A-3495-5B86-D4F6-702AE29DA2EC}"/>
                </a:ext>
              </a:extLst>
            </p:cNvPr>
            <p:cNvSpPr txBox="1">
              <a:spLocks noChangeArrowheads="1"/>
            </p:cNvSpPr>
            <p:nvPr/>
          </p:nvSpPr>
          <p:spPr bwMode="auto">
            <a:xfrm>
              <a:off x="4493" y="3067"/>
              <a:ext cx="519" cy="268"/>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zh-CN" altLang="en-US" sz="2000">
                  <a:solidFill>
                    <a:schemeClr val="tx1"/>
                  </a:solidFill>
                  <a:latin typeface="黑体" panose="02010609060101010101" pitchFamily="49" charset="-122"/>
                  <a:ea typeface="黑体" panose="02010609060101010101" pitchFamily="49" charset="-122"/>
                </a:rPr>
                <a:t>其他</a:t>
              </a:r>
            </a:p>
          </p:txBody>
        </p:sp>
        <p:sp>
          <p:nvSpPr>
            <p:cNvPr id="27685" name="AutoShape 42">
              <a:extLst>
                <a:ext uri="{FF2B5EF4-FFF2-40B4-BE49-F238E27FC236}">
                  <a16:creationId xmlns:a16="http://schemas.microsoft.com/office/drawing/2014/main" id="{5B0023A2-7129-437A-FA6D-B1A6B4373D29}"/>
                </a:ext>
              </a:extLst>
            </p:cNvPr>
            <p:cNvSpPr>
              <a:spLocks noChangeArrowheads="1"/>
            </p:cNvSpPr>
            <p:nvPr/>
          </p:nvSpPr>
          <p:spPr bwMode="auto">
            <a:xfrm>
              <a:off x="5131" y="3120"/>
              <a:ext cx="310" cy="34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35 w 21600"/>
                <a:gd name="T25" fmla="*/ 3166 h 21600"/>
                <a:gd name="T26" fmla="*/ 18465 w 21600"/>
                <a:gd name="T27" fmla="*/ 18434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25" y="10800"/>
                  </a:moveTo>
                  <a:cubicBezTo>
                    <a:pt x="2925" y="15149"/>
                    <a:pt x="6451" y="18675"/>
                    <a:pt x="10800" y="18675"/>
                  </a:cubicBezTo>
                  <a:cubicBezTo>
                    <a:pt x="15149" y="18675"/>
                    <a:pt x="18675" y="15149"/>
                    <a:pt x="18675" y="10800"/>
                  </a:cubicBezTo>
                  <a:cubicBezTo>
                    <a:pt x="18675" y="6451"/>
                    <a:pt x="15149" y="2925"/>
                    <a:pt x="10800" y="2925"/>
                  </a:cubicBezTo>
                  <a:cubicBezTo>
                    <a:pt x="6451" y="2925"/>
                    <a:pt x="2925" y="6451"/>
                    <a:pt x="2925" y="10800"/>
                  </a:cubicBezTo>
                  <a:close/>
                </a:path>
              </a:pathLst>
            </a:cu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en-US" altLang="zh-CN" sz="2000">
                  <a:solidFill>
                    <a:schemeClr val="tx1"/>
                  </a:solidFill>
                  <a:latin typeface="黑体" panose="02010609060101010101" pitchFamily="49" charset="-122"/>
                  <a:ea typeface="黑体" panose="02010609060101010101" pitchFamily="49" charset="-122"/>
                </a:rPr>
                <a:t>2</a:t>
              </a:r>
            </a:p>
          </p:txBody>
        </p:sp>
        <p:sp>
          <p:nvSpPr>
            <p:cNvPr id="27686" name="AutoShape 43">
              <a:extLst>
                <a:ext uri="{FF2B5EF4-FFF2-40B4-BE49-F238E27FC236}">
                  <a16:creationId xmlns:a16="http://schemas.microsoft.com/office/drawing/2014/main" id="{7A855FF2-02E0-37D4-5709-EC7D06824ECA}"/>
                </a:ext>
              </a:extLst>
            </p:cNvPr>
            <p:cNvSpPr>
              <a:spLocks noChangeArrowheads="1"/>
            </p:cNvSpPr>
            <p:nvPr/>
          </p:nvSpPr>
          <p:spPr bwMode="auto">
            <a:xfrm>
              <a:off x="2883" y="3120"/>
              <a:ext cx="310" cy="348"/>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en-US" altLang="zh-CN" sz="2000">
                  <a:solidFill>
                    <a:schemeClr val="tx1"/>
                  </a:solidFill>
                  <a:latin typeface="黑体" panose="02010609060101010101" pitchFamily="49" charset="-122"/>
                  <a:ea typeface="黑体" panose="02010609060101010101" pitchFamily="49" charset="-122"/>
                </a:rPr>
                <a:t>0</a:t>
              </a:r>
            </a:p>
          </p:txBody>
        </p:sp>
        <p:sp>
          <p:nvSpPr>
            <p:cNvPr id="27687" name="AutoShape 44">
              <a:extLst>
                <a:ext uri="{FF2B5EF4-FFF2-40B4-BE49-F238E27FC236}">
                  <a16:creationId xmlns:a16="http://schemas.microsoft.com/office/drawing/2014/main" id="{308E0C97-950F-BB2F-0646-15478BFC3BB8}"/>
                </a:ext>
              </a:extLst>
            </p:cNvPr>
            <p:cNvSpPr>
              <a:spLocks noChangeArrowheads="1"/>
            </p:cNvSpPr>
            <p:nvPr/>
          </p:nvSpPr>
          <p:spPr bwMode="auto">
            <a:xfrm>
              <a:off x="4026" y="3120"/>
              <a:ext cx="311" cy="348"/>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en-US" altLang="zh-CN" sz="2000">
                  <a:solidFill>
                    <a:schemeClr val="tx1"/>
                  </a:solidFill>
                  <a:latin typeface="黑体" panose="02010609060101010101" pitchFamily="49" charset="-122"/>
                  <a:ea typeface="黑体" panose="02010609060101010101" pitchFamily="49" charset="-122"/>
                </a:rPr>
                <a:t>1</a:t>
              </a:r>
            </a:p>
          </p:txBody>
        </p:sp>
        <p:sp>
          <p:nvSpPr>
            <p:cNvPr id="27688" name="Line 45">
              <a:extLst>
                <a:ext uri="{FF2B5EF4-FFF2-40B4-BE49-F238E27FC236}">
                  <a16:creationId xmlns:a16="http://schemas.microsoft.com/office/drawing/2014/main" id="{17C6AC73-265D-DEA7-0BC8-6B127C8490C9}"/>
                </a:ext>
              </a:extLst>
            </p:cNvPr>
            <p:cNvSpPr>
              <a:spLocks noChangeShapeType="1"/>
            </p:cNvSpPr>
            <p:nvPr/>
          </p:nvSpPr>
          <p:spPr bwMode="auto">
            <a:xfrm>
              <a:off x="3197" y="3303"/>
              <a:ext cx="828"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7689" name="Line 46">
              <a:extLst>
                <a:ext uri="{FF2B5EF4-FFF2-40B4-BE49-F238E27FC236}">
                  <a16:creationId xmlns:a16="http://schemas.microsoft.com/office/drawing/2014/main" id="{71E5516F-B85C-CFE2-9CF3-35BE3DB49A5A}"/>
                </a:ext>
              </a:extLst>
            </p:cNvPr>
            <p:cNvSpPr>
              <a:spLocks noChangeShapeType="1"/>
            </p:cNvSpPr>
            <p:nvPr/>
          </p:nvSpPr>
          <p:spPr bwMode="auto">
            <a:xfrm>
              <a:off x="4340" y="3303"/>
              <a:ext cx="789"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7690" name="Arc 47">
              <a:extLst>
                <a:ext uri="{FF2B5EF4-FFF2-40B4-BE49-F238E27FC236}">
                  <a16:creationId xmlns:a16="http://schemas.microsoft.com/office/drawing/2014/main" id="{557BFB14-7566-9667-9D71-BE77FF361492}"/>
                </a:ext>
              </a:extLst>
            </p:cNvPr>
            <p:cNvSpPr>
              <a:spLocks/>
            </p:cNvSpPr>
            <p:nvPr/>
          </p:nvSpPr>
          <p:spPr bwMode="auto">
            <a:xfrm rot="5271687" flipH="1" flipV="1">
              <a:off x="4003" y="2858"/>
              <a:ext cx="351" cy="226"/>
            </a:xfrm>
            <a:custGeom>
              <a:avLst/>
              <a:gdLst>
                <a:gd name="T0" fmla="*/ 0 w 42110"/>
                <a:gd name="T1" fmla="*/ 0 h 43200"/>
                <a:gd name="T2" fmla="*/ 0 w 42110"/>
                <a:gd name="T3" fmla="*/ 0 h 43200"/>
                <a:gd name="T4" fmla="*/ 0 w 42110"/>
                <a:gd name="T5" fmla="*/ 0 h 43200"/>
                <a:gd name="T6" fmla="*/ 0 60000 65536"/>
                <a:gd name="T7" fmla="*/ 0 60000 65536"/>
                <a:gd name="T8" fmla="*/ 0 60000 65536"/>
                <a:gd name="T9" fmla="*/ 0 w 42110"/>
                <a:gd name="T10" fmla="*/ 0 h 43200"/>
                <a:gd name="T11" fmla="*/ 42110 w 42110"/>
                <a:gd name="T12" fmla="*/ 43200 h 43200"/>
              </a:gdLst>
              <a:ahLst/>
              <a:cxnLst>
                <a:cxn ang="T6">
                  <a:pos x="T0" y="T1"/>
                </a:cxn>
                <a:cxn ang="T7">
                  <a:pos x="T2" y="T3"/>
                </a:cxn>
                <a:cxn ang="T8">
                  <a:pos x="T4" y="T5"/>
                </a:cxn>
              </a:cxnLst>
              <a:rect l="T9" t="T10" r="T11" b="T12"/>
              <a:pathLst>
                <a:path w="42110" h="43200" fill="none" extrusionOk="0">
                  <a:moveTo>
                    <a:pt x="15140" y="677"/>
                  </a:moveTo>
                  <a:cubicBezTo>
                    <a:pt x="16895" y="227"/>
                    <a:pt x="18698" y="-1"/>
                    <a:pt x="20510" y="0"/>
                  </a:cubicBezTo>
                  <a:cubicBezTo>
                    <a:pt x="32439" y="0"/>
                    <a:pt x="42110" y="9670"/>
                    <a:pt x="42110" y="21600"/>
                  </a:cubicBezTo>
                  <a:cubicBezTo>
                    <a:pt x="42110" y="33529"/>
                    <a:pt x="32439" y="43200"/>
                    <a:pt x="20510" y="43200"/>
                  </a:cubicBezTo>
                  <a:cubicBezTo>
                    <a:pt x="11191" y="43200"/>
                    <a:pt x="2922" y="37223"/>
                    <a:pt x="0" y="28374"/>
                  </a:cubicBezTo>
                </a:path>
                <a:path w="42110" h="43200" stroke="0" extrusionOk="0">
                  <a:moveTo>
                    <a:pt x="15140" y="677"/>
                  </a:moveTo>
                  <a:cubicBezTo>
                    <a:pt x="16895" y="227"/>
                    <a:pt x="18698" y="-1"/>
                    <a:pt x="20510" y="0"/>
                  </a:cubicBezTo>
                  <a:cubicBezTo>
                    <a:pt x="32439" y="0"/>
                    <a:pt x="42110" y="9670"/>
                    <a:pt x="42110" y="21600"/>
                  </a:cubicBezTo>
                  <a:cubicBezTo>
                    <a:pt x="42110" y="33529"/>
                    <a:pt x="32439" y="43200"/>
                    <a:pt x="20510" y="43200"/>
                  </a:cubicBezTo>
                  <a:cubicBezTo>
                    <a:pt x="11191" y="43200"/>
                    <a:pt x="2922" y="37223"/>
                    <a:pt x="0" y="28374"/>
                  </a:cubicBezTo>
                  <a:lnTo>
                    <a:pt x="20510" y="21600"/>
                  </a:lnTo>
                  <a:lnTo>
                    <a:pt x="15140" y="677"/>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27691" name="Line 48">
              <a:extLst>
                <a:ext uri="{FF2B5EF4-FFF2-40B4-BE49-F238E27FC236}">
                  <a16:creationId xmlns:a16="http://schemas.microsoft.com/office/drawing/2014/main" id="{B37DF60E-9630-2551-D510-DD4D2703F7D2}"/>
                </a:ext>
              </a:extLst>
            </p:cNvPr>
            <p:cNvSpPr>
              <a:spLocks noChangeShapeType="1"/>
            </p:cNvSpPr>
            <p:nvPr/>
          </p:nvSpPr>
          <p:spPr bwMode="auto">
            <a:xfrm>
              <a:off x="4065" y="3022"/>
              <a:ext cx="39" cy="143"/>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7692" name="Text Box 49">
              <a:extLst>
                <a:ext uri="{FF2B5EF4-FFF2-40B4-BE49-F238E27FC236}">
                  <a16:creationId xmlns:a16="http://schemas.microsoft.com/office/drawing/2014/main" id="{45789AD8-BEC4-2BAC-4571-D70A21C5F5FB}"/>
                </a:ext>
              </a:extLst>
            </p:cNvPr>
            <p:cNvSpPr txBox="1">
              <a:spLocks noChangeArrowheads="1"/>
            </p:cNvSpPr>
            <p:nvPr/>
          </p:nvSpPr>
          <p:spPr bwMode="auto">
            <a:xfrm>
              <a:off x="3315" y="3067"/>
              <a:ext cx="512" cy="268"/>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zh-CN" altLang="en-US" sz="2000">
                  <a:solidFill>
                    <a:schemeClr val="tx1"/>
                  </a:solidFill>
                  <a:latin typeface="黑体" panose="02010609060101010101" pitchFamily="49" charset="-122"/>
                  <a:ea typeface="黑体" panose="02010609060101010101" pitchFamily="49" charset="-122"/>
                </a:rPr>
                <a:t>数字</a:t>
              </a:r>
            </a:p>
          </p:txBody>
        </p:sp>
        <p:sp>
          <p:nvSpPr>
            <p:cNvPr id="27693" name="Text Box 50">
              <a:extLst>
                <a:ext uri="{FF2B5EF4-FFF2-40B4-BE49-F238E27FC236}">
                  <a16:creationId xmlns:a16="http://schemas.microsoft.com/office/drawing/2014/main" id="{7D8052E8-FF49-8914-7733-1469597F6281}"/>
                </a:ext>
              </a:extLst>
            </p:cNvPr>
            <p:cNvSpPr txBox="1">
              <a:spLocks noChangeArrowheads="1"/>
            </p:cNvSpPr>
            <p:nvPr/>
          </p:nvSpPr>
          <p:spPr bwMode="auto">
            <a:xfrm>
              <a:off x="3651" y="2614"/>
              <a:ext cx="1065" cy="268"/>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zh-CN" altLang="en-US" sz="2000">
                  <a:solidFill>
                    <a:schemeClr val="tx1"/>
                  </a:solidFill>
                  <a:latin typeface="黑体" panose="02010609060101010101" pitchFamily="49" charset="-122"/>
                  <a:ea typeface="黑体" panose="02010609060101010101" pitchFamily="49" charset="-122"/>
                </a:rPr>
                <a:t>数字</a:t>
              </a:r>
            </a:p>
          </p:txBody>
        </p:sp>
        <p:sp>
          <p:nvSpPr>
            <p:cNvPr id="27694" name="Text Box 51">
              <a:extLst>
                <a:ext uri="{FF2B5EF4-FFF2-40B4-BE49-F238E27FC236}">
                  <a16:creationId xmlns:a16="http://schemas.microsoft.com/office/drawing/2014/main" id="{0921BBDB-3600-ADCA-A901-65E5DB09C0C6}"/>
                </a:ext>
              </a:extLst>
            </p:cNvPr>
            <p:cNvSpPr txBox="1">
              <a:spLocks noChangeArrowheads="1"/>
            </p:cNvSpPr>
            <p:nvPr/>
          </p:nvSpPr>
          <p:spPr bwMode="auto">
            <a:xfrm>
              <a:off x="5365" y="3074"/>
              <a:ext cx="237" cy="306"/>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en-US" altLang="zh-CN" sz="2400">
                  <a:solidFill>
                    <a:schemeClr val="tx1"/>
                  </a:solidFill>
                  <a:latin typeface="黑体" panose="02010609060101010101" pitchFamily="49" charset="-122"/>
                  <a:ea typeface="黑体" panose="02010609060101010101" pitchFamily="49" charset="-122"/>
                </a:rPr>
                <a:t>*</a:t>
              </a:r>
            </a:p>
          </p:txBody>
        </p:sp>
        <p:sp>
          <p:nvSpPr>
            <p:cNvPr id="27695" name="Text Box 52">
              <a:extLst>
                <a:ext uri="{FF2B5EF4-FFF2-40B4-BE49-F238E27FC236}">
                  <a16:creationId xmlns:a16="http://schemas.microsoft.com/office/drawing/2014/main" id="{F2F81247-6C89-E751-F439-1B310D7374E5}"/>
                </a:ext>
              </a:extLst>
            </p:cNvPr>
            <p:cNvSpPr txBox="1">
              <a:spLocks noChangeArrowheads="1"/>
            </p:cNvSpPr>
            <p:nvPr/>
          </p:nvSpPr>
          <p:spPr bwMode="auto">
            <a:xfrm>
              <a:off x="3236" y="3588"/>
              <a:ext cx="1853" cy="268"/>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zh-CN" altLang="en-US" sz="2000">
                  <a:solidFill>
                    <a:schemeClr val="tx1"/>
                  </a:solidFill>
                  <a:latin typeface="黑体" panose="02010609060101010101" pitchFamily="49" charset="-122"/>
                  <a:ea typeface="黑体" panose="02010609060101010101" pitchFamily="49" charset="-122"/>
                </a:rPr>
                <a:t>（</a:t>
              </a:r>
              <a:r>
                <a:rPr lang="en-US" altLang="zh-CN" sz="2000">
                  <a:solidFill>
                    <a:schemeClr val="tx1"/>
                  </a:solidFill>
                  <a:latin typeface="黑体" panose="02010609060101010101" pitchFamily="49" charset="-122"/>
                  <a:ea typeface="黑体" panose="02010609060101010101" pitchFamily="49" charset="-122"/>
                </a:rPr>
                <a:t>c</a:t>
              </a:r>
              <a:r>
                <a:rPr lang="zh-CN" altLang="en-US" sz="2000">
                  <a:solidFill>
                    <a:schemeClr val="tx1"/>
                  </a:solidFill>
                  <a:latin typeface="黑体" panose="02010609060101010101" pitchFamily="49" charset="-122"/>
                  <a:ea typeface="黑体" panose="02010609060101010101" pitchFamily="49" charset="-122"/>
                </a:rPr>
                <a:t>）识别整数的转换图</a:t>
              </a:r>
            </a:p>
          </p:txBody>
        </p:sp>
      </p:grpSp>
      <p:sp>
        <p:nvSpPr>
          <p:cNvPr id="681013" name="Line 53">
            <a:extLst>
              <a:ext uri="{FF2B5EF4-FFF2-40B4-BE49-F238E27FC236}">
                <a16:creationId xmlns:a16="http://schemas.microsoft.com/office/drawing/2014/main" id="{E3722744-1CEB-A62B-9CEF-1AE480968011}"/>
              </a:ext>
            </a:extLst>
          </p:cNvPr>
          <p:cNvSpPr>
            <a:spLocks noChangeShapeType="1"/>
          </p:cNvSpPr>
          <p:nvPr/>
        </p:nvSpPr>
        <p:spPr bwMode="auto">
          <a:xfrm flipV="1">
            <a:off x="466725" y="3544888"/>
            <a:ext cx="0" cy="1873250"/>
          </a:xfrm>
          <a:prstGeom prst="line">
            <a:avLst/>
          </a:prstGeom>
          <a:noFill/>
          <a:ln w="28575">
            <a:solidFill>
              <a:schemeClr val="hlink"/>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81014" name="Rectangle 54">
            <a:extLst>
              <a:ext uri="{FF2B5EF4-FFF2-40B4-BE49-F238E27FC236}">
                <a16:creationId xmlns:a16="http://schemas.microsoft.com/office/drawing/2014/main" id="{94427ACD-0E35-74BD-C3AA-1C41B2F9C7C7}"/>
              </a:ext>
            </a:extLst>
          </p:cNvPr>
          <p:cNvSpPr>
            <a:spLocks noChangeArrowheads="1"/>
          </p:cNvSpPr>
          <p:nvPr/>
        </p:nvSpPr>
        <p:spPr bwMode="auto">
          <a:xfrm>
            <a:off x="250825" y="3138488"/>
            <a:ext cx="704850" cy="406400"/>
          </a:xfrm>
          <a:prstGeom prst="rect">
            <a:avLst/>
          </a:prstGeom>
          <a:solidFill>
            <a:srgbClr val="FF9900"/>
          </a:solidFill>
          <a:ln w="9525" algn="ctr">
            <a:solidFill>
              <a:srgbClr val="000000"/>
            </a:solidFill>
            <a:miter lim="800000"/>
            <a:headEnd/>
            <a:tailEnd/>
          </a:ln>
        </p:spPr>
        <p:txBody>
          <a:bodyPr wrap="none"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zh-CN" altLang="en-US" sz="2000">
                <a:solidFill>
                  <a:schemeClr val="tx1"/>
                </a:solidFill>
                <a:latin typeface="黑体" panose="02010609060101010101" pitchFamily="49" charset="-122"/>
                <a:ea typeface="黑体" panose="02010609060101010101" pitchFamily="49" charset="-122"/>
              </a:rPr>
              <a:t>初态</a:t>
            </a:r>
          </a:p>
        </p:txBody>
      </p:sp>
      <p:sp>
        <p:nvSpPr>
          <p:cNvPr id="681015" name="Rectangle 55">
            <a:extLst>
              <a:ext uri="{FF2B5EF4-FFF2-40B4-BE49-F238E27FC236}">
                <a16:creationId xmlns:a16="http://schemas.microsoft.com/office/drawing/2014/main" id="{FC3BA958-5329-E7BA-DA53-89CB9377361E}"/>
              </a:ext>
            </a:extLst>
          </p:cNvPr>
          <p:cNvSpPr>
            <a:spLocks noChangeArrowheads="1"/>
          </p:cNvSpPr>
          <p:nvPr/>
        </p:nvSpPr>
        <p:spPr bwMode="auto">
          <a:xfrm>
            <a:off x="3649663" y="3138488"/>
            <a:ext cx="704850" cy="406400"/>
          </a:xfrm>
          <a:prstGeom prst="rect">
            <a:avLst/>
          </a:prstGeom>
          <a:solidFill>
            <a:srgbClr val="FF9900"/>
          </a:solidFill>
          <a:ln w="9525" algn="ctr">
            <a:solidFill>
              <a:srgbClr val="000000"/>
            </a:solidFill>
            <a:miter lim="800000"/>
            <a:headEnd/>
            <a:tailEnd/>
          </a:ln>
        </p:spPr>
        <p:txBody>
          <a:bodyPr wrap="none"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zh-CN" altLang="en-US" sz="2000">
                <a:solidFill>
                  <a:schemeClr val="tx1"/>
                </a:solidFill>
                <a:latin typeface="黑体" panose="02010609060101010101" pitchFamily="49" charset="-122"/>
                <a:ea typeface="黑体" panose="02010609060101010101" pitchFamily="49" charset="-122"/>
              </a:rPr>
              <a:t>终态</a:t>
            </a:r>
          </a:p>
        </p:txBody>
      </p:sp>
      <p:sp>
        <p:nvSpPr>
          <p:cNvPr id="681016" name="Line 56">
            <a:extLst>
              <a:ext uri="{FF2B5EF4-FFF2-40B4-BE49-F238E27FC236}">
                <a16:creationId xmlns:a16="http://schemas.microsoft.com/office/drawing/2014/main" id="{ABCA6119-3273-F966-3DA4-532B278D083C}"/>
              </a:ext>
            </a:extLst>
          </p:cNvPr>
          <p:cNvSpPr>
            <a:spLocks noChangeShapeType="1"/>
          </p:cNvSpPr>
          <p:nvPr/>
        </p:nvSpPr>
        <p:spPr bwMode="auto">
          <a:xfrm flipV="1">
            <a:off x="3994150" y="3544888"/>
            <a:ext cx="0" cy="1873250"/>
          </a:xfrm>
          <a:prstGeom prst="line">
            <a:avLst/>
          </a:prstGeom>
          <a:noFill/>
          <a:ln w="28575">
            <a:solidFill>
              <a:schemeClr val="hlink"/>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81017" name="Rectangle 57">
            <a:extLst>
              <a:ext uri="{FF2B5EF4-FFF2-40B4-BE49-F238E27FC236}">
                <a16:creationId xmlns:a16="http://schemas.microsoft.com/office/drawing/2014/main" id="{4925A807-6834-C789-9C8D-E9F3C71F99FF}"/>
              </a:ext>
            </a:extLst>
          </p:cNvPr>
          <p:cNvSpPr>
            <a:spLocks noChangeArrowheads="1"/>
          </p:cNvSpPr>
          <p:nvPr/>
        </p:nvSpPr>
        <p:spPr bwMode="auto">
          <a:xfrm>
            <a:off x="538163" y="3770313"/>
            <a:ext cx="2016125" cy="711200"/>
          </a:xfrm>
          <a:prstGeom prst="rect">
            <a:avLst/>
          </a:prstGeom>
          <a:solidFill>
            <a:srgbClr val="FF9900"/>
          </a:solidFill>
          <a:ln w="9525" algn="ctr">
            <a:solidFill>
              <a:srgbClr val="000000"/>
            </a:solidFill>
            <a:miter lim="800000"/>
            <a:headEnd/>
            <a:tailEnd/>
          </a:ln>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2000">
                <a:solidFill>
                  <a:schemeClr val="tx1"/>
                </a:solidFill>
                <a:latin typeface="黑体" panose="02010609060101010101" pitchFamily="49" charset="-122"/>
                <a:ea typeface="黑体" panose="02010609060101010101" pitchFamily="49" charset="-122"/>
              </a:rPr>
              <a:t>从</a:t>
            </a:r>
            <a:r>
              <a:rPr lang="en-US" altLang="zh-CN" sz="2000">
                <a:solidFill>
                  <a:schemeClr val="tx1"/>
                </a:solidFill>
                <a:latin typeface="黑体" panose="02010609060101010101" pitchFamily="49" charset="-122"/>
                <a:ea typeface="黑体" panose="02010609060101010101" pitchFamily="49" charset="-122"/>
              </a:rPr>
              <a:t>0</a:t>
            </a:r>
            <a:r>
              <a:rPr lang="zh-CN" altLang="en-US" sz="2000">
                <a:solidFill>
                  <a:schemeClr val="tx1"/>
                </a:solidFill>
                <a:latin typeface="黑体" panose="02010609060101010101" pitchFamily="49" charset="-122"/>
                <a:ea typeface="黑体" panose="02010609060101010101" pitchFamily="49" charset="-122"/>
              </a:rPr>
              <a:t>状态到</a:t>
            </a:r>
            <a:r>
              <a:rPr lang="en-US" altLang="zh-CN" sz="2000">
                <a:solidFill>
                  <a:schemeClr val="tx1"/>
                </a:solidFill>
                <a:latin typeface="黑体" panose="02010609060101010101" pitchFamily="49" charset="-122"/>
                <a:ea typeface="黑体" panose="02010609060101010101" pitchFamily="49" charset="-122"/>
              </a:rPr>
              <a:t>1</a:t>
            </a:r>
            <a:r>
              <a:rPr lang="zh-CN" altLang="en-US" sz="2000">
                <a:solidFill>
                  <a:schemeClr val="tx1"/>
                </a:solidFill>
                <a:latin typeface="黑体" panose="02010609060101010101" pitchFamily="49" charset="-122"/>
                <a:ea typeface="黑体" panose="02010609060101010101" pitchFamily="49" charset="-122"/>
              </a:rPr>
              <a:t>状态可能出现字母</a:t>
            </a:r>
          </a:p>
        </p:txBody>
      </p:sp>
      <p:sp>
        <p:nvSpPr>
          <p:cNvPr id="681018" name="Line 58">
            <a:extLst>
              <a:ext uri="{FF2B5EF4-FFF2-40B4-BE49-F238E27FC236}">
                <a16:creationId xmlns:a16="http://schemas.microsoft.com/office/drawing/2014/main" id="{F1A2C20F-DF38-8C9D-B83D-C0C4DE6613B9}"/>
              </a:ext>
            </a:extLst>
          </p:cNvPr>
          <p:cNvSpPr>
            <a:spLocks noChangeShapeType="1"/>
          </p:cNvSpPr>
          <p:nvPr/>
        </p:nvSpPr>
        <p:spPr bwMode="auto">
          <a:xfrm flipH="1" flipV="1">
            <a:off x="1401763" y="4481513"/>
            <a:ext cx="0" cy="792162"/>
          </a:xfrm>
          <a:prstGeom prst="line">
            <a:avLst/>
          </a:prstGeom>
          <a:noFill/>
          <a:ln w="28575">
            <a:solidFill>
              <a:schemeClr val="hlink"/>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3" name="Group 59">
            <a:extLst>
              <a:ext uri="{FF2B5EF4-FFF2-40B4-BE49-F238E27FC236}">
                <a16:creationId xmlns:a16="http://schemas.microsoft.com/office/drawing/2014/main" id="{FBEA841B-91BD-217D-9D25-E497984EA8E0}"/>
              </a:ext>
            </a:extLst>
          </p:cNvPr>
          <p:cNvGrpSpPr>
            <a:grpSpLocks/>
          </p:cNvGrpSpPr>
          <p:nvPr/>
        </p:nvGrpSpPr>
        <p:grpSpPr bwMode="auto">
          <a:xfrm>
            <a:off x="5507038" y="1601788"/>
            <a:ext cx="2540000" cy="2819400"/>
            <a:chOff x="3606" y="754"/>
            <a:chExt cx="1600" cy="1776"/>
          </a:xfrm>
        </p:grpSpPr>
        <p:sp>
          <p:nvSpPr>
            <p:cNvPr id="27675" name="Line 60">
              <a:extLst>
                <a:ext uri="{FF2B5EF4-FFF2-40B4-BE49-F238E27FC236}">
                  <a16:creationId xmlns:a16="http://schemas.microsoft.com/office/drawing/2014/main" id="{E96E60C2-CDA1-93C2-AF89-CE8A8A8E72DB}"/>
                </a:ext>
              </a:extLst>
            </p:cNvPr>
            <p:cNvSpPr>
              <a:spLocks noChangeShapeType="1"/>
            </p:cNvSpPr>
            <p:nvPr/>
          </p:nvSpPr>
          <p:spPr bwMode="auto">
            <a:xfrm>
              <a:off x="3967" y="981"/>
              <a:ext cx="908"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7676" name="AutoShape 61">
              <a:extLst>
                <a:ext uri="{FF2B5EF4-FFF2-40B4-BE49-F238E27FC236}">
                  <a16:creationId xmlns:a16="http://schemas.microsoft.com/office/drawing/2014/main" id="{35857E20-61D4-2772-1191-B90BC6B43BB8}"/>
                </a:ext>
              </a:extLst>
            </p:cNvPr>
            <p:cNvSpPr>
              <a:spLocks noChangeArrowheads="1"/>
            </p:cNvSpPr>
            <p:nvPr/>
          </p:nvSpPr>
          <p:spPr bwMode="auto">
            <a:xfrm>
              <a:off x="3606" y="825"/>
              <a:ext cx="358" cy="348"/>
            </a:xfrm>
            <a:prstGeom prst="flowChartConnector">
              <a:avLst/>
            </a:pr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en-US" altLang="zh-CN" sz="2000">
                  <a:solidFill>
                    <a:schemeClr val="tx1"/>
                  </a:solidFill>
                  <a:latin typeface="黑体" panose="02010609060101010101" pitchFamily="49" charset="-122"/>
                  <a:ea typeface="黑体" panose="02010609060101010101" pitchFamily="49" charset="-122"/>
                </a:rPr>
                <a:t>1</a:t>
              </a:r>
            </a:p>
          </p:txBody>
        </p:sp>
        <p:sp>
          <p:nvSpPr>
            <p:cNvPr id="27677" name="Arc 62">
              <a:extLst>
                <a:ext uri="{FF2B5EF4-FFF2-40B4-BE49-F238E27FC236}">
                  <a16:creationId xmlns:a16="http://schemas.microsoft.com/office/drawing/2014/main" id="{ECEBC4ED-3F07-9D3E-4C02-A0AA94055180}"/>
                </a:ext>
              </a:extLst>
            </p:cNvPr>
            <p:cNvSpPr>
              <a:spLocks/>
            </p:cNvSpPr>
            <p:nvPr/>
          </p:nvSpPr>
          <p:spPr bwMode="auto">
            <a:xfrm rot="10605009">
              <a:off x="3782" y="1118"/>
              <a:ext cx="1042" cy="638"/>
            </a:xfrm>
            <a:custGeom>
              <a:avLst/>
              <a:gdLst>
                <a:gd name="T0" fmla="*/ 0 w 21600"/>
                <a:gd name="T1" fmla="*/ 0 h 19209"/>
                <a:gd name="T2" fmla="*/ 0 w 21600"/>
                <a:gd name="T3" fmla="*/ 0 h 19209"/>
                <a:gd name="T4" fmla="*/ 0 w 21600"/>
                <a:gd name="T5" fmla="*/ 0 h 19209"/>
                <a:gd name="T6" fmla="*/ 0 60000 65536"/>
                <a:gd name="T7" fmla="*/ 0 60000 65536"/>
                <a:gd name="T8" fmla="*/ 0 60000 65536"/>
                <a:gd name="T9" fmla="*/ 0 w 21600"/>
                <a:gd name="T10" fmla="*/ 0 h 19209"/>
                <a:gd name="T11" fmla="*/ 21600 w 21600"/>
                <a:gd name="T12" fmla="*/ 19209 h 19209"/>
              </a:gdLst>
              <a:ahLst/>
              <a:cxnLst>
                <a:cxn ang="T6">
                  <a:pos x="T0" y="T1"/>
                </a:cxn>
                <a:cxn ang="T7">
                  <a:pos x="T2" y="T3"/>
                </a:cxn>
                <a:cxn ang="T8">
                  <a:pos x="T4" y="T5"/>
                </a:cxn>
              </a:cxnLst>
              <a:rect l="T9" t="T10" r="T11" b="T12"/>
              <a:pathLst>
                <a:path w="21600" h="19209" fill="none" extrusionOk="0">
                  <a:moveTo>
                    <a:pt x="9878" y="0"/>
                  </a:moveTo>
                  <a:cubicBezTo>
                    <a:pt x="17075" y="3701"/>
                    <a:pt x="21600" y="11115"/>
                    <a:pt x="21600" y="19209"/>
                  </a:cubicBezTo>
                </a:path>
                <a:path w="21600" h="19209" stroke="0" extrusionOk="0">
                  <a:moveTo>
                    <a:pt x="9878" y="0"/>
                  </a:moveTo>
                  <a:cubicBezTo>
                    <a:pt x="17075" y="3701"/>
                    <a:pt x="21600" y="11115"/>
                    <a:pt x="21600" y="19209"/>
                  </a:cubicBezTo>
                  <a:lnTo>
                    <a:pt x="0" y="19209"/>
                  </a:lnTo>
                  <a:lnTo>
                    <a:pt x="9878" y="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27678" name="Line 63">
              <a:extLst>
                <a:ext uri="{FF2B5EF4-FFF2-40B4-BE49-F238E27FC236}">
                  <a16:creationId xmlns:a16="http://schemas.microsoft.com/office/drawing/2014/main" id="{89E36596-91E0-5623-B055-7209E28D36FE}"/>
                </a:ext>
              </a:extLst>
            </p:cNvPr>
            <p:cNvSpPr>
              <a:spLocks noChangeShapeType="1"/>
            </p:cNvSpPr>
            <p:nvPr/>
          </p:nvSpPr>
          <p:spPr bwMode="auto">
            <a:xfrm>
              <a:off x="4374" y="1752"/>
              <a:ext cx="544" cy="4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7679" name="Text Box 64">
              <a:extLst>
                <a:ext uri="{FF2B5EF4-FFF2-40B4-BE49-F238E27FC236}">
                  <a16:creationId xmlns:a16="http://schemas.microsoft.com/office/drawing/2014/main" id="{D111A2CD-6BE5-278B-E8D9-5DDFB4175858}"/>
                </a:ext>
              </a:extLst>
            </p:cNvPr>
            <p:cNvSpPr txBox="1">
              <a:spLocks noChangeArrowheads="1"/>
            </p:cNvSpPr>
            <p:nvPr/>
          </p:nvSpPr>
          <p:spPr bwMode="auto">
            <a:xfrm>
              <a:off x="4283" y="754"/>
              <a:ext cx="318" cy="306"/>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en-US" altLang="zh-CN" sz="2400">
                  <a:solidFill>
                    <a:schemeClr val="tx1"/>
                  </a:solidFill>
                  <a:latin typeface="黑体" panose="02010609060101010101" pitchFamily="49" charset="-122"/>
                  <a:ea typeface="黑体" panose="02010609060101010101" pitchFamily="49" charset="-122"/>
                </a:rPr>
                <a:t>X</a:t>
              </a:r>
            </a:p>
          </p:txBody>
        </p:sp>
        <p:sp>
          <p:nvSpPr>
            <p:cNvPr id="27680" name="Text Box 65">
              <a:extLst>
                <a:ext uri="{FF2B5EF4-FFF2-40B4-BE49-F238E27FC236}">
                  <a16:creationId xmlns:a16="http://schemas.microsoft.com/office/drawing/2014/main" id="{0623BB46-6F4E-046C-AC4C-AFF6C6ED91E3}"/>
                </a:ext>
              </a:extLst>
            </p:cNvPr>
            <p:cNvSpPr txBox="1">
              <a:spLocks noChangeArrowheads="1"/>
            </p:cNvSpPr>
            <p:nvPr/>
          </p:nvSpPr>
          <p:spPr bwMode="auto">
            <a:xfrm>
              <a:off x="4283" y="1480"/>
              <a:ext cx="318" cy="306"/>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en-US" altLang="zh-CN" sz="2400">
                  <a:solidFill>
                    <a:schemeClr val="tx1"/>
                  </a:solidFill>
                  <a:latin typeface="黑体" panose="02010609060101010101" pitchFamily="49" charset="-122"/>
                  <a:ea typeface="黑体" panose="02010609060101010101" pitchFamily="49" charset="-122"/>
                </a:rPr>
                <a:t>Y</a:t>
              </a:r>
            </a:p>
          </p:txBody>
        </p:sp>
        <p:sp>
          <p:nvSpPr>
            <p:cNvPr id="27681" name="Text Box 66">
              <a:extLst>
                <a:ext uri="{FF2B5EF4-FFF2-40B4-BE49-F238E27FC236}">
                  <a16:creationId xmlns:a16="http://schemas.microsoft.com/office/drawing/2014/main" id="{DCD2F107-856D-5FCB-9B1B-0F2837AD8507}"/>
                </a:ext>
              </a:extLst>
            </p:cNvPr>
            <p:cNvSpPr txBox="1">
              <a:spLocks noChangeArrowheads="1"/>
            </p:cNvSpPr>
            <p:nvPr/>
          </p:nvSpPr>
          <p:spPr bwMode="auto">
            <a:xfrm>
              <a:off x="3786" y="2070"/>
              <a:ext cx="1406" cy="460"/>
            </a:xfrm>
            <a:prstGeom prst="rect">
              <a:avLst/>
            </a:prstGeom>
            <a:noFill/>
            <a:ln w="28575" algn="ctr">
              <a:solidFill>
                <a:srgbClr val="007A77">
                  <a:alpha val="0"/>
                </a:srgb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en-US" altLang="zh-CN" sz="2000">
                  <a:solidFill>
                    <a:schemeClr val="tx1"/>
                  </a:solidFill>
                  <a:latin typeface="黑体" panose="02010609060101010101" pitchFamily="49" charset="-122"/>
                  <a:ea typeface="黑体" panose="02010609060101010101" pitchFamily="49" charset="-122"/>
                </a:rPr>
                <a:t>(a)</a:t>
              </a:r>
              <a:r>
                <a:rPr lang="zh-CN" altLang="en-US" sz="2000">
                  <a:solidFill>
                    <a:schemeClr val="tx1"/>
                  </a:solidFill>
                  <a:latin typeface="黑体" panose="02010609060101010101" pitchFamily="49" charset="-122"/>
                  <a:ea typeface="黑体" panose="02010609060101010101" pitchFamily="49" charset="-122"/>
                </a:rPr>
                <a:t>单个符号的转换图示例</a:t>
              </a:r>
            </a:p>
          </p:txBody>
        </p:sp>
        <p:sp>
          <p:nvSpPr>
            <p:cNvPr id="27682" name="AutoShape 67">
              <a:extLst>
                <a:ext uri="{FF2B5EF4-FFF2-40B4-BE49-F238E27FC236}">
                  <a16:creationId xmlns:a16="http://schemas.microsoft.com/office/drawing/2014/main" id="{A2EC764C-1376-5FC4-8272-A3307BD6E9DA}"/>
                </a:ext>
              </a:extLst>
            </p:cNvPr>
            <p:cNvSpPr>
              <a:spLocks noChangeArrowheads="1"/>
            </p:cNvSpPr>
            <p:nvPr/>
          </p:nvSpPr>
          <p:spPr bwMode="auto">
            <a:xfrm>
              <a:off x="4876" y="799"/>
              <a:ext cx="285" cy="34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83 w 21600"/>
                <a:gd name="T25" fmla="*/ 3184 h 21600"/>
                <a:gd name="T26" fmla="*/ 18417 w 21600"/>
                <a:gd name="T27" fmla="*/ 18416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25" y="10800"/>
                  </a:moveTo>
                  <a:cubicBezTo>
                    <a:pt x="2925" y="15149"/>
                    <a:pt x="6451" y="18675"/>
                    <a:pt x="10800" y="18675"/>
                  </a:cubicBezTo>
                  <a:cubicBezTo>
                    <a:pt x="15149" y="18675"/>
                    <a:pt x="18675" y="15149"/>
                    <a:pt x="18675" y="10800"/>
                  </a:cubicBezTo>
                  <a:cubicBezTo>
                    <a:pt x="18675" y="6451"/>
                    <a:pt x="15149" y="2925"/>
                    <a:pt x="10800" y="2925"/>
                  </a:cubicBezTo>
                  <a:cubicBezTo>
                    <a:pt x="6451" y="2925"/>
                    <a:pt x="2925" y="6451"/>
                    <a:pt x="2925" y="10800"/>
                  </a:cubicBezTo>
                  <a:close/>
                </a:path>
              </a:pathLst>
            </a:cu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en-US" altLang="zh-CN" sz="2000">
                  <a:solidFill>
                    <a:schemeClr val="tx1"/>
                  </a:solidFill>
                  <a:latin typeface="黑体" panose="02010609060101010101" pitchFamily="49" charset="-122"/>
                  <a:ea typeface="黑体" panose="02010609060101010101" pitchFamily="49" charset="-122"/>
                </a:rPr>
                <a:t>2</a:t>
              </a:r>
            </a:p>
          </p:txBody>
        </p:sp>
        <p:sp>
          <p:nvSpPr>
            <p:cNvPr id="27683" name="AutoShape 68">
              <a:extLst>
                <a:ext uri="{FF2B5EF4-FFF2-40B4-BE49-F238E27FC236}">
                  <a16:creationId xmlns:a16="http://schemas.microsoft.com/office/drawing/2014/main" id="{A63D0B46-AB16-9E55-4ED3-75131E7E6261}"/>
                </a:ext>
              </a:extLst>
            </p:cNvPr>
            <p:cNvSpPr>
              <a:spLocks noChangeArrowheads="1"/>
            </p:cNvSpPr>
            <p:nvPr/>
          </p:nvSpPr>
          <p:spPr bwMode="auto">
            <a:xfrm>
              <a:off x="4921" y="1616"/>
              <a:ext cx="285" cy="34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83 w 21600"/>
                <a:gd name="T25" fmla="*/ 3184 h 21600"/>
                <a:gd name="T26" fmla="*/ 18417 w 21600"/>
                <a:gd name="T27" fmla="*/ 18416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25" y="10800"/>
                  </a:moveTo>
                  <a:cubicBezTo>
                    <a:pt x="2925" y="15149"/>
                    <a:pt x="6451" y="18675"/>
                    <a:pt x="10800" y="18675"/>
                  </a:cubicBezTo>
                  <a:cubicBezTo>
                    <a:pt x="15149" y="18675"/>
                    <a:pt x="18675" y="15149"/>
                    <a:pt x="18675" y="10800"/>
                  </a:cubicBezTo>
                  <a:cubicBezTo>
                    <a:pt x="18675" y="6451"/>
                    <a:pt x="15149" y="2925"/>
                    <a:pt x="10800" y="2925"/>
                  </a:cubicBezTo>
                  <a:cubicBezTo>
                    <a:pt x="6451" y="2925"/>
                    <a:pt x="2925" y="6451"/>
                    <a:pt x="2925" y="10800"/>
                  </a:cubicBezTo>
                  <a:close/>
                </a:path>
              </a:pathLst>
            </a:custGeom>
            <a:solidFill>
              <a:srgbClr val="FFFFFF">
                <a:alpha val="0"/>
              </a:srgbClr>
            </a:solidFill>
            <a:ln w="28575" algn="ctr">
              <a:solidFill>
                <a:srgbClr val="000000"/>
              </a:solidFill>
              <a:round/>
              <a:headEnd/>
              <a:tailEnd/>
            </a:ln>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en-US" altLang="zh-CN" sz="2000">
                  <a:solidFill>
                    <a:schemeClr val="tx1"/>
                  </a:solidFill>
                  <a:latin typeface="黑体" panose="02010609060101010101" pitchFamily="49" charset="-122"/>
                  <a:ea typeface="黑体" panose="02010609060101010101" pitchFamily="49" charset="-122"/>
                </a:rPr>
                <a:t>3</a:t>
              </a:r>
            </a:p>
          </p:txBody>
        </p:sp>
      </p:grpSp>
      <p:sp>
        <p:nvSpPr>
          <p:cNvPr id="681029" name="Rectangle 69">
            <a:extLst>
              <a:ext uri="{FF2B5EF4-FFF2-40B4-BE49-F238E27FC236}">
                <a16:creationId xmlns:a16="http://schemas.microsoft.com/office/drawing/2014/main" id="{63BC3858-BCE2-6DEC-34A2-9CA7537C78DE}"/>
              </a:ext>
            </a:extLst>
          </p:cNvPr>
          <p:cNvSpPr>
            <a:spLocks noChangeArrowheads="1"/>
          </p:cNvSpPr>
          <p:nvPr/>
        </p:nvSpPr>
        <p:spPr bwMode="auto">
          <a:xfrm>
            <a:off x="4427538" y="3644900"/>
            <a:ext cx="3600450" cy="1016000"/>
          </a:xfrm>
          <a:prstGeom prst="rect">
            <a:avLst/>
          </a:prstGeom>
          <a:solidFill>
            <a:srgbClr val="FF9900"/>
          </a:solidFill>
          <a:ln w="9525" algn="ctr">
            <a:solidFill>
              <a:srgbClr val="000000"/>
            </a:solidFill>
            <a:miter lim="800000"/>
            <a:headEnd/>
            <a:tailEnd/>
          </a:ln>
        </p:spPr>
        <p:txBody>
          <a:bodyPr anchor="ct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2000">
                <a:solidFill>
                  <a:schemeClr val="tx1"/>
                </a:solidFill>
                <a:latin typeface="黑体" panose="02010609060101010101" pitchFamily="49" charset="-122"/>
                <a:ea typeface="黑体" panose="02010609060101010101" pitchFamily="49" charset="-122"/>
              </a:rPr>
              <a:t>意味着多读进了一个不属于标识符部分的字符，应把它退还给输入串</a:t>
            </a:r>
          </a:p>
        </p:txBody>
      </p:sp>
      <p:sp>
        <p:nvSpPr>
          <p:cNvPr id="681030" name="Line 70">
            <a:extLst>
              <a:ext uri="{FF2B5EF4-FFF2-40B4-BE49-F238E27FC236}">
                <a16:creationId xmlns:a16="http://schemas.microsoft.com/office/drawing/2014/main" id="{3879A35F-354E-1DD0-4B5F-C55FA700898B}"/>
              </a:ext>
            </a:extLst>
          </p:cNvPr>
          <p:cNvSpPr>
            <a:spLocks noChangeShapeType="1"/>
          </p:cNvSpPr>
          <p:nvPr/>
        </p:nvSpPr>
        <p:spPr bwMode="auto">
          <a:xfrm flipV="1">
            <a:off x="4427538" y="4652963"/>
            <a:ext cx="0" cy="793750"/>
          </a:xfrm>
          <a:prstGeom prst="line">
            <a:avLst/>
          </a:prstGeom>
          <a:noFill/>
          <a:ln w="28575">
            <a:solidFill>
              <a:schemeClr val="hlink"/>
            </a:solidFill>
            <a:prstDash val="lgDashDotDot"/>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7674" name="灯片编号占位符 46">
            <a:extLst>
              <a:ext uri="{FF2B5EF4-FFF2-40B4-BE49-F238E27FC236}">
                <a16:creationId xmlns:a16="http://schemas.microsoft.com/office/drawing/2014/main" id="{1032FC7D-FD30-A5AA-EACD-D5C04201F3C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104752BF-D8FE-A244-8447-E75BA1BBDA0E}"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19</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680988"/>
                                        </p:tgtEl>
                                        <p:attrNameLst>
                                          <p:attrName>style.visibility</p:attrName>
                                        </p:attrNameLst>
                                      </p:cBhvr>
                                      <p:to>
                                        <p:strVal val="visible"/>
                                      </p:to>
                                    </p:set>
                                    <p:animEffect transition="in" filter="fade">
                                      <p:cBhvr>
                                        <p:cTn id="12" dur="500"/>
                                        <p:tgtEl>
                                          <p:spTgt spid="680988"/>
                                        </p:tgtEl>
                                      </p:cBhvr>
                                    </p:animEffect>
                                  </p:childTnLst>
                                </p:cTn>
                              </p:par>
                              <p:par>
                                <p:cTn id="13" presetID="10" presetClass="entr" presetSubtype="0" fill="hold" nodeType="withEffect">
                                  <p:stCondLst>
                                    <p:cond delay="0"/>
                                  </p:stCondLst>
                                  <p:childTnLst>
                                    <p:set>
                                      <p:cBhvr>
                                        <p:cTn id="14" dur="1" fill="hold">
                                          <p:stCondLst>
                                            <p:cond delay="0"/>
                                          </p:stCondLst>
                                        </p:cTn>
                                        <p:tgtEl>
                                          <p:spTgt spid="680989"/>
                                        </p:tgtEl>
                                        <p:attrNameLst>
                                          <p:attrName>style.visibility</p:attrName>
                                        </p:attrNameLst>
                                      </p:cBhvr>
                                      <p:to>
                                        <p:strVal val="visible"/>
                                      </p:to>
                                    </p:set>
                                    <p:animEffect transition="in" filter="fade">
                                      <p:cBhvr>
                                        <p:cTn id="15" dur="500"/>
                                        <p:tgtEl>
                                          <p:spTgt spid="680989"/>
                                        </p:tgtEl>
                                      </p:cBhvr>
                                    </p:animEffect>
                                  </p:childTnLst>
                                </p:cTn>
                              </p:par>
                              <p:par>
                                <p:cTn id="16" presetID="10" presetClass="entr" presetSubtype="0" fill="hold" nodeType="withEffect">
                                  <p:stCondLst>
                                    <p:cond delay="0"/>
                                  </p:stCondLst>
                                  <p:childTnLst>
                                    <p:set>
                                      <p:cBhvr>
                                        <p:cTn id="17" dur="1" fill="hold">
                                          <p:stCondLst>
                                            <p:cond delay="0"/>
                                          </p:stCondLst>
                                        </p:cTn>
                                        <p:tgtEl>
                                          <p:spTgt spid="680990"/>
                                        </p:tgtEl>
                                        <p:attrNameLst>
                                          <p:attrName>style.visibility</p:attrName>
                                        </p:attrNameLst>
                                      </p:cBhvr>
                                      <p:to>
                                        <p:strVal val="visible"/>
                                      </p:to>
                                    </p:set>
                                    <p:animEffect transition="in" filter="fade">
                                      <p:cBhvr>
                                        <p:cTn id="18" dur="500"/>
                                        <p:tgtEl>
                                          <p:spTgt spid="680990"/>
                                        </p:tgtEl>
                                      </p:cBhvr>
                                    </p:animEffect>
                                  </p:childTnLst>
                                </p:cTn>
                              </p:par>
                              <p:par>
                                <p:cTn id="19" presetID="10" presetClass="entr" presetSubtype="0" fill="hold" nodeType="withEffect">
                                  <p:stCondLst>
                                    <p:cond delay="0"/>
                                  </p:stCondLst>
                                  <p:childTnLst>
                                    <p:set>
                                      <p:cBhvr>
                                        <p:cTn id="20" dur="1" fill="hold">
                                          <p:stCondLst>
                                            <p:cond delay="0"/>
                                          </p:stCondLst>
                                        </p:cTn>
                                        <p:tgtEl>
                                          <p:spTgt spid="680991"/>
                                        </p:tgtEl>
                                        <p:attrNameLst>
                                          <p:attrName>style.visibility</p:attrName>
                                        </p:attrNameLst>
                                      </p:cBhvr>
                                      <p:to>
                                        <p:strVal val="visible"/>
                                      </p:to>
                                    </p:set>
                                    <p:animEffect transition="in" filter="fade">
                                      <p:cBhvr>
                                        <p:cTn id="21" dur="500"/>
                                        <p:tgtEl>
                                          <p:spTgt spid="680991"/>
                                        </p:tgtEl>
                                      </p:cBhvr>
                                    </p:animEffect>
                                  </p:childTnLst>
                                </p:cTn>
                              </p:par>
                              <p:par>
                                <p:cTn id="22" presetID="10" presetClass="entr" presetSubtype="0" fill="hold" nodeType="withEffect">
                                  <p:stCondLst>
                                    <p:cond delay="0"/>
                                  </p:stCondLst>
                                  <p:childTnLst>
                                    <p:set>
                                      <p:cBhvr>
                                        <p:cTn id="23" dur="1" fill="hold">
                                          <p:stCondLst>
                                            <p:cond delay="0"/>
                                          </p:stCondLst>
                                        </p:cTn>
                                        <p:tgtEl>
                                          <p:spTgt spid="680992"/>
                                        </p:tgtEl>
                                        <p:attrNameLst>
                                          <p:attrName>style.visibility</p:attrName>
                                        </p:attrNameLst>
                                      </p:cBhvr>
                                      <p:to>
                                        <p:strVal val="visible"/>
                                      </p:to>
                                    </p:set>
                                    <p:animEffect transition="in" filter="fade">
                                      <p:cBhvr>
                                        <p:cTn id="24" dur="500"/>
                                        <p:tgtEl>
                                          <p:spTgt spid="680992"/>
                                        </p:tgtEl>
                                      </p:cBhvr>
                                    </p:animEffect>
                                  </p:childTnLst>
                                </p:cTn>
                              </p:par>
                              <p:par>
                                <p:cTn id="25" presetID="10" presetClass="entr" presetSubtype="0" fill="hold" nodeType="withEffect">
                                  <p:stCondLst>
                                    <p:cond delay="0"/>
                                  </p:stCondLst>
                                  <p:childTnLst>
                                    <p:set>
                                      <p:cBhvr>
                                        <p:cTn id="26" dur="1" fill="hold">
                                          <p:stCondLst>
                                            <p:cond delay="0"/>
                                          </p:stCondLst>
                                        </p:cTn>
                                        <p:tgtEl>
                                          <p:spTgt spid="680993"/>
                                        </p:tgtEl>
                                        <p:attrNameLst>
                                          <p:attrName>style.visibility</p:attrName>
                                        </p:attrNameLst>
                                      </p:cBhvr>
                                      <p:to>
                                        <p:strVal val="visible"/>
                                      </p:to>
                                    </p:set>
                                    <p:animEffect transition="in" filter="fade">
                                      <p:cBhvr>
                                        <p:cTn id="27" dur="500"/>
                                        <p:tgtEl>
                                          <p:spTgt spid="680993"/>
                                        </p:tgtEl>
                                      </p:cBhvr>
                                    </p:animEffect>
                                  </p:childTnLst>
                                </p:cTn>
                              </p:par>
                              <p:par>
                                <p:cTn id="28" presetID="10" presetClass="entr" presetSubtype="0" fill="hold" nodeType="withEffect">
                                  <p:stCondLst>
                                    <p:cond delay="0"/>
                                  </p:stCondLst>
                                  <p:childTnLst>
                                    <p:set>
                                      <p:cBhvr>
                                        <p:cTn id="29" dur="1" fill="hold">
                                          <p:stCondLst>
                                            <p:cond delay="0"/>
                                          </p:stCondLst>
                                        </p:cTn>
                                        <p:tgtEl>
                                          <p:spTgt spid="680994"/>
                                        </p:tgtEl>
                                        <p:attrNameLst>
                                          <p:attrName>style.visibility</p:attrName>
                                        </p:attrNameLst>
                                      </p:cBhvr>
                                      <p:to>
                                        <p:strVal val="visible"/>
                                      </p:to>
                                    </p:set>
                                    <p:animEffect transition="in" filter="fade">
                                      <p:cBhvr>
                                        <p:cTn id="30" dur="500"/>
                                        <p:tgtEl>
                                          <p:spTgt spid="680994"/>
                                        </p:tgtEl>
                                      </p:cBhvr>
                                    </p:animEffect>
                                  </p:childTnLst>
                                </p:cTn>
                              </p:par>
                              <p:par>
                                <p:cTn id="31" presetID="10" presetClass="entr" presetSubtype="0" fill="hold" nodeType="withEffect">
                                  <p:stCondLst>
                                    <p:cond delay="0"/>
                                  </p:stCondLst>
                                  <p:childTnLst>
                                    <p:set>
                                      <p:cBhvr>
                                        <p:cTn id="32" dur="1" fill="hold">
                                          <p:stCondLst>
                                            <p:cond delay="0"/>
                                          </p:stCondLst>
                                        </p:cTn>
                                        <p:tgtEl>
                                          <p:spTgt spid="680995"/>
                                        </p:tgtEl>
                                        <p:attrNameLst>
                                          <p:attrName>style.visibility</p:attrName>
                                        </p:attrNameLst>
                                      </p:cBhvr>
                                      <p:to>
                                        <p:strVal val="visible"/>
                                      </p:to>
                                    </p:set>
                                    <p:animEffect transition="in" filter="fade">
                                      <p:cBhvr>
                                        <p:cTn id="33" dur="500"/>
                                        <p:tgtEl>
                                          <p:spTgt spid="680995"/>
                                        </p:tgtEl>
                                      </p:cBhvr>
                                    </p:animEffect>
                                  </p:childTnLst>
                                </p:cTn>
                              </p:par>
                              <p:par>
                                <p:cTn id="34" presetID="10" presetClass="entr" presetSubtype="0" fill="hold" nodeType="withEffect">
                                  <p:stCondLst>
                                    <p:cond delay="0"/>
                                  </p:stCondLst>
                                  <p:childTnLst>
                                    <p:set>
                                      <p:cBhvr>
                                        <p:cTn id="35" dur="1" fill="hold">
                                          <p:stCondLst>
                                            <p:cond delay="0"/>
                                          </p:stCondLst>
                                        </p:cTn>
                                        <p:tgtEl>
                                          <p:spTgt spid="680996"/>
                                        </p:tgtEl>
                                        <p:attrNameLst>
                                          <p:attrName>style.visibility</p:attrName>
                                        </p:attrNameLst>
                                      </p:cBhvr>
                                      <p:to>
                                        <p:strVal val="visible"/>
                                      </p:to>
                                    </p:set>
                                    <p:animEffect transition="in" filter="fade">
                                      <p:cBhvr>
                                        <p:cTn id="36" dur="500"/>
                                        <p:tgtEl>
                                          <p:spTgt spid="680996"/>
                                        </p:tgtEl>
                                      </p:cBhvr>
                                    </p:animEffect>
                                  </p:childTnLst>
                                </p:cTn>
                              </p:par>
                              <p:par>
                                <p:cTn id="37" presetID="10" presetClass="entr" presetSubtype="0" fill="hold" nodeType="withEffect">
                                  <p:stCondLst>
                                    <p:cond delay="0"/>
                                  </p:stCondLst>
                                  <p:childTnLst>
                                    <p:set>
                                      <p:cBhvr>
                                        <p:cTn id="38" dur="1" fill="hold">
                                          <p:stCondLst>
                                            <p:cond delay="0"/>
                                          </p:stCondLst>
                                        </p:cTn>
                                        <p:tgtEl>
                                          <p:spTgt spid="680997"/>
                                        </p:tgtEl>
                                        <p:attrNameLst>
                                          <p:attrName>style.visibility</p:attrName>
                                        </p:attrNameLst>
                                      </p:cBhvr>
                                      <p:to>
                                        <p:strVal val="visible"/>
                                      </p:to>
                                    </p:set>
                                    <p:animEffect transition="in" filter="fade">
                                      <p:cBhvr>
                                        <p:cTn id="39" dur="500"/>
                                        <p:tgtEl>
                                          <p:spTgt spid="680997"/>
                                        </p:tgtEl>
                                      </p:cBhvr>
                                    </p:animEffect>
                                  </p:childTnLst>
                                </p:cTn>
                              </p:par>
                              <p:par>
                                <p:cTn id="40" presetID="10" presetClass="entr" presetSubtype="0" fill="hold" nodeType="withEffect">
                                  <p:stCondLst>
                                    <p:cond delay="0"/>
                                  </p:stCondLst>
                                  <p:childTnLst>
                                    <p:set>
                                      <p:cBhvr>
                                        <p:cTn id="41" dur="1" fill="hold">
                                          <p:stCondLst>
                                            <p:cond delay="0"/>
                                          </p:stCondLst>
                                        </p:cTn>
                                        <p:tgtEl>
                                          <p:spTgt spid="680998"/>
                                        </p:tgtEl>
                                        <p:attrNameLst>
                                          <p:attrName>style.visibility</p:attrName>
                                        </p:attrNameLst>
                                      </p:cBhvr>
                                      <p:to>
                                        <p:strVal val="visible"/>
                                      </p:to>
                                    </p:set>
                                    <p:animEffect transition="in" filter="fade">
                                      <p:cBhvr>
                                        <p:cTn id="42" dur="500"/>
                                        <p:tgtEl>
                                          <p:spTgt spid="680998"/>
                                        </p:tgtEl>
                                      </p:cBhvr>
                                    </p:animEffect>
                                  </p:childTnLst>
                                </p:cTn>
                              </p:par>
                              <p:par>
                                <p:cTn id="43" presetID="10" presetClass="entr" presetSubtype="0" fill="hold" nodeType="withEffect">
                                  <p:stCondLst>
                                    <p:cond delay="0"/>
                                  </p:stCondLst>
                                  <p:childTnLst>
                                    <p:set>
                                      <p:cBhvr>
                                        <p:cTn id="44" dur="1" fill="hold">
                                          <p:stCondLst>
                                            <p:cond delay="0"/>
                                          </p:stCondLst>
                                        </p:cTn>
                                        <p:tgtEl>
                                          <p:spTgt spid="680999"/>
                                        </p:tgtEl>
                                        <p:attrNameLst>
                                          <p:attrName>style.visibility</p:attrName>
                                        </p:attrNameLst>
                                      </p:cBhvr>
                                      <p:to>
                                        <p:strVal val="visible"/>
                                      </p:to>
                                    </p:set>
                                    <p:animEffect transition="in" filter="fade">
                                      <p:cBhvr>
                                        <p:cTn id="45" dur="500"/>
                                        <p:tgtEl>
                                          <p:spTgt spid="68099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7" presetClass="emph" presetSubtype="2" fill="hold" nodeType="clickEffect">
                                  <p:stCondLst>
                                    <p:cond delay="0"/>
                                  </p:stCondLst>
                                  <p:childTnLst>
                                    <p:animClr clrSpc="rgb" dir="cw">
                                      <p:cBhvr>
                                        <p:cTn id="49" dur="500" fill="hold"/>
                                        <p:tgtEl>
                                          <p:spTgt spid="680989"/>
                                        </p:tgtEl>
                                        <p:attrNameLst>
                                          <p:attrName>stroke.color</p:attrName>
                                        </p:attrNameLst>
                                      </p:cBhvr>
                                      <p:to>
                                        <a:schemeClr val="hlink"/>
                                      </p:to>
                                    </p:animClr>
                                    <p:set>
                                      <p:cBhvr>
                                        <p:cTn id="50" dur="500" fill="hold"/>
                                        <p:tgtEl>
                                          <p:spTgt spid="680989"/>
                                        </p:tgtEl>
                                        <p:attrNameLst>
                                          <p:attrName>stroke.on</p:attrName>
                                        </p:attrNameLst>
                                      </p:cBhvr>
                                      <p:to>
                                        <p:strVal val="true"/>
                                      </p:to>
                                    </p:set>
                                  </p:childTnLst>
                                </p:cTn>
                              </p:par>
                            </p:childTnLst>
                          </p:cTn>
                        </p:par>
                        <p:par>
                          <p:cTn id="51" fill="hold" nodeType="afterGroup">
                            <p:stCondLst>
                              <p:cond delay="500"/>
                            </p:stCondLst>
                            <p:childTnLst>
                              <p:par>
                                <p:cTn id="52" presetID="10" presetClass="entr" presetSubtype="0" fill="hold" nodeType="afterEffect">
                                  <p:stCondLst>
                                    <p:cond delay="0"/>
                                  </p:stCondLst>
                                  <p:childTnLst>
                                    <p:set>
                                      <p:cBhvr>
                                        <p:cTn id="53" dur="1" fill="hold">
                                          <p:stCondLst>
                                            <p:cond delay="0"/>
                                          </p:stCondLst>
                                        </p:cTn>
                                        <p:tgtEl>
                                          <p:spTgt spid="681013"/>
                                        </p:tgtEl>
                                        <p:attrNameLst>
                                          <p:attrName>style.visibility</p:attrName>
                                        </p:attrNameLst>
                                      </p:cBhvr>
                                      <p:to>
                                        <p:strVal val="visible"/>
                                      </p:to>
                                    </p:set>
                                    <p:animEffect transition="in" filter="fade">
                                      <p:cBhvr>
                                        <p:cTn id="54" dur="500"/>
                                        <p:tgtEl>
                                          <p:spTgt spid="681013"/>
                                        </p:tgtEl>
                                      </p:cBhvr>
                                    </p:animEffect>
                                  </p:childTnLst>
                                </p:cTn>
                              </p:par>
                              <p:par>
                                <p:cTn id="55" presetID="10" presetClass="entr" presetSubtype="0" fill="hold" nodeType="withEffect">
                                  <p:stCondLst>
                                    <p:cond delay="0"/>
                                  </p:stCondLst>
                                  <p:childTnLst>
                                    <p:set>
                                      <p:cBhvr>
                                        <p:cTn id="56" dur="1" fill="hold">
                                          <p:stCondLst>
                                            <p:cond delay="0"/>
                                          </p:stCondLst>
                                        </p:cTn>
                                        <p:tgtEl>
                                          <p:spTgt spid="681014"/>
                                        </p:tgtEl>
                                        <p:attrNameLst>
                                          <p:attrName>style.visibility</p:attrName>
                                        </p:attrNameLst>
                                      </p:cBhvr>
                                      <p:to>
                                        <p:strVal val="visible"/>
                                      </p:to>
                                    </p:set>
                                    <p:animEffect transition="in" filter="fade">
                                      <p:cBhvr>
                                        <p:cTn id="57" dur="500"/>
                                        <p:tgtEl>
                                          <p:spTgt spid="68101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7" presetClass="emph" presetSubtype="2" fill="hold" nodeType="clickEffect">
                                  <p:stCondLst>
                                    <p:cond delay="0"/>
                                  </p:stCondLst>
                                  <p:childTnLst>
                                    <p:animClr clrSpc="rgb" dir="cw">
                                      <p:cBhvr>
                                        <p:cTn id="61" dur="500" fill="hold"/>
                                        <p:tgtEl>
                                          <p:spTgt spid="680995"/>
                                        </p:tgtEl>
                                        <p:attrNameLst>
                                          <p:attrName>stroke.color</p:attrName>
                                        </p:attrNameLst>
                                      </p:cBhvr>
                                      <p:to>
                                        <a:schemeClr val="hlink"/>
                                      </p:to>
                                    </p:animClr>
                                    <p:set>
                                      <p:cBhvr>
                                        <p:cTn id="62" dur="500" fill="hold"/>
                                        <p:tgtEl>
                                          <p:spTgt spid="680995"/>
                                        </p:tgtEl>
                                        <p:attrNameLst>
                                          <p:attrName>stroke.on</p:attrName>
                                        </p:attrNameLst>
                                      </p:cBhvr>
                                      <p:to>
                                        <p:strVal val="true"/>
                                      </p:to>
                                    </p:set>
                                  </p:childTnLst>
                                </p:cTn>
                              </p:par>
                            </p:childTnLst>
                          </p:cTn>
                        </p:par>
                        <p:par>
                          <p:cTn id="63" fill="hold" nodeType="afterGroup">
                            <p:stCondLst>
                              <p:cond delay="500"/>
                            </p:stCondLst>
                            <p:childTnLst>
                              <p:par>
                                <p:cTn id="64" presetID="10" presetClass="entr" presetSubtype="0" fill="hold" nodeType="afterEffect">
                                  <p:stCondLst>
                                    <p:cond delay="0"/>
                                  </p:stCondLst>
                                  <p:childTnLst>
                                    <p:set>
                                      <p:cBhvr>
                                        <p:cTn id="65" dur="1" fill="hold">
                                          <p:stCondLst>
                                            <p:cond delay="0"/>
                                          </p:stCondLst>
                                        </p:cTn>
                                        <p:tgtEl>
                                          <p:spTgt spid="681018"/>
                                        </p:tgtEl>
                                        <p:attrNameLst>
                                          <p:attrName>style.visibility</p:attrName>
                                        </p:attrNameLst>
                                      </p:cBhvr>
                                      <p:to>
                                        <p:strVal val="visible"/>
                                      </p:to>
                                    </p:set>
                                    <p:animEffect transition="in" filter="fade">
                                      <p:cBhvr>
                                        <p:cTn id="66" dur="500"/>
                                        <p:tgtEl>
                                          <p:spTgt spid="681018"/>
                                        </p:tgtEl>
                                      </p:cBhvr>
                                    </p:animEffect>
                                  </p:childTnLst>
                                </p:cTn>
                              </p:par>
                              <p:par>
                                <p:cTn id="67" presetID="10" presetClass="entr" presetSubtype="0" fill="hold" nodeType="withEffect">
                                  <p:stCondLst>
                                    <p:cond delay="0"/>
                                  </p:stCondLst>
                                  <p:childTnLst>
                                    <p:set>
                                      <p:cBhvr>
                                        <p:cTn id="68" dur="1" fill="hold">
                                          <p:stCondLst>
                                            <p:cond delay="0"/>
                                          </p:stCondLst>
                                        </p:cTn>
                                        <p:tgtEl>
                                          <p:spTgt spid="681017"/>
                                        </p:tgtEl>
                                        <p:attrNameLst>
                                          <p:attrName>style.visibility</p:attrName>
                                        </p:attrNameLst>
                                      </p:cBhvr>
                                      <p:to>
                                        <p:strVal val="visible"/>
                                      </p:to>
                                    </p:set>
                                    <p:animEffect transition="in" filter="fade">
                                      <p:cBhvr>
                                        <p:cTn id="69" dur="500"/>
                                        <p:tgtEl>
                                          <p:spTgt spid="681017"/>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7" presetClass="emph" presetSubtype="2" fill="hold" nodeType="clickEffect">
                                  <p:stCondLst>
                                    <p:cond delay="0"/>
                                  </p:stCondLst>
                                  <p:childTnLst>
                                    <p:animClr clrSpc="rgb" dir="cw">
                                      <p:cBhvr>
                                        <p:cTn id="73" dur="500" fill="hold"/>
                                        <p:tgtEl>
                                          <p:spTgt spid="680988"/>
                                        </p:tgtEl>
                                        <p:attrNameLst>
                                          <p:attrName>stroke.color</p:attrName>
                                        </p:attrNameLst>
                                      </p:cBhvr>
                                      <p:to>
                                        <a:schemeClr val="hlink"/>
                                      </p:to>
                                    </p:animClr>
                                    <p:set>
                                      <p:cBhvr>
                                        <p:cTn id="74" dur="500" fill="hold"/>
                                        <p:tgtEl>
                                          <p:spTgt spid="680988"/>
                                        </p:tgtEl>
                                        <p:attrNameLst>
                                          <p:attrName>stroke.on</p:attrName>
                                        </p:attrNameLst>
                                      </p:cBhvr>
                                      <p:to>
                                        <p:strVal val="true"/>
                                      </p:to>
                                    </p:set>
                                  </p:childTnLst>
                                </p:cTn>
                              </p:par>
                            </p:childTnLst>
                          </p:cTn>
                        </p:par>
                        <p:par>
                          <p:cTn id="75" fill="hold" nodeType="afterGroup">
                            <p:stCondLst>
                              <p:cond delay="500"/>
                            </p:stCondLst>
                            <p:childTnLst>
                              <p:par>
                                <p:cTn id="76" presetID="10" presetClass="entr" presetSubtype="0" fill="hold" nodeType="afterEffect">
                                  <p:stCondLst>
                                    <p:cond delay="0"/>
                                  </p:stCondLst>
                                  <p:childTnLst>
                                    <p:set>
                                      <p:cBhvr>
                                        <p:cTn id="77" dur="1" fill="hold">
                                          <p:stCondLst>
                                            <p:cond delay="0"/>
                                          </p:stCondLst>
                                        </p:cTn>
                                        <p:tgtEl>
                                          <p:spTgt spid="681016"/>
                                        </p:tgtEl>
                                        <p:attrNameLst>
                                          <p:attrName>style.visibility</p:attrName>
                                        </p:attrNameLst>
                                      </p:cBhvr>
                                      <p:to>
                                        <p:strVal val="visible"/>
                                      </p:to>
                                    </p:set>
                                    <p:animEffect transition="in" filter="fade">
                                      <p:cBhvr>
                                        <p:cTn id="78" dur="500"/>
                                        <p:tgtEl>
                                          <p:spTgt spid="681016"/>
                                        </p:tgtEl>
                                      </p:cBhvr>
                                    </p:animEffect>
                                  </p:childTnLst>
                                </p:cTn>
                              </p:par>
                              <p:par>
                                <p:cTn id="79" presetID="10" presetClass="entr" presetSubtype="0" fill="hold" nodeType="withEffect">
                                  <p:stCondLst>
                                    <p:cond delay="0"/>
                                  </p:stCondLst>
                                  <p:childTnLst>
                                    <p:set>
                                      <p:cBhvr>
                                        <p:cTn id="80" dur="1" fill="hold">
                                          <p:stCondLst>
                                            <p:cond delay="0"/>
                                          </p:stCondLst>
                                        </p:cTn>
                                        <p:tgtEl>
                                          <p:spTgt spid="681015"/>
                                        </p:tgtEl>
                                        <p:attrNameLst>
                                          <p:attrName>style.visibility</p:attrName>
                                        </p:attrNameLst>
                                      </p:cBhvr>
                                      <p:to>
                                        <p:strVal val="visible"/>
                                      </p:to>
                                    </p:set>
                                    <p:animEffect transition="in" filter="fade">
                                      <p:cBhvr>
                                        <p:cTn id="81" dur="500"/>
                                        <p:tgtEl>
                                          <p:spTgt spid="681015"/>
                                        </p:tgtEl>
                                      </p:cBhvr>
                                    </p:animEffect>
                                  </p:childTnLst>
                                </p:cTn>
                              </p:par>
                            </p:childTnLst>
                          </p:cTn>
                        </p:par>
                        <p:par>
                          <p:cTn id="82" fill="hold" nodeType="afterGroup">
                            <p:stCondLst>
                              <p:cond delay="1000"/>
                            </p:stCondLst>
                            <p:childTnLst>
                              <p:par>
                                <p:cTn id="83" presetID="10" presetClass="entr" presetSubtype="0" fill="hold" nodeType="afterEffect">
                                  <p:stCondLst>
                                    <p:cond delay="0"/>
                                  </p:stCondLst>
                                  <p:childTnLst>
                                    <p:set>
                                      <p:cBhvr>
                                        <p:cTn id="84" dur="1" fill="hold">
                                          <p:stCondLst>
                                            <p:cond delay="0"/>
                                          </p:stCondLst>
                                        </p:cTn>
                                        <p:tgtEl>
                                          <p:spTgt spid="681030"/>
                                        </p:tgtEl>
                                        <p:attrNameLst>
                                          <p:attrName>style.visibility</p:attrName>
                                        </p:attrNameLst>
                                      </p:cBhvr>
                                      <p:to>
                                        <p:strVal val="visible"/>
                                      </p:to>
                                    </p:set>
                                    <p:animEffect transition="in" filter="fade">
                                      <p:cBhvr>
                                        <p:cTn id="85" dur="500"/>
                                        <p:tgtEl>
                                          <p:spTgt spid="681030"/>
                                        </p:tgtEl>
                                      </p:cBhvr>
                                    </p:animEffect>
                                  </p:childTnLst>
                                </p:cTn>
                              </p:par>
                              <p:par>
                                <p:cTn id="86" presetID="10" presetClass="entr" presetSubtype="0" fill="hold" nodeType="withEffect">
                                  <p:stCondLst>
                                    <p:cond delay="0"/>
                                  </p:stCondLst>
                                  <p:childTnLst>
                                    <p:set>
                                      <p:cBhvr>
                                        <p:cTn id="87" dur="1" fill="hold">
                                          <p:stCondLst>
                                            <p:cond delay="0"/>
                                          </p:stCondLst>
                                        </p:cTn>
                                        <p:tgtEl>
                                          <p:spTgt spid="681029"/>
                                        </p:tgtEl>
                                        <p:attrNameLst>
                                          <p:attrName>style.visibility</p:attrName>
                                        </p:attrNameLst>
                                      </p:cBhvr>
                                      <p:to>
                                        <p:strVal val="visible"/>
                                      </p:to>
                                    </p:set>
                                    <p:animEffect transition="in" filter="fade">
                                      <p:cBhvr>
                                        <p:cTn id="88" dur="500"/>
                                        <p:tgtEl>
                                          <p:spTgt spid="681029"/>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3" presetClass="entr" presetSubtype="10" fill="hold" nodeType="clickEffect">
                                  <p:stCondLst>
                                    <p:cond delay="0"/>
                                  </p:stCondLst>
                                  <p:childTnLst>
                                    <p:set>
                                      <p:cBhvr>
                                        <p:cTn id="92" dur="1" fill="hold">
                                          <p:stCondLst>
                                            <p:cond delay="0"/>
                                          </p:stCondLst>
                                        </p:cTn>
                                        <p:tgtEl>
                                          <p:spTgt spid="2"/>
                                        </p:tgtEl>
                                        <p:attrNameLst>
                                          <p:attrName>style.visibility</p:attrName>
                                        </p:attrNameLst>
                                      </p:cBhvr>
                                      <p:to>
                                        <p:strVal val="visible"/>
                                      </p:to>
                                    </p:set>
                                    <p:animEffect transition="in" filter="blinds(horizontal)">
                                      <p:cBhvr>
                                        <p:cTn id="9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0988" grpId="0" animBg="1"/>
      <p:bldP spid="680989" grpId="0" animBg="1"/>
      <p:bldP spid="680990" grpId="0" animBg="1"/>
      <p:bldP spid="680995" grpId="0"/>
      <p:bldP spid="680996" grpId="0"/>
      <p:bldP spid="680997" grpId="0"/>
      <p:bldP spid="680998" grpId="0"/>
      <p:bldP spid="680999" grpId="0"/>
      <p:bldP spid="681014" grpId="0" animBg="1"/>
      <p:bldP spid="681015" grpId="0" animBg="1"/>
      <p:bldP spid="681017" grpId="0" animBg="1"/>
      <p:bldP spid="681029"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6E19E9A4-DC7E-397D-1E49-CF27AEE37406}"/>
              </a:ext>
            </a:extLst>
          </p:cNvPr>
          <p:cNvSpPr>
            <a:spLocks noChangeArrowheads="1"/>
          </p:cNvSpPr>
          <p:nvPr/>
        </p:nvSpPr>
        <p:spPr bwMode="auto">
          <a:xfrm>
            <a:off x="755650" y="1052513"/>
            <a:ext cx="7416800" cy="2263775"/>
          </a:xfrm>
          <a:prstGeom prst="rect">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1"/>
                </a:solidFill>
                <a:latin typeface="Times New Roman" panose="02020603050405020304" pitchFamily="18" charset="0"/>
                <a:ea typeface="宋体" panose="02010600030101010101" pitchFamily="2" charset="-122"/>
              </a:rPr>
              <a:t>	                                    	 a.</a:t>
            </a:r>
          </a:p>
          <a:p>
            <a:pPr>
              <a:spcBef>
                <a:spcPct val="0"/>
              </a:spcBef>
              <a:buClrTx/>
              <a:buSzTx/>
              <a:buFontTx/>
              <a:buNone/>
            </a:pPr>
            <a:r>
              <a:rPr kumimoji="1" lang="en-US" altLang="zh-CN" sz="2000">
                <a:solidFill>
                  <a:schemeClr val="tx1"/>
                </a:solidFill>
                <a:latin typeface="Times New Roman" panose="02020603050405020304" pitchFamily="18" charset="0"/>
                <a:ea typeface="宋体" panose="02010600030101010101" pitchFamily="2" charset="-122"/>
              </a:rPr>
              <a:t>                                    		 .b</a:t>
            </a:r>
          </a:p>
          <a:p>
            <a:pPr>
              <a:spcBef>
                <a:spcPct val="0"/>
              </a:spcBef>
              <a:buClrTx/>
              <a:buSzTx/>
              <a:buFontTx/>
              <a:buNone/>
            </a:pPr>
            <a:r>
              <a:rPr kumimoji="1" lang="en-US" altLang="zh-CN" sz="2000">
                <a:solidFill>
                  <a:schemeClr val="tx1"/>
                </a:solidFill>
                <a:latin typeface="Times New Roman" panose="02020603050405020304" pitchFamily="18" charset="0"/>
                <a:ea typeface="宋体" panose="02010600030101010101" pitchFamily="2" charset="-122"/>
              </a:rPr>
              <a:t>          	a .b E (</a:t>
            </a:r>
            <a:r>
              <a:rPr kumimoji="1" lang="zh-CN" altLang="en-US" sz="2000">
                <a:solidFill>
                  <a:schemeClr val="tx1"/>
                </a:solidFill>
                <a:latin typeface="Times New Roman" panose="02020603050405020304" pitchFamily="18" charset="0"/>
                <a:ea typeface="宋体" panose="02010600030101010101" pitchFamily="2" charset="-122"/>
              </a:rPr>
              <a:t>或</a:t>
            </a:r>
            <a:r>
              <a:rPr kumimoji="1" lang="en-US" altLang="zh-CN" sz="2000">
                <a:solidFill>
                  <a:schemeClr val="tx1"/>
                </a:solidFill>
                <a:latin typeface="Times New Roman" panose="02020603050405020304" pitchFamily="18" charset="0"/>
                <a:ea typeface="宋体" panose="02010600030101010101" pitchFamily="2" charset="-122"/>
              </a:rPr>
              <a:t>D)±d           	a.b</a:t>
            </a:r>
          </a:p>
          <a:p>
            <a:pPr>
              <a:spcBef>
                <a:spcPct val="0"/>
              </a:spcBef>
              <a:buClrTx/>
              <a:buSzTx/>
              <a:buFontTx/>
              <a:buNone/>
            </a:pPr>
            <a:r>
              <a:rPr kumimoji="1" lang="en-US" altLang="zh-CN" sz="2000">
                <a:solidFill>
                  <a:schemeClr val="tx1"/>
                </a:solidFill>
                <a:latin typeface="Times New Roman" panose="02020603050405020304" pitchFamily="18" charset="0"/>
                <a:ea typeface="宋体" panose="02010600030101010101" pitchFamily="2" charset="-122"/>
              </a:rPr>
              <a:t>	(a,b,d </a:t>
            </a:r>
            <a:r>
              <a:rPr kumimoji="1" lang="zh-CN" altLang="en-US" sz="2000">
                <a:solidFill>
                  <a:schemeClr val="tx1"/>
                </a:solidFill>
                <a:latin typeface="Times New Roman" panose="02020603050405020304" pitchFamily="18" charset="0"/>
                <a:ea typeface="宋体" panose="02010600030101010101" pitchFamily="2" charset="-122"/>
              </a:rPr>
              <a:t>为整数常数</a:t>
            </a:r>
            <a:r>
              <a:rPr kumimoji="1" lang="en-US" altLang="zh-CN" sz="2000">
                <a:solidFill>
                  <a:schemeClr val="tx1"/>
                </a:solidFill>
                <a:latin typeface="Times New Roman" panose="02020603050405020304" pitchFamily="18" charset="0"/>
                <a:ea typeface="宋体" panose="02010600030101010101" pitchFamily="2" charset="-122"/>
              </a:rPr>
              <a:t>)      	a.E±d</a:t>
            </a:r>
          </a:p>
          <a:p>
            <a:pPr>
              <a:spcBef>
                <a:spcPct val="0"/>
              </a:spcBef>
              <a:buClrTx/>
              <a:buSzTx/>
              <a:buFontTx/>
              <a:buNone/>
            </a:pPr>
            <a:r>
              <a:rPr kumimoji="1" lang="en-US" altLang="zh-CN" sz="2000">
                <a:solidFill>
                  <a:schemeClr val="tx1"/>
                </a:solidFill>
                <a:latin typeface="Times New Roman" panose="02020603050405020304" pitchFamily="18" charset="0"/>
                <a:ea typeface="宋体" panose="02010600030101010101" pitchFamily="2" charset="-122"/>
              </a:rPr>
              <a:t>                                    	 	.b E±d</a:t>
            </a:r>
          </a:p>
          <a:p>
            <a:pPr>
              <a:spcBef>
                <a:spcPct val="0"/>
              </a:spcBef>
              <a:buClrTx/>
              <a:buSzTx/>
              <a:buFontTx/>
              <a:buNone/>
            </a:pPr>
            <a:r>
              <a:rPr kumimoji="1" lang="en-US" altLang="zh-CN" sz="2000">
                <a:solidFill>
                  <a:schemeClr val="tx1"/>
                </a:solidFill>
                <a:latin typeface="Times New Roman" panose="02020603050405020304" pitchFamily="18" charset="0"/>
                <a:ea typeface="宋体" panose="02010600030101010101" pitchFamily="2" charset="-122"/>
              </a:rPr>
              <a:t>                                     		a.bE± d</a:t>
            </a:r>
          </a:p>
          <a:p>
            <a:pPr>
              <a:spcBef>
                <a:spcPct val="0"/>
              </a:spcBef>
              <a:buClrTx/>
              <a:buSzTx/>
              <a:buFontTx/>
              <a:buNone/>
            </a:pPr>
            <a:r>
              <a:rPr kumimoji="1" lang="en-US" altLang="zh-CN" sz="2000">
                <a:solidFill>
                  <a:schemeClr val="tx1"/>
                </a:solidFill>
                <a:latin typeface="Times New Roman" panose="02020603050405020304" pitchFamily="18" charset="0"/>
                <a:ea typeface="宋体" panose="02010600030101010101" pitchFamily="2" charset="-122"/>
              </a:rPr>
              <a:t>                                     		aE±d</a:t>
            </a:r>
          </a:p>
        </p:txBody>
      </p:sp>
      <p:sp>
        <p:nvSpPr>
          <p:cNvPr id="28675" name="Rectangle 3">
            <a:extLst>
              <a:ext uri="{FF2B5EF4-FFF2-40B4-BE49-F238E27FC236}">
                <a16:creationId xmlns:a16="http://schemas.microsoft.com/office/drawing/2014/main" id="{F313236F-C6F7-1509-6C99-D77193DD5644}"/>
              </a:ext>
            </a:extLst>
          </p:cNvPr>
          <p:cNvSpPr>
            <a:spLocks noChangeArrowheads="1"/>
          </p:cNvSpPr>
          <p:nvPr/>
        </p:nvSpPr>
        <p:spPr bwMode="auto">
          <a:xfrm>
            <a:off x="7604125" y="150812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endParaRPr kumimoji="1" lang="zh-CN" altLang="zh-CN" sz="1400" b="0">
              <a:solidFill>
                <a:schemeClr val="tx1"/>
              </a:solidFill>
              <a:latin typeface="Times New Roman" panose="02020603050405020304" pitchFamily="18" charset="0"/>
              <a:ea typeface="宋体" panose="02010600030101010101" pitchFamily="2" charset="-122"/>
            </a:endParaRPr>
          </a:p>
        </p:txBody>
      </p:sp>
      <p:sp>
        <p:nvSpPr>
          <p:cNvPr id="28676" name="Oval 4">
            <a:extLst>
              <a:ext uri="{FF2B5EF4-FFF2-40B4-BE49-F238E27FC236}">
                <a16:creationId xmlns:a16="http://schemas.microsoft.com/office/drawing/2014/main" id="{1DFAA607-EF62-EE05-993F-6F6BC5F79092}"/>
              </a:ext>
            </a:extLst>
          </p:cNvPr>
          <p:cNvSpPr>
            <a:spLocks noChangeArrowheads="1"/>
          </p:cNvSpPr>
          <p:nvPr/>
        </p:nvSpPr>
        <p:spPr bwMode="auto">
          <a:xfrm>
            <a:off x="1258888" y="4508500"/>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28677" name="Oval 5">
            <a:extLst>
              <a:ext uri="{FF2B5EF4-FFF2-40B4-BE49-F238E27FC236}">
                <a16:creationId xmlns:a16="http://schemas.microsoft.com/office/drawing/2014/main" id="{A9AEB7D4-3D74-2B9C-0BD0-94D6858C4AFF}"/>
              </a:ext>
            </a:extLst>
          </p:cNvPr>
          <p:cNvSpPr>
            <a:spLocks noChangeArrowheads="1"/>
          </p:cNvSpPr>
          <p:nvPr/>
        </p:nvSpPr>
        <p:spPr bwMode="auto">
          <a:xfrm>
            <a:off x="2195513" y="4581525"/>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28678" name="Oval 6">
            <a:extLst>
              <a:ext uri="{FF2B5EF4-FFF2-40B4-BE49-F238E27FC236}">
                <a16:creationId xmlns:a16="http://schemas.microsoft.com/office/drawing/2014/main" id="{C4BD5CAE-3E3B-690B-FCB2-F03BEA7DA44B}"/>
              </a:ext>
            </a:extLst>
          </p:cNvPr>
          <p:cNvSpPr>
            <a:spLocks noChangeArrowheads="1"/>
          </p:cNvSpPr>
          <p:nvPr/>
        </p:nvSpPr>
        <p:spPr bwMode="auto">
          <a:xfrm>
            <a:off x="3276600" y="4508500"/>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28679" name="Oval 7">
            <a:extLst>
              <a:ext uri="{FF2B5EF4-FFF2-40B4-BE49-F238E27FC236}">
                <a16:creationId xmlns:a16="http://schemas.microsoft.com/office/drawing/2014/main" id="{9D75B50B-1BA9-4B82-E553-B3278C99A956}"/>
              </a:ext>
            </a:extLst>
          </p:cNvPr>
          <p:cNvSpPr>
            <a:spLocks noChangeArrowheads="1"/>
          </p:cNvSpPr>
          <p:nvPr/>
        </p:nvSpPr>
        <p:spPr bwMode="auto">
          <a:xfrm>
            <a:off x="4500563" y="4581525"/>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28680" name="Oval 8">
            <a:extLst>
              <a:ext uri="{FF2B5EF4-FFF2-40B4-BE49-F238E27FC236}">
                <a16:creationId xmlns:a16="http://schemas.microsoft.com/office/drawing/2014/main" id="{7AB9CC01-3BD9-7425-AB83-4D88644ABF04}"/>
              </a:ext>
            </a:extLst>
          </p:cNvPr>
          <p:cNvSpPr>
            <a:spLocks noChangeArrowheads="1"/>
          </p:cNvSpPr>
          <p:nvPr/>
        </p:nvSpPr>
        <p:spPr bwMode="auto">
          <a:xfrm>
            <a:off x="5580063" y="4508500"/>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28681" name="Oval 9">
            <a:extLst>
              <a:ext uri="{FF2B5EF4-FFF2-40B4-BE49-F238E27FC236}">
                <a16:creationId xmlns:a16="http://schemas.microsoft.com/office/drawing/2014/main" id="{4C20975C-BF4E-5563-4DDD-20886B247C8E}"/>
              </a:ext>
            </a:extLst>
          </p:cNvPr>
          <p:cNvSpPr>
            <a:spLocks noChangeArrowheads="1"/>
          </p:cNvSpPr>
          <p:nvPr/>
        </p:nvSpPr>
        <p:spPr bwMode="auto">
          <a:xfrm>
            <a:off x="6659563" y="4581525"/>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28682" name="Oval 10">
            <a:extLst>
              <a:ext uri="{FF2B5EF4-FFF2-40B4-BE49-F238E27FC236}">
                <a16:creationId xmlns:a16="http://schemas.microsoft.com/office/drawing/2014/main" id="{B8A93CDC-7E8C-438F-DC9A-2CFE07E1948C}"/>
              </a:ext>
            </a:extLst>
          </p:cNvPr>
          <p:cNvSpPr>
            <a:spLocks noChangeArrowheads="1"/>
          </p:cNvSpPr>
          <p:nvPr/>
        </p:nvSpPr>
        <p:spPr bwMode="auto">
          <a:xfrm>
            <a:off x="7740650" y="4581525"/>
            <a:ext cx="265113" cy="266700"/>
          </a:xfrm>
          <a:prstGeom prst="ellipse">
            <a:avLst/>
          </a:prstGeom>
          <a:solidFill>
            <a:schemeClr val="accent1"/>
          </a:solidFill>
          <a:ln w="57150" cmpd="thickThin">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28683" name="Oval 11">
            <a:extLst>
              <a:ext uri="{FF2B5EF4-FFF2-40B4-BE49-F238E27FC236}">
                <a16:creationId xmlns:a16="http://schemas.microsoft.com/office/drawing/2014/main" id="{E8D92B90-A6F8-F418-7D35-1B2EBD8B89C0}"/>
              </a:ext>
            </a:extLst>
          </p:cNvPr>
          <p:cNvSpPr>
            <a:spLocks noChangeArrowheads="1"/>
          </p:cNvSpPr>
          <p:nvPr/>
        </p:nvSpPr>
        <p:spPr bwMode="auto">
          <a:xfrm>
            <a:off x="2208213" y="5281613"/>
            <a:ext cx="292100" cy="292100"/>
          </a:xfrm>
          <a:prstGeom prst="ellipse">
            <a:avLst/>
          </a:prstGeom>
          <a:solidFill>
            <a:schemeClr val="accent1"/>
          </a:solidFill>
          <a:ln w="12700">
            <a:solidFill>
              <a:schemeClr val="tx2"/>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zh-CN" sz="2400">
              <a:solidFill>
                <a:schemeClr val="tx1"/>
              </a:solidFill>
              <a:latin typeface="Arial Black" panose="020B0604020202020204" pitchFamily="34" charset="0"/>
              <a:ea typeface="宋体" panose="02010600030101010101" pitchFamily="2" charset="-122"/>
            </a:endParaRPr>
          </a:p>
        </p:txBody>
      </p:sp>
      <p:sp>
        <p:nvSpPr>
          <p:cNvPr id="28684" name="Arc 12">
            <a:extLst>
              <a:ext uri="{FF2B5EF4-FFF2-40B4-BE49-F238E27FC236}">
                <a16:creationId xmlns:a16="http://schemas.microsoft.com/office/drawing/2014/main" id="{7B64D3EF-4910-667F-3705-A0FE8110CCD9}"/>
              </a:ext>
            </a:extLst>
          </p:cNvPr>
          <p:cNvSpPr>
            <a:spLocks/>
          </p:cNvSpPr>
          <p:nvPr/>
        </p:nvSpPr>
        <p:spPr bwMode="auto">
          <a:xfrm>
            <a:off x="1331913" y="4797425"/>
            <a:ext cx="838200" cy="685800"/>
          </a:xfrm>
          <a:custGeom>
            <a:avLst/>
            <a:gdLst>
              <a:gd name="T0" fmla="*/ 2147483646 w 21600"/>
              <a:gd name="T1" fmla="*/ 2147483646 h 21600"/>
              <a:gd name="T2" fmla="*/ 0 w 21600"/>
              <a:gd name="T3" fmla="*/ 0 h 21600"/>
              <a:gd name="T4" fmla="*/ 2147483646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38100" cap="rnd">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685" name="Arc 13">
            <a:extLst>
              <a:ext uri="{FF2B5EF4-FFF2-40B4-BE49-F238E27FC236}">
                <a16:creationId xmlns:a16="http://schemas.microsoft.com/office/drawing/2014/main" id="{D825B9B9-426A-BE5C-4BEA-1798DB691295}"/>
              </a:ext>
            </a:extLst>
          </p:cNvPr>
          <p:cNvSpPr>
            <a:spLocks/>
          </p:cNvSpPr>
          <p:nvPr/>
        </p:nvSpPr>
        <p:spPr bwMode="auto">
          <a:xfrm>
            <a:off x="2555875" y="4868863"/>
            <a:ext cx="838200" cy="685800"/>
          </a:xfrm>
          <a:custGeom>
            <a:avLst/>
            <a:gdLst>
              <a:gd name="T0" fmla="*/ 2147483646 w 21600"/>
              <a:gd name="T1" fmla="*/ 0 h 21600"/>
              <a:gd name="T2" fmla="*/ 0 w 21600"/>
              <a:gd name="T3" fmla="*/ 2147483646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38100" cap="rnd">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686" name="Arc 14">
            <a:extLst>
              <a:ext uri="{FF2B5EF4-FFF2-40B4-BE49-F238E27FC236}">
                <a16:creationId xmlns:a16="http://schemas.microsoft.com/office/drawing/2014/main" id="{C9C36D61-B232-DC8F-87FE-3566FFDDAA3B}"/>
              </a:ext>
            </a:extLst>
          </p:cNvPr>
          <p:cNvSpPr>
            <a:spLocks/>
          </p:cNvSpPr>
          <p:nvPr/>
        </p:nvSpPr>
        <p:spPr bwMode="auto">
          <a:xfrm>
            <a:off x="6084888" y="4797425"/>
            <a:ext cx="1600200" cy="762000"/>
          </a:xfrm>
          <a:custGeom>
            <a:avLst/>
            <a:gdLst>
              <a:gd name="T0" fmla="*/ 2147483646 w 21600"/>
              <a:gd name="T1" fmla="*/ 0 h 21600"/>
              <a:gd name="T2" fmla="*/ 0 w 21600"/>
              <a:gd name="T3" fmla="*/ 2147483646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38100" cap="rnd">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687" name="Arc 15">
            <a:extLst>
              <a:ext uri="{FF2B5EF4-FFF2-40B4-BE49-F238E27FC236}">
                <a16:creationId xmlns:a16="http://schemas.microsoft.com/office/drawing/2014/main" id="{A58AD4D7-0A9A-1E8C-615B-51299F96B3A7}"/>
              </a:ext>
            </a:extLst>
          </p:cNvPr>
          <p:cNvSpPr>
            <a:spLocks/>
          </p:cNvSpPr>
          <p:nvPr/>
        </p:nvSpPr>
        <p:spPr bwMode="auto">
          <a:xfrm>
            <a:off x="3492500" y="4868863"/>
            <a:ext cx="1905000" cy="685800"/>
          </a:xfrm>
          <a:custGeom>
            <a:avLst/>
            <a:gdLst>
              <a:gd name="T0" fmla="*/ 2147483646 w 21600"/>
              <a:gd name="T1" fmla="*/ 2147483646 h 21600"/>
              <a:gd name="T2" fmla="*/ 0 w 21600"/>
              <a:gd name="T3" fmla="*/ 0 h 21600"/>
              <a:gd name="T4" fmla="*/ 2147483646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381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688" name="Line 16">
            <a:extLst>
              <a:ext uri="{FF2B5EF4-FFF2-40B4-BE49-F238E27FC236}">
                <a16:creationId xmlns:a16="http://schemas.microsoft.com/office/drawing/2014/main" id="{CFDC0DD4-A988-A564-335E-2F3E63463836}"/>
              </a:ext>
            </a:extLst>
          </p:cNvPr>
          <p:cNvSpPr>
            <a:spLocks noChangeShapeType="1"/>
          </p:cNvSpPr>
          <p:nvPr/>
        </p:nvSpPr>
        <p:spPr bwMode="auto">
          <a:xfrm>
            <a:off x="1547813" y="4724400"/>
            <a:ext cx="609600" cy="0"/>
          </a:xfrm>
          <a:prstGeom prst="line">
            <a:avLst/>
          </a:prstGeom>
          <a:noFill/>
          <a:ln w="381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9" name="Line 17">
            <a:extLst>
              <a:ext uri="{FF2B5EF4-FFF2-40B4-BE49-F238E27FC236}">
                <a16:creationId xmlns:a16="http://schemas.microsoft.com/office/drawing/2014/main" id="{25D1203C-41C3-E5A2-4678-51269F42E1C0}"/>
              </a:ext>
            </a:extLst>
          </p:cNvPr>
          <p:cNvSpPr>
            <a:spLocks noChangeShapeType="1"/>
          </p:cNvSpPr>
          <p:nvPr/>
        </p:nvSpPr>
        <p:spPr bwMode="auto">
          <a:xfrm>
            <a:off x="2555875" y="4724400"/>
            <a:ext cx="685800" cy="0"/>
          </a:xfrm>
          <a:prstGeom prst="line">
            <a:avLst/>
          </a:prstGeom>
          <a:noFill/>
          <a:ln w="381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90" name="Line 18">
            <a:extLst>
              <a:ext uri="{FF2B5EF4-FFF2-40B4-BE49-F238E27FC236}">
                <a16:creationId xmlns:a16="http://schemas.microsoft.com/office/drawing/2014/main" id="{D6BD36D8-E2DB-929F-3739-40DB8D2B5B8A}"/>
              </a:ext>
            </a:extLst>
          </p:cNvPr>
          <p:cNvSpPr>
            <a:spLocks noChangeShapeType="1"/>
          </p:cNvSpPr>
          <p:nvPr/>
        </p:nvSpPr>
        <p:spPr bwMode="auto">
          <a:xfrm>
            <a:off x="3563938" y="4724400"/>
            <a:ext cx="863600" cy="0"/>
          </a:xfrm>
          <a:prstGeom prst="line">
            <a:avLst/>
          </a:prstGeom>
          <a:noFill/>
          <a:ln w="28575">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91" name="Line 19">
            <a:extLst>
              <a:ext uri="{FF2B5EF4-FFF2-40B4-BE49-F238E27FC236}">
                <a16:creationId xmlns:a16="http://schemas.microsoft.com/office/drawing/2014/main" id="{7B7C7199-5011-C097-3951-2DF852983100}"/>
              </a:ext>
            </a:extLst>
          </p:cNvPr>
          <p:cNvSpPr>
            <a:spLocks noChangeShapeType="1"/>
          </p:cNvSpPr>
          <p:nvPr/>
        </p:nvSpPr>
        <p:spPr bwMode="auto">
          <a:xfrm>
            <a:off x="4859338" y="4724400"/>
            <a:ext cx="685800" cy="0"/>
          </a:xfrm>
          <a:prstGeom prst="line">
            <a:avLst/>
          </a:prstGeom>
          <a:noFill/>
          <a:ln w="381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92" name="Rectangle 20">
            <a:extLst>
              <a:ext uri="{FF2B5EF4-FFF2-40B4-BE49-F238E27FC236}">
                <a16:creationId xmlns:a16="http://schemas.microsoft.com/office/drawing/2014/main" id="{1D18FA8F-D28E-ED02-8853-6F48B4AE50E0}"/>
              </a:ext>
            </a:extLst>
          </p:cNvPr>
          <p:cNvSpPr>
            <a:spLocks noChangeArrowheads="1"/>
          </p:cNvSpPr>
          <p:nvPr/>
        </p:nvSpPr>
        <p:spPr bwMode="auto">
          <a:xfrm>
            <a:off x="1258888" y="45085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0</a:t>
            </a:r>
          </a:p>
        </p:txBody>
      </p:sp>
      <p:sp>
        <p:nvSpPr>
          <p:cNvPr id="28693" name="Rectangle 21">
            <a:extLst>
              <a:ext uri="{FF2B5EF4-FFF2-40B4-BE49-F238E27FC236}">
                <a16:creationId xmlns:a16="http://schemas.microsoft.com/office/drawing/2014/main" id="{AA30AAC7-E345-E4DC-A8CB-5E2111A35117}"/>
              </a:ext>
            </a:extLst>
          </p:cNvPr>
          <p:cNvSpPr>
            <a:spLocks noChangeArrowheads="1"/>
          </p:cNvSpPr>
          <p:nvPr/>
        </p:nvSpPr>
        <p:spPr bwMode="auto">
          <a:xfrm>
            <a:off x="2195513" y="4581525"/>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1</a:t>
            </a:r>
          </a:p>
        </p:txBody>
      </p:sp>
      <p:sp>
        <p:nvSpPr>
          <p:cNvPr id="28694" name="Rectangle 22">
            <a:extLst>
              <a:ext uri="{FF2B5EF4-FFF2-40B4-BE49-F238E27FC236}">
                <a16:creationId xmlns:a16="http://schemas.microsoft.com/office/drawing/2014/main" id="{0C9340AB-A207-D2A2-1348-D8A7899E1A75}"/>
              </a:ext>
            </a:extLst>
          </p:cNvPr>
          <p:cNvSpPr>
            <a:spLocks noChangeArrowheads="1"/>
          </p:cNvSpPr>
          <p:nvPr/>
        </p:nvSpPr>
        <p:spPr bwMode="auto">
          <a:xfrm>
            <a:off x="3276600" y="45085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2</a:t>
            </a:r>
          </a:p>
        </p:txBody>
      </p:sp>
      <p:sp>
        <p:nvSpPr>
          <p:cNvPr id="28695" name="Rectangle 23">
            <a:extLst>
              <a:ext uri="{FF2B5EF4-FFF2-40B4-BE49-F238E27FC236}">
                <a16:creationId xmlns:a16="http://schemas.microsoft.com/office/drawing/2014/main" id="{E61A708F-2564-FAD0-3141-7F974F54E058}"/>
              </a:ext>
            </a:extLst>
          </p:cNvPr>
          <p:cNvSpPr>
            <a:spLocks noChangeArrowheads="1"/>
          </p:cNvSpPr>
          <p:nvPr/>
        </p:nvSpPr>
        <p:spPr bwMode="auto">
          <a:xfrm>
            <a:off x="4500563" y="45085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3</a:t>
            </a:r>
          </a:p>
        </p:txBody>
      </p:sp>
      <p:sp>
        <p:nvSpPr>
          <p:cNvPr id="28696" name="Rectangle 24">
            <a:extLst>
              <a:ext uri="{FF2B5EF4-FFF2-40B4-BE49-F238E27FC236}">
                <a16:creationId xmlns:a16="http://schemas.microsoft.com/office/drawing/2014/main" id="{617BF4DC-654C-309B-308E-60579E4BD611}"/>
              </a:ext>
            </a:extLst>
          </p:cNvPr>
          <p:cNvSpPr>
            <a:spLocks noChangeArrowheads="1"/>
          </p:cNvSpPr>
          <p:nvPr/>
        </p:nvSpPr>
        <p:spPr bwMode="auto">
          <a:xfrm>
            <a:off x="5556250" y="4471988"/>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4</a:t>
            </a:r>
          </a:p>
        </p:txBody>
      </p:sp>
      <p:sp>
        <p:nvSpPr>
          <p:cNvPr id="28697" name="Rectangle 25">
            <a:extLst>
              <a:ext uri="{FF2B5EF4-FFF2-40B4-BE49-F238E27FC236}">
                <a16:creationId xmlns:a16="http://schemas.microsoft.com/office/drawing/2014/main" id="{AFB42F03-13D6-1876-048E-700F70E63CCE}"/>
              </a:ext>
            </a:extLst>
          </p:cNvPr>
          <p:cNvSpPr>
            <a:spLocks noChangeArrowheads="1"/>
          </p:cNvSpPr>
          <p:nvPr/>
        </p:nvSpPr>
        <p:spPr bwMode="auto">
          <a:xfrm>
            <a:off x="6588125" y="45085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5</a:t>
            </a:r>
          </a:p>
        </p:txBody>
      </p:sp>
      <p:sp>
        <p:nvSpPr>
          <p:cNvPr id="28698" name="Rectangle 26">
            <a:extLst>
              <a:ext uri="{FF2B5EF4-FFF2-40B4-BE49-F238E27FC236}">
                <a16:creationId xmlns:a16="http://schemas.microsoft.com/office/drawing/2014/main" id="{87EB05EA-D01E-8D29-7CED-03319DC5AF7A}"/>
              </a:ext>
            </a:extLst>
          </p:cNvPr>
          <p:cNvSpPr>
            <a:spLocks noChangeArrowheads="1"/>
          </p:cNvSpPr>
          <p:nvPr/>
        </p:nvSpPr>
        <p:spPr bwMode="auto">
          <a:xfrm>
            <a:off x="7740650" y="45085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7</a:t>
            </a:r>
          </a:p>
        </p:txBody>
      </p:sp>
      <p:sp>
        <p:nvSpPr>
          <p:cNvPr id="28699" name="Line 27">
            <a:extLst>
              <a:ext uri="{FF2B5EF4-FFF2-40B4-BE49-F238E27FC236}">
                <a16:creationId xmlns:a16="http://schemas.microsoft.com/office/drawing/2014/main" id="{F33744B6-EA31-D57D-6F65-FFBCE08FBF46}"/>
              </a:ext>
            </a:extLst>
          </p:cNvPr>
          <p:cNvSpPr>
            <a:spLocks noChangeShapeType="1"/>
          </p:cNvSpPr>
          <p:nvPr/>
        </p:nvSpPr>
        <p:spPr bwMode="auto">
          <a:xfrm>
            <a:off x="5867400" y="4724400"/>
            <a:ext cx="720725" cy="0"/>
          </a:xfrm>
          <a:prstGeom prst="line">
            <a:avLst/>
          </a:prstGeom>
          <a:noFill/>
          <a:ln w="381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00" name="Line 28">
            <a:extLst>
              <a:ext uri="{FF2B5EF4-FFF2-40B4-BE49-F238E27FC236}">
                <a16:creationId xmlns:a16="http://schemas.microsoft.com/office/drawing/2014/main" id="{B410653B-E54F-C56E-7AB2-121A026322A0}"/>
              </a:ext>
            </a:extLst>
          </p:cNvPr>
          <p:cNvSpPr>
            <a:spLocks noChangeShapeType="1"/>
          </p:cNvSpPr>
          <p:nvPr/>
        </p:nvSpPr>
        <p:spPr bwMode="auto">
          <a:xfrm>
            <a:off x="7019925" y="4724400"/>
            <a:ext cx="533400" cy="0"/>
          </a:xfrm>
          <a:prstGeom prst="line">
            <a:avLst/>
          </a:prstGeom>
          <a:noFill/>
          <a:ln w="381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01" name="Arc 29">
            <a:extLst>
              <a:ext uri="{FF2B5EF4-FFF2-40B4-BE49-F238E27FC236}">
                <a16:creationId xmlns:a16="http://schemas.microsoft.com/office/drawing/2014/main" id="{4BB82D90-789D-B2E0-6068-5632C2442A6B}"/>
              </a:ext>
            </a:extLst>
          </p:cNvPr>
          <p:cNvSpPr>
            <a:spLocks/>
          </p:cNvSpPr>
          <p:nvPr/>
        </p:nvSpPr>
        <p:spPr bwMode="auto">
          <a:xfrm>
            <a:off x="5795963" y="4868863"/>
            <a:ext cx="762000" cy="381000"/>
          </a:xfrm>
          <a:custGeom>
            <a:avLst/>
            <a:gdLst>
              <a:gd name="T0" fmla="*/ 2147483646 w 21600"/>
              <a:gd name="T1" fmla="*/ 0 h 21600"/>
              <a:gd name="T2" fmla="*/ 0 w 21600"/>
              <a:gd name="T3" fmla="*/ 2147483646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38100" cap="rnd">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702" name="Arc 30">
            <a:extLst>
              <a:ext uri="{FF2B5EF4-FFF2-40B4-BE49-F238E27FC236}">
                <a16:creationId xmlns:a16="http://schemas.microsoft.com/office/drawing/2014/main" id="{E50F224B-AC13-067C-6DF2-DC2C8939032C}"/>
              </a:ext>
            </a:extLst>
          </p:cNvPr>
          <p:cNvSpPr>
            <a:spLocks/>
          </p:cNvSpPr>
          <p:nvPr/>
        </p:nvSpPr>
        <p:spPr bwMode="auto">
          <a:xfrm>
            <a:off x="4859338" y="4868863"/>
            <a:ext cx="914400" cy="381000"/>
          </a:xfrm>
          <a:custGeom>
            <a:avLst/>
            <a:gdLst>
              <a:gd name="T0" fmla="*/ 2147483646 w 21600"/>
              <a:gd name="T1" fmla="*/ 2147483646 h 21600"/>
              <a:gd name="T2" fmla="*/ 0 w 21600"/>
              <a:gd name="T3" fmla="*/ 0 h 21600"/>
              <a:gd name="T4" fmla="*/ 2147483646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381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703" name="Arc 31">
            <a:extLst>
              <a:ext uri="{FF2B5EF4-FFF2-40B4-BE49-F238E27FC236}">
                <a16:creationId xmlns:a16="http://schemas.microsoft.com/office/drawing/2014/main" id="{1D745F28-CBCF-6191-8531-0BC46D5008A4}"/>
              </a:ext>
            </a:extLst>
          </p:cNvPr>
          <p:cNvSpPr>
            <a:spLocks/>
          </p:cNvSpPr>
          <p:nvPr/>
        </p:nvSpPr>
        <p:spPr bwMode="auto">
          <a:xfrm>
            <a:off x="2555875" y="4005263"/>
            <a:ext cx="1066800" cy="533400"/>
          </a:xfrm>
          <a:custGeom>
            <a:avLst/>
            <a:gdLst>
              <a:gd name="T0" fmla="*/ 0 w 21600"/>
              <a:gd name="T1" fmla="*/ 2147483646 h 21600"/>
              <a:gd name="T2" fmla="*/ 2147483646 w 21600"/>
              <a:gd name="T3" fmla="*/ 0 h 21600"/>
              <a:gd name="T4" fmla="*/ 2147483646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83"/>
                  <a:pt x="9651" y="17"/>
                  <a:pt x="21568" y="0"/>
                </a:cubicBezTo>
              </a:path>
              <a:path w="21600" h="21600" stroke="0" extrusionOk="0">
                <a:moveTo>
                  <a:pt x="0" y="21600"/>
                </a:moveTo>
                <a:cubicBezTo>
                  <a:pt x="0" y="9683"/>
                  <a:pt x="9651" y="17"/>
                  <a:pt x="21568" y="0"/>
                </a:cubicBezTo>
                <a:lnTo>
                  <a:pt x="21600" y="21600"/>
                </a:lnTo>
                <a:lnTo>
                  <a:pt x="0" y="21600"/>
                </a:lnTo>
                <a:close/>
              </a:path>
            </a:pathLst>
          </a:custGeom>
          <a:noFill/>
          <a:ln w="381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704" name="Arc 32">
            <a:extLst>
              <a:ext uri="{FF2B5EF4-FFF2-40B4-BE49-F238E27FC236}">
                <a16:creationId xmlns:a16="http://schemas.microsoft.com/office/drawing/2014/main" id="{A5D29EF5-E8C6-6A14-4553-33B3096038D2}"/>
              </a:ext>
            </a:extLst>
          </p:cNvPr>
          <p:cNvSpPr>
            <a:spLocks/>
          </p:cNvSpPr>
          <p:nvPr/>
        </p:nvSpPr>
        <p:spPr bwMode="auto">
          <a:xfrm>
            <a:off x="3635375" y="4005263"/>
            <a:ext cx="992188" cy="533400"/>
          </a:xfrm>
          <a:custGeom>
            <a:avLst/>
            <a:gdLst>
              <a:gd name="T0" fmla="*/ 0 w 21635"/>
              <a:gd name="T1" fmla="*/ 0 h 21600"/>
              <a:gd name="T2" fmla="*/ 2147483646 w 21635"/>
              <a:gd name="T3" fmla="*/ 2147483646 h 21600"/>
              <a:gd name="T4" fmla="*/ 2147483646 w 21635"/>
              <a:gd name="T5" fmla="*/ 2147483646 h 21600"/>
              <a:gd name="T6" fmla="*/ 0 60000 65536"/>
              <a:gd name="T7" fmla="*/ 0 60000 65536"/>
              <a:gd name="T8" fmla="*/ 0 60000 65536"/>
              <a:gd name="T9" fmla="*/ 0 w 21635"/>
              <a:gd name="T10" fmla="*/ 0 h 21600"/>
              <a:gd name="T11" fmla="*/ 21635 w 21635"/>
              <a:gd name="T12" fmla="*/ 21600 h 21600"/>
            </a:gdLst>
            <a:ahLst/>
            <a:cxnLst>
              <a:cxn ang="T6">
                <a:pos x="T0" y="T1"/>
              </a:cxn>
              <a:cxn ang="T7">
                <a:pos x="T2" y="T3"/>
              </a:cxn>
              <a:cxn ang="T8">
                <a:pos x="T4" y="T5"/>
              </a:cxn>
            </a:cxnLst>
            <a:rect l="T9" t="T10" r="T11" b="T12"/>
            <a:pathLst>
              <a:path w="21635" h="21600" fill="none" extrusionOk="0">
                <a:moveTo>
                  <a:pt x="0" y="0"/>
                </a:moveTo>
                <a:cubicBezTo>
                  <a:pt x="11" y="0"/>
                  <a:pt x="23" y="-1"/>
                  <a:pt x="35" y="0"/>
                </a:cubicBezTo>
                <a:cubicBezTo>
                  <a:pt x="11964" y="0"/>
                  <a:pt x="21635" y="9670"/>
                  <a:pt x="21635" y="21600"/>
                </a:cubicBezTo>
              </a:path>
              <a:path w="21635" h="21600" stroke="0" extrusionOk="0">
                <a:moveTo>
                  <a:pt x="0" y="0"/>
                </a:moveTo>
                <a:cubicBezTo>
                  <a:pt x="11" y="0"/>
                  <a:pt x="23" y="-1"/>
                  <a:pt x="35" y="0"/>
                </a:cubicBezTo>
                <a:cubicBezTo>
                  <a:pt x="11964" y="0"/>
                  <a:pt x="21635" y="9670"/>
                  <a:pt x="21635" y="21600"/>
                </a:cubicBezTo>
                <a:lnTo>
                  <a:pt x="35" y="21600"/>
                </a:lnTo>
                <a:lnTo>
                  <a:pt x="0" y="0"/>
                </a:lnTo>
                <a:close/>
              </a:path>
            </a:pathLst>
          </a:custGeom>
          <a:noFill/>
          <a:ln w="38100" cap="rnd">
            <a:solidFill>
              <a:schemeClr val="tx1"/>
            </a:solidFill>
            <a:round/>
            <a:headEnd type="none" w="sm" len="sm"/>
            <a:tailEnd type="stealth"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8705" name="Freeform 33">
            <a:extLst>
              <a:ext uri="{FF2B5EF4-FFF2-40B4-BE49-F238E27FC236}">
                <a16:creationId xmlns:a16="http://schemas.microsoft.com/office/drawing/2014/main" id="{28F0CDB5-13BC-4AAF-F851-904B8C002972}"/>
              </a:ext>
            </a:extLst>
          </p:cNvPr>
          <p:cNvSpPr>
            <a:spLocks/>
          </p:cNvSpPr>
          <p:nvPr/>
        </p:nvSpPr>
        <p:spPr bwMode="auto">
          <a:xfrm>
            <a:off x="3203575" y="4364038"/>
            <a:ext cx="382588" cy="153987"/>
          </a:xfrm>
          <a:custGeom>
            <a:avLst/>
            <a:gdLst>
              <a:gd name="T0" fmla="*/ 2147483646 w 241"/>
              <a:gd name="T1" fmla="*/ 2147483646 h 97"/>
              <a:gd name="T2" fmla="*/ 2147483646 w 241"/>
              <a:gd name="T3" fmla="*/ 0 h 97"/>
              <a:gd name="T4" fmla="*/ 0 w 241"/>
              <a:gd name="T5" fmla="*/ 0 h 97"/>
              <a:gd name="T6" fmla="*/ 2147483646 w 241"/>
              <a:gd name="T7" fmla="*/ 2147483646 h 97"/>
              <a:gd name="T8" fmla="*/ 0 60000 65536"/>
              <a:gd name="T9" fmla="*/ 0 60000 65536"/>
              <a:gd name="T10" fmla="*/ 0 60000 65536"/>
              <a:gd name="T11" fmla="*/ 0 60000 65536"/>
              <a:gd name="T12" fmla="*/ 0 w 241"/>
              <a:gd name="T13" fmla="*/ 0 h 97"/>
              <a:gd name="T14" fmla="*/ 241 w 241"/>
              <a:gd name="T15" fmla="*/ 97 h 97"/>
            </a:gdLst>
            <a:ahLst/>
            <a:cxnLst>
              <a:cxn ang="T8">
                <a:pos x="T0" y="T1"/>
              </a:cxn>
              <a:cxn ang="T9">
                <a:pos x="T2" y="T3"/>
              </a:cxn>
              <a:cxn ang="T10">
                <a:pos x="T4" y="T5"/>
              </a:cxn>
              <a:cxn ang="T11">
                <a:pos x="T6" y="T7"/>
              </a:cxn>
            </a:cxnLst>
            <a:rect l="T12" t="T13" r="T14" b="T15"/>
            <a:pathLst>
              <a:path w="241" h="97">
                <a:moveTo>
                  <a:pt x="144" y="96"/>
                </a:moveTo>
                <a:lnTo>
                  <a:pt x="240" y="0"/>
                </a:lnTo>
                <a:lnTo>
                  <a:pt x="0" y="0"/>
                </a:lnTo>
                <a:lnTo>
                  <a:pt x="96" y="96"/>
                </a:lnTo>
              </a:path>
            </a:pathLst>
          </a:custGeom>
          <a:noFill/>
          <a:ln w="12700" cap="rnd" cmpd="sng">
            <a:solidFill>
              <a:schemeClr val="tx1"/>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06" name="Freeform 34">
            <a:extLst>
              <a:ext uri="{FF2B5EF4-FFF2-40B4-BE49-F238E27FC236}">
                <a16:creationId xmlns:a16="http://schemas.microsoft.com/office/drawing/2014/main" id="{24678033-6615-C195-E4F3-D1DBBC11D485}"/>
              </a:ext>
            </a:extLst>
          </p:cNvPr>
          <p:cNvSpPr>
            <a:spLocks/>
          </p:cNvSpPr>
          <p:nvPr/>
        </p:nvSpPr>
        <p:spPr bwMode="auto">
          <a:xfrm>
            <a:off x="6732588" y="4292600"/>
            <a:ext cx="382587" cy="306388"/>
          </a:xfrm>
          <a:custGeom>
            <a:avLst/>
            <a:gdLst>
              <a:gd name="T0" fmla="*/ 2147483646 w 241"/>
              <a:gd name="T1" fmla="*/ 2147483646 h 193"/>
              <a:gd name="T2" fmla="*/ 2147483646 w 241"/>
              <a:gd name="T3" fmla="*/ 0 h 193"/>
              <a:gd name="T4" fmla="*/ 0 w 241"/>
              <a:gd name="T5" fmla="*/ 0 h 193"/>
              <a:gd name="T6" fmla="*/ 2147483646 w 241"/>
              <a:gd name="T7" fmla="*/ 2147483646 h 193"/>
              <a:gd name="T8" fmla="*/ 0 60000 65536"/>
              <a:gd name="T9" fmla="*/ 0 60000 65536"/>
              <a:gd name="T10" fmla="*/ 0 60000 65536"/>
              <a:gd name="T11" fmla="*/ 0 60000 65536"/>
              <a:gd name="T12" fmla="*/ 0 w 241"/>
              <a:gd name="T13" fmla="*/ 0 h 193"/>
              <a:gd name="T14" fmla="*/ 241 w 241"/>
              <a:gd name="T15" fmla="*/ 193 h 193"/>
            </a:gdLst>
            <a:ahLst/>
            <a:cxnLst>
              <a:cxn ang="T8">
                <a:pos x="T0" y="T1"/>
              </a:cxn>
              <a:cxn ang="T9">
                <a:pos x="T2" y="T3"/>
              </a:cxn>
              <a:cxn ang="T10">
                <a:pos x="T4" y="T5"/>
              </a:cxn>
              <a:cxn ang="T11">
                <a:pos x="T6" y="T7"/>
              </a:cxn>
            </a:cxnLst>
            <a:rect l="T12" t="T13" r="T14" b="T15"/>
            <a:pathLst>
              <a:path w="241" h="193">
                <a:moveTo>
                  <a:pt x="144" y="192"/>
                </a:moveTo>
                <a:lnTo>
                  <a:pt x="240" y="0"/>
                </a:lnTo>
                <a:lnTo>
                  <a:pt x="0" y="0"/>
                </a:lnTo>
                <a:lnTo>
                  <a:pt x="48" y="144"/>
                </a:lnTo>
              </a:path>
            </a:pathLst>
          </a:custGeom>
          <a:noFill/>
          <a:ln w="38100" cap="rnd" cmpd="sng">
            <a:solidFill>
              <a:schemeClr val="tx1"/>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07" name="Rectangle 35">
            <a:extLst>
              <a:ext uri="{FF2B5EF4-FFF2-40B4-BE49-F238E27FC236}">
                <a16:creationId xmlns:a16="http://schemas.microsoft.com/office/drawing/2014/main" id="{81D80E6C-DEE5-6531-1D9C-129BED634370}"/>
              </a:ext>
            </a:extLst>
          </p:cNvPr>
          <p:cNvSpPr>
            <a:spLocks noChangeArrowheads="1"/>
          </p:cNvSpPr>
          <p:nvPr/>
        </p:nvSpPr>
        <p:spPr bwMode="auto">
          <a:xfrm>
            <a:off x="1476375" y="4364038"/>
            <a:ext cx="9382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zh-CN" altLang="en-US" sz="1800">
                <a:solidFill>
                  <a:schemeClr val="tx1"/>
                </a:solidFill>
                <a:latin typeface="Times New Roman" panose="02020603050405020304" pitchFamily="18" charset="0"/>
                <a:ea typeface="宋体" panose="02010600030101010101" pitchFamily="2" charset="-122"/>
              </a:rPr>
              <a:t>数字</a:t>
            </a:r>
          </a:p>
        </p:txBody>
      </p:sp>
      <p:sp>
        <p:nvSpPr>
          <p:cNvPr id="28708" name="Rectangle 36">
            <a:extLst>
              <a:ext uri="{FF2B5EF4-FFF2-40B4-BE49-F238E27FC236}">
                <a16:creationId xmlns:a16="http://schemas.microsoft.com/office/drawing/2014/main" id="{F9CAF6EF-20D9-C8BA-52CF-772B8880D5A6}"/>
              </a:ext>
            </a:extLst>
          </p:cNvPr>
          <p:cNvSpPr>
            <a:spLocks noChangeArrowheads="1"/>
          </p:cNvSpPr>
          <p:nvPr/>
        </p:nvSpPr>
        <p:spPr bwMode="auto">
          <a:xfrm>
            <a:off x="2700338" y="4364038"/>
            <a:ext cx="241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a:t>
            </a:r>
          </a:p>
        </p:txBody>
      </p:sp>
      <p:sp>
        <p:nvSpPr>
          <p:cNvPr id="28709" name="Rectangle 37">
            <a:extLst>
              <a:ext uri="{FF2B5EF4-FFF2-40B4-BE49-F238E27FC236}">
                <a16:creationId xmlns:a16="http://schemas.microsoft.com/office/drawing/2014/main" id="{D8C7C221-B838-15BB-DADE-E5B9CF415E1A}"/>
              </a:ext>
            </a:extLst>
          </p:cNvPr>
          <p:cNvSpPr>
            <a:spLocks noChangeArrowheads="1"/>
          </p:cNvSpPr>
          <p:nvPr/>
        </p:nvSpPr>
        <p:spPr bwMode="auto">
          <a:xfrm>
            <a:off x="3132138" y="4005263"/>
            <a:ext cx="9350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zh-CN" altLang="en-US" sz="1800">
                <a:solidFill>
                  <a:schemeClr val="tx1"/>
                </a:solidFill>
                <a:latin typeface="Times New Roman" panose="02020603050405020304" pitchFamily="18" charset="0"/>
                <a:ea typeface="宋体" panose="02010600030101010101" pitchFamily="2" charset="-122"/>
              </a:rPr>
              <a:t>数字</a:t>
            </a:r>
          </a:p>
        </p:txBody>
      </p:sp>
      <p:sp>
        <p:nvSpPr>
          <p:cNvPr id="28710" name="Rectangle 38">
            <a:extLst>
              <a:ext uri="{FF2B5EF4-FFF2-40B4-BE49-F238E27FC236}">
                <a16:creationId xmlns:a16="http://schemas.microsoft.com/office/drawing/2014/main" id="{6A4B08F1-88C5-B41F-4E15-789B620834B8}"/>
              </a:ext>
            </a:extLst>
          </p:cNvPr>
          <p:cNvSpPr>
            <a:spLocks noChangeArrowheads="1"/>
          </p:cNvSpPr>
          <p:nvPr/>
        </p:nvSpPr>
        <p:spPr bwMode="auto">
          <a:xfrm>
            <a:off x="1403350" y="49403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   .</a:t>
            </a:r>
          </a:p>
        </p:txBody>
      </p:sp>
      <p:sp>
        <p:nvSpPr>
          <p:cNvPr id="28711" name="Rectangle 39">
            <a:extLst>
              <a:ext uri="{FF2B5EF4-FFF2-40B4-BE49-F238E27FC236}">
                <a16:creationId xmlns:a16="http://schemas.microsoft.com/office/drawing/2014/main" id="{439973F6-6207-543D-1725-0C5E77F70D28}"/>
              </a:ext>
            </a:extLst>
          </p:cNvPr>
          <p:cNvSpPr>
            <a:spLocks noChangeArrowheads="1"/>
          </p:cNvSpPr>
          <p:nvPr/>
        </p:nvSpPr>
        <p:spPr bwMode="auto">
          <a:xfrm>
            <a:off x="3059113" y="5445125"/>
            <a:ext cx="936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zh-CN" altLang="en-US" sz="2000">
                <a:solidFill>
                  <a:schemeClr val="tx1"/>
                </a:solidFill>
                <a:latin typeface="Times New Roman" panose="02020603050405020304" pitchFamily="18" charset="0"/>
                <a:ea typeface="宋体" panose="02010600030101010101" pitchFamily="2" charset="-122"/>
              </a:rPr>
              <a:t>数字</a:t>
            </a:r>
          </a:p>
        </p:txBody>
      </p:sp>
      <p:sp>
        <p:nvSpPr>
          <p:cNvPr id="28712" name="Rectangle 40">
            <a:extLst>
              <a:ext uri="{FF2B5EF4-FFF2-40B4-BE49-F238E27FC236}">
                <a16:creationId xmlns:a16="http://schemas.microsoft.com/office/drawing/2014/main" id="{C5B7FFE9-CC7B-FD0F-387E-F65AA31E6821}"/>
              </a:ext>
            </a:extLst>
          </p:cNvPr>
          <p:cNvSpPr>
            <a:spLocks noChangeArrowheads="1"/>
          </p:cNvSpPr>
          <p:nvPr/>
        </p:nvSpPr>
        <p:spPr bwMode="auto">
          <a:xfrm>
            <a:off x="5076825" y="5589588"/>
            <a:ext cx="1079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zh-CN" altLang="en-US" sz="2000">
                <a:solidFill>
                  <a:schemeClr val="tx1"/>
                </a:solidFill>
                <a:latin typeface="Times New Roman" panose="02020603050405020304" pitchFamily="18" charset="0"/>
                <a:ea typeface="宋体" panose="02010600030101010101" pitchFamily="2" charset="-122"/>
              </a:rPr>
              <a:t>其它</a:t>
            </a:r>
          </a:p>
        </p:txBody>
      </p:sp>
      <p:sp>
        <p:nvSpPr>
          <p:cNvPr id="28713" name="Rectangle 41">
            <a:extLst>
              <a:ext uri="{FF2B5EF4-FFF2-40B4-BE49-F238E27FC236}">
                <a16:creationId xmlns:a16="http://schemas.microsoft.com/office/drawing/2014/main" id="{2FCC6064-C94A-E4F7-8E66-E3CC11BE259B}"/>
              </a:ext>
            </a:extLst>
          </p:cNvPr>
          <p:cNvSpPr>
            <a:spLocks noChangeArrowheads="1"/>
          </p:cNvSpPr>
          <p:nvPr/>
        </p:nvSpPr>
        <p:spPr bwMode="auto">
          <a:xfrm>
            <a:off x="5435600" y="5229225"/>
            <a:ext cx="1008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zh-CN" altLang="en-US" sz="2000">
                <a:solidFill>
                  <a:schemeClr val="tx1"/>
                </a:solidFill>
                <a:latin typeface="Times New Roman" panose="02020603050405020304" pitchFamily="18" charset="0"/>
                <a:ea typeface="宋体" panose="02010600030101010101" pitchFamily="2" charset="-122"/>
              </a:rPr>
              <a:t>数字</a:t>
            </a:r>
          </a:p>
        </p:txBody>
      </p:sp>
      <p:sp>
        <p:nvSpPr>
          <p:cNvPr id="28714" name="Rectangle 42">
            <a:extLst>
              <a:ext uri="{FF2B5EF4-FFF2-40B4-BE49-F238E27FC236}">
                <a16:creationId xmlns:a16="http://schemas.microsoft.com/office/drawing/2014/main" id="{7CC804C9-7983-AF3B-9F80-765503DD2C02}"/>
              </a:ext>
            </a:extLst>
          </p:cNvPr>
          <p:cNvSpPr>
            <a:spLocks noChangeArrowheads="1"/>
          </p:cNvSpPr>
          <p:nvPr/>
        </p:nvSpPr>
        <p:spPr bwMode="auto">
          <a:xfrm>
            <a:off x="3132138" y="3644900"/>
            <a:ext cx="679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E / D</a:t>
            </a:r>
          </a:p>
        </p:txBody>
      </p:sp>
      <p:sp>
        <p:nvSpPr>
          <p:cNvPr id="28715" name="Rectangle 43">
            <a:extLst>
              <a:ext uri="{FF2B5EF4-FFF2-40B4-BE49-F238E27FC236}">
                <a16:creationId xmlns:a16="http://schemas.microsoft.com/office/drawing/2014/main" id="{860F8B20-CD55-B7E4-15F0-8563E2280E4C}"/>
              </a:ext>
            </a:extLst>
          </p:cNvPr>
          <p:cNvSpPr>
            <a:spLocks noChangeArrowheads="1"/>
          </p:cNvSpPr>
          <p:nvPr/>
        </p:nvSpPr>
        <p:spPr bwMode="auto">
          <a:xfrm>
            <a:off x="3708400" y="4221163"/>
            <a:ext cx="679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E / D</a:t>
            </a:r>
          </a:p>
        </p:txBody>
      </p:sp>
      <p:sp>
        <p:nvSpPr>
          <p:cNvPr id="28716" name="Rectangle 44">
            <a:extLst>
              <a:ext uri="{FF2B5EF4-FFF2-40B4-BE49-F238E27FC236}">
                <a16:creationId xmlns:a16="http://schemas.microsoft.com/office/drawing/2014/main" id="{29493A6C-EAA7-2700-7301-44621F1F84BD}"/>
              </a:ext>
            </a:extLst>
          </p:cNvPr>
          <p:cNvSpPr>
            <a:spLocks noChangeArrowheads="1"/>
          </p:cNvSpPr>
          <p:nvPr/>
        </p:nvSpPr>
        <p:spPr bwMode="auto">
          <a:xfrm>
            <a:off x="4859338" y="4221163"/>
            <a:ext cx="647700" cy="434975"/>
          </a:xfrm>
          <a:prstGeom prst="rect">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2000">
                <a:solidFill>
                  <a:schemeClr val="tx1"/>
                </a:solidFill>
                <a:latin typeface="Times New Roman" panose="02020603050405020304" pitchFamily="18" charset="0"/>
                <a:ea typeface="宋体" panose="02010600030101010101" pitchFamily="2" charset="-122"/>
              </a:rPr>
              <a:t>+ / -</a:t>
            </a:r>
          </a:p>
        </p:txBody>
      </p:sp>
      <p:sp>
        <p:nvSpPr>
          <p:cNvPr id="28717" name="Rectangle 45">
            <a:extLst>
              <a:ext uri="{FF2B5EF4-FFF2-40B4-BE49-F238E27FC236}">
                <a16:creationId xmlns:a16="http://schemas.microsoft.com/office/drawing/2014/main" id="{8B07FC23-7599-B455-621F-17C411AF484F}"/>
              </a:ext>
            </a:extLst>
          </p:cNvPr>
          <p:cNvSpPr>
            <a:spLocks noChangeArrowheads="1"/>
          </p:cNvSpPr>
          <p:nvPr/>
        </p:nvSpPr>
        <p:spPr bwMode="auto">
          <a:xfrm>
            <a:off x="5724525" y="4221163"/>
            <a:ext cx="9366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zh-CN" altLang="en-US" sz="1800">
                <a:solidFill>
                  <a:schemeClr val="tx1"/>
                </a:solidFill>
                <a:latin typeface="Times New Roman" panose="02020603050405020304" pitchFamily="18" charset="0"/>
                <a:ea typeface="宋体" panose="02010600030101010101" pitchFamily="2" charset="-122"/>
              </a:rPr>
              <a:t>数字</a:t>
            </a:r>
          </a:p>
        </p:txBody>
      </p:sp>
      <p:sp>
        <p:nvSpPr>
          <p:cNvPr id="28718" name="Rectangle 46">
            <a:extLst>
              <a:ext uri="{FF2B5EF4-FFF2-40B4-BE49-F238E27FC236}">
                <a16:creationId xmlns:a16="http://schemas.microsoft.com/office/drawing/2014/main" id="{90774BFA-BA87-E365-56B8-8267906D4A71}"/>
              </a:ext>
            </a:extLst>
          </p:cNvPr>
          <p:cNvSpPr>
            <a:spLocks noChangeArrowheads="1"/>
          </p:cNvSpPr>
          <p:nvPr/>
        </p:nvSpPr>
        <p:spPr bwMode="auto">
          <a:xfrm>
            <a:off x="6732588" y="3860800"/>
            <a:ext cx="9350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zh-CN" altLang="en-US" sz="1800">
                <a:solidFill>
                  <a:schemeClr val="tx1"/>
                </a:solidFill>
                <a:latin typeface="Times New Roman" panose="02020603050405020304" pitchFamily="18" charset="0"/>
                <a:ea typeface="宋体" panose="02010600030101010101" pitchFamily="2" charset="-122"/>
              </a:rPr>
              <a:t>数字</a:t>
            </a:r>
          </a:p>
        </p:txBody>
      </p:sp>
      <p:sp>
        <p:nvSpPr>
          <p:cNvPr id="28719" name="Rectangle 47">
            <a:extLst>
              <a:ext uri="{FF2B5EF4-FFF2-40B4-BE49-F238E27FC236}">
                <a16:creationId xmlns:a16="http://schemas.microsoft.com/office/drawing/2014/main" id="{1DEB15E4-D2D4-F37A-6418-86F300E11B53}"/>
              </a:ext>
            </a:extLst>
          </p:cNvPr>
          <p:cNvSpPr>
            <a:spLocks noChangeArrowheads="1"/>
          </p:cNvSpPr>
          <p:nvPr/>
        </p:nvSpPr>
        <p:spPr bwMode="auto">
          <a:xfrm>
            <a:off x="7164388" y="42926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zh-CN" altLang="en-US" sz="1800">
                <a:solidFill>
                  <a:schemeClr val="tx1"/>
                </a:solidFill>
                <a:latin typeface="Times New Roman" panose="02020603050405020304" pitchFamily="18" charset="0"/>
                <a:ea typeface="宋体" panose="02010600030101010101" pitchFamily="2" charset="-122"/>
              </a:rPr>
              <a:t>其它</a:t>
            </a:r>
          </a:p>
        </p:txBody>
      </p:sp>
      <p:sp>
        <p:nvSpPr>
          <p:cNvPr id="28720" name="Freeform 48">
            <a:extLst>
              <a:ext uri="{FF2B5EF4-FFF2-40B4-BE49-F238E27FC236}">
                <a16:creationId xmlns:a16="http://schemas.microsoft.com/office/drawing/2014/main" id="{2ABCBDEA-004E-C0EF-69EF-321B551AB986}"/>
              </a:ext>
            </a:extLst>
          </p:cNvPr>
          <p:cNvSpPr>
            <a:spLocks/>
          </p:cNvSpPr>
          <p:nvPr/>
        </p:nvSpPr>
        <p:spPr bwMode="auto">
          <a:xfrm>
            <a:off x="2051050" y="4221163"/>
            <a:ext cx="382588" cy="382587"/>
          </a:xfrm>
          <a:custGeom>
            <a:avLst/>
            <a:gdLst>
              <a:gd name="T0" fmla="*/ 2147483646 w 241"/>
              <a:gd name="T1" fmla="*/ 2147483646 h 241"/>
              <a:gd name="T2" fmla="*/ 2147483646 w 241"/>
              <a:gd name="T3" fmla="*/ 0 h 241"/>
              <a:gd name="T4" fmla="*/ 0 w 241"/>
              <a:gd name="T5" fmla="*/ 0 h 241"/>
              <a:gd name="T6" fmla="*/ 2147483646 w 241"/>
              <a:gd name="T7" fmla="*/ 2147483646 h 241"/>
              <a:gd name="T8" fmla="*/ 0 60000 65536"/>
              <a:gd name="T9" fmla="*/ 0 60000 65536"/>
              <a:gd name="T10" fmla="*/ 0 60000 65536"/>
              <a:gd name="T11" fmla="*/ 0 60000 65536"/>
              <a:gd name="T12" fmla="*/ 0 w 241"/>
              <a:gd name="T13" fmla="*/ 0 h 241"/>
              <a:gd name="T14" fmla="*/ 241 w 241"/>
              <a:gd name="T15" fmla="*/ 241 h 241"/>
            </a:gdLst>
            <a:ahLst/>
            <a:cxnLst>
              <a:cxn ang="T8">
                <a:pos x="T0" y="T1"/>
              </a:cxn>
              <a:cxn ang="T9">
                <a:pos x="T2" y="T3"/>
              </a:cxn>
              <a:cxn ang="T10">
                <a:pos x="T4" y="T5"/>
              </a:cxn>
              <a:cxn ang="T11">
                <a:pos x="T6" y="T7"/>
              </a:cxn>
            </a:cxnLst>
            <a:rect l="T12" t="T13" r="T14" b="T15"/>
            <a:pathLst>
              <a:path w="241" h="241">
                <a:moveTo>
                  <a:pt x="240" y="192"/>
                </a:moveTo>
                <a:lnTo>
                  <a:pt x="192" y="0"/>
                </a:lnTo>
                <a:lnTo>
                  <a:pt x="0" y="0"/>
                </a:lnTo>
                <a:lnTo>
                  <a:pt x="192" y="240"/>
                </a:lnTo>
              </a:path>
            </a:pathLst>
          </a:custGeom>
          <a:noFill/>
          <a:ln w="38100" cap="rnd" cmpd="sng">
            <a:solidFill>
              <a:schemeClr val="tx1"/>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21" name="Rectangle 49">
            <a:extLst>
              <a:ext uri="{FF2B5EF4-FFF2-40B4-BE49-F238E27FC236}">
                <a16:creationId xmlns:a16="http://schemas.microsoft.com/office/drawing/2014/main" id="{CA0A5F72-C39D-08A3-31DD-3AE289C194D4}"/>
              </a:ext>
            </a:extLst>
          </p:cNvPr>
          <p:cNvSpPr>
            <a:spLocks noChangeArrowheads="1"/>
          </p:cNvSpPr>
          <p:nvPr/>
        </p:nvSpPr>
        <p:spPr bwMode="auto">
          <a:xfrm>
            <a:off x="1833563" y="3789363"/>
            <a:ext cx="9382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zh-CN" altLang="en-US" sz="2000">
                <a:solidFill>
                  <a:schemeClr val="tx1"/>
                </a:solidFill>
                <a:latin typeface="Times New Roman" panose="02020603050405020304" pitchFamily="18" charset="0"/>
                <a:ea typeface="宋体" panose="02010600030101010101" pitchFamily="2" charset="-122"/>
              </a:rPr>
              <a:t>数字</a:t>
            </a:r>
          </a:p>
        </p:txBody>
      </p:sp>
      <p:sp>
        <p:nvSpPr>
          <p:cNvPr id="28722" name="Rectangle 50">
            <a:extLst>
              <a:ext uri="{FF2B5EF4-FFF2-40B4-BE49-F238E27FC236}">
                <a16:creationId xmlns:a16="http://schemas.microsoft.com/office/drawing/2014/main" id="{B98BE6B0-9585-8188-FBFE-3CF3765528FB}"/>
              </a:ext>
            </a:extLst>
          </p:cNvPr>
          <p:cNvSpPr>
            <a:spLocks noChangeArrowheads="1"/>
          </p:cNvSpPr>
          <p:nvPr/>
        </p:nvSpPr>
        <p:spPr bwMode="auto">
          <a:xfrm>
            <a:off x="8027988" y="4364038"/>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800" b="0">
                <a:solidFill>
                  <a:schemeClr val="tx1"/>
                </a:solidFill>
                <a:latin typeface="Times New Roman" panose="02020603050405020304" pitchFamily="18" charset="0"/>
                <a:ea typeface="宋体" panose="02010600030101010101" pitchFamily="2" charset="-122"/>
              </a:rPr>
              <a:t>*</a:t>
            </a:r>
          </a:p>
        </p:txBody>
      </p:sp>
      <p:sp>
        <p:nvSpPr>
          <p:cNvPr id="28723" name="Line 51">
            <a:extLst>
              <a:ext uri="{FF2B5EF4-FFF2-40B4-BE49-F238E27FC236}">
                <a16:creationId xmlns:a16="http://schemas.microsoft.com/office/drawing/2014/main" id="{2B767A4D-A1B6-E882-4EA1-1C8BF5AAE4F1}"/>
              </a:ext>
            </a:extLst>
          </p:cNvPr>
          <p:cNvSpPr>
            <a:spLocks noChangeShapeType="1"/>
          </p:cNvSpPr>
          <p:nvPr/>
        </p:nvSpPr>
        <p:spPr bwMode="auto">
          <a:xfrm>
            <a:off x="1116013" y="4364038"/>
            <a:ext cx="152400" cy="152400"/>
          </a:xfrm>
          <a:prstGeom prst="line">
            <a:avLst/>
          </a:prstGeom>
          <a:noFill/>
          <a:ln w="381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24" name="AutoShape 52">
            <a:extLst>
              <a:ext uri="{FF2B5EF4-FFF2-40B4-BE49-F238E27FC236}">
                <a16:creationId xmlns:a16="http://schemas.microsoft.com/office/drawing/2014/main" id="{6B36F43D-BE2A-5CA7-8E65-673A24CCFD5B}"/>
              </a:ext>
            </a:extLst>
          </p:cNvPr>
          <p:cNvSpPr>
            <a:spLocks/>
          </p:cNvSpPr>
          <p:nvPr/>
        </p:nvSpPr>
        <p:spPr bwMode="auto">
          <a:xfrm>
            <a:off x="4211638" y="1312863"/>
            <a:ext cx="76200" cy="1828800"/>
          </a:xfrm>
          <a:prstGeom prst="leftBrace">
            <a:avLst>
              <a:gd name="adj1" fmla="val 200000"/>
              <a:gd name="adj2" fmla="val 50000"/>
            </a:avLst>
          </a:pr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endParaRPr kumimoji="1" lang="zh-CN" altLang="zh-CN" sz="2000">
              <a:solidFill>
                <a:schemeClr val="tx1"/>
              </a:solidFill>
              <a:latin typeface="Times New Roman" panose="02020603050405020304" pitchFamily="18" charset="0"/>
              <a:ea typeface="宋体" panose="02010600030101010101" pitchFamily="2" charset="-122"/>
            </a:endParaRPr>
          </a:p>
        </p:txBody>
      </p:sp>
      <p:sp>
        <p:nvSpPr>
          <p:cNvPr id="28725" name="Text Box 53">
            <a:extLst>
              <a:ext uri="{FF2B5EF4-FFF2-40B4-BE49-F238E27FC236}">
                <a16:creationId xmlns:a16="http://schemas.microsoft.com/office/drawing/2014/main" id="{7CDC5753-7B65-B425-5888-CAF19F97376B}"/>
              </a:ext>
            </a:extLst>
          </p:cNvPr>
          <p:cNvSpPr txBox="1">
            <a:spLocks noChangeArrowheads="1"/>
          </p:cNvSpPr>
          <p:nvPr/>
        </p:nvSpPr>
        <p:spPr bwMode="auto">
          <a:xfrm>
            <a:off x="2195513" y="5221288"/>
            <a:ext cx="2413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lang="en-US" altLang="zh-CN" sz="1600">
                <a:solidFill>
                  <a:schemeClr val="tx2"/>
                </a:solidFill>
                <a:latin typeface="Times New Roman" panose="02020603050405020304" pitchFamily="18" charset="0"/>
                <a:ea typeface="宋体" panose="02010600030101010101" pitchFamily="2" charset="-122"/>
                <a:cs typeface="Times New Roman" panose="02020603050405020304" pitchFamily="18" charset="0"/>
              </a:rPr>
              <a:t>6</a:t>
            </a:r>
          </a:p>
        </p:txBody>
      </p:sp>
      <p:sp>
        <p:nvSpPr>
          <p:cNvPr id="28726" name="Line 54">
            <a:extLst>
              <a:ext uri="{FF2B5EF4-FFF2-40B4-BE49-F238E27FC236}">
                <a16:creationId xmlns:a16="http://schemas.microsoft.com/office/drawing/2014/main" id="{527D2DA3-9F39-5A69-AE9A-BBB2643576C8}"/>
              </a:ext>
            </a:extLst>
          </p:cNvPr>
          <p:cNvSpPr>
            <a:spLocks noChangeShapeType="1"/>
          </p:cNvSpPr>
          <p:nvPr/>
        </p:nvSpPr>
        <p:spPr bwMode="auto">
          <a:xfrm>
            <a:off x="5292725" y="5589588"/>
            <a:ext cx="863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27" name="Rectangle 55">
            <a:extLst>
              <a:ext uri="{FF2B5EF4-FFF2-40B4-BE49-F238E27FC236}">
                <a16:creationId xmlns:a16="http://schemas.microsoft.com/office/drawing/2014/main" id="{622F2479-6E8B-DC94-FE74-95ECBB4C84DF}"/>
              </a:ext>
            </a:extLst>
          </p:cNvPr>
          <p:cNvSpPr>
            <a:spLocks noChangeArrowheads="1"/>
          </p:cNvSpPr>
          <p:nvPr/>
        </p:nvSpPr>
        <p:spPr bwMode="auto">
          <a:xfrm>
            <a:off x="2633663" y="6126163"/>
            <a:ext cx="4279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zh-CN" altLang="en-US" sz="2000">
                <a:solidFill>
                  <a:schemeClr val="tx1"/>
                </a:solidFill>
                <a:latin typeface="黑体" panose="02010609060101010101" pitchFamily="49" charset="-122"/>
                <a:ea typeface="黑体" panose="02010609060101010101" pitchFamily="49" charset="-122"/>
              </a:rPr>
              <a:t>（</a:t>
            </a:r>
            <a:r>
              <a:rPr lang="en-US" altLang="zh-CN" sz="2000">
                <a:solidFill>
                  <a:schemeClr val="tx1"/>
                </a:solidFill>
                <a:latin typeface="黑体" panose="02010609060101010101" pitchFamily="49" charset="-122"/>
                <a:ea typeface="黑体" panose="02010609060101010101" pitchFamily="49" charset="-122"/>
              </a:rPr>
              <a:t>d</a:t>
            </a:r>
            <a:r>
              <a:rPr lang="zh-CN" altLang="en-US" sz="2000">
                <a:solidFill>
                  <a:schemeClr val="tx1"/>
                </a:solidFill>
                <a:latin typeface="黑体" panose="02010609060101010101" pitchFamily="49" charset="-122"/>
                <a:ea typeface="黑体" panose="02010609060101010101" pitchFamily="49" charset="-122"/>
              </a:rPr>
              <a:t>）识别</a:t>
            </a:r>
            <a:r>
              <a:rPr lang="en-US" altLang="zh-CN" sz="2000">
                <a:solidFill>
                  <a:schemeClr val="tx1"/>
                </a:solidFill>
                <a:latin typeface="黑体" panose="02010609060101010101" pitchFamily="49" charset="-122"/>
                <a:ea typeface="黑体" panose="02010609060101010101" pitchFamily="49" charset="-122"/>
              </a:rPr>
              <a:t>FORTRAN</a:t>
            </a:r>
            <a:r>
              <a:rPr lang="zh-CN" altLang="en-US" sz="2000">
                <a:solidFill>
                  <a:schemeClr val="tx1"/>
                </a:solidFill>
                <a:latin typeface="黑体" panose="02010609060101010101" pitchFamily="49" charset="-122"/>
                <a:ea typeface="黑体" panose="02010609060101010101" pitchFamily="49" charset="-122"/>
              </a:rPr>
              <a:t>实型常数的转换图</a:t>
            </a:r>
          </a:p>
        </p:txBody>
      </p:sp>
      <p:sp>
        <p:nvSpPr>
          <p:cNvPr id="28728" name="灯片编号占位符 55">
            <a:extLst>
              <a:ext uri="{FF2B5EF4-FFF2-40B4-BE49-F238E27FC236}">
                <a16:creationId xmlns:a16="http://schemas.microsoft.com/office/drawing/2014/main" id="{3FAE6381-D0EE-11E3-01EE-81603E15B2A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BB8E2CEF-7CB2-1741-AB05-B0217261B2EA}"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20</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wedg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A25A68C-21DB-1382-D9A8-DF9F9E1E5D63}"/>
              </a:ext>
            </a:extLst>
          </p:cNvPr>
          <p:cNvSpPr>
            <a:spLocks noGrp="1" noChangeArrowheads="1"/>
          </p:cNvSpPr>
          <p:nvPr>
            <p:ph type="title"/>
          </p:nvPr>
        </p:nvSpPr>
        <p:spPr/>
        <p:txBody>
          <a:bodyPr/>
          <a:lstStyle/>
          <a:p>
            <a:pPr eaLnBrk="1" hangingPunct="1"/>
            <a:r>
              <a:rPr lang="zh-CN" altLang="en-US"/>
              <a:t>状态转换图识别单词符号的过程</a:t>
            </a:r>
          </a:p>
        </p:txBody>
      </p:sp>
      <p:sp>
        <p:nvSpPr>
          <p:cNvPr id="29699" name="Rectangle 3">
            <a:extLst>
              <a:ext uri="{FF2B5EF4-FFF2-40B4-BE49-F238E27FC236}">
                <a16:creationId xmlns:a16="http://schemas.microsoft.com/office/drawing/2014/main" id="{AB4E6433-36E6-49AE-1EE4-A47101C3879C}"/>
              </a:ext>
            </a:extLst>
          </p:cNvPr>
          <p:cNvSpPr>
            <a:spLocks noGrp="1" noChangeArrowheads="1"/>
          </p:cNvSpPr>
          <p:nvPr>
            <p:ph type="body" idx="1"/>
          </p:nvPr>
        </p:nvSpPr>
        <p:spPr/>
        <p:txBody>
          <a:bodyPr/>
          <a:lstStyle/>
          <a:p>
            <a:pPr marL="609600" indent="-609600" eaLnBrk="1" hangingPunct="1">
              <a:lnSpc>
                <a:spcPct val="115000"/>
              </a:lnSpc>
              <a:buFont typeface="Wingdings" pitchFamily="2" charset="2"/>
              <a:buNone/>
            </a:pPr>
            <a:r>
              <a:rPr lang="en-US" altLang="zh-CN" sz="2800">
                <a:ea typeface="宋体" panose="02010600030101010101" pitchFamily="2" charset="-122"/>
              </a:rPr>
              <a:t>Step1. </a:t>
            </a:r>
            <a:r>
              <a:rPr lang="zh-CN" altLang="en-US" sz="2800">
                <a:ea typeface="宋体" panose="02010600030101010101" pitchFamily="2" charset="-122"/>
              </a:rPr>
              <a:t>从初态开始；</a:t>
            </a:r>
          </a:p>
          <a:p>
            <a:pPr marL="609600" indent="-609600" eaLnBrk="1" hangingPunct="1">
              <a:lnSpc>
                <a:spcPct val="115000"/>
              </a:lnSpc>
              <a:buFont typeface="Wingdings" pitchFamily="2" charset="2"/>
              <a:buNone/>
            </a:pPr>
            <a:r>
              <a:rPr lang="en-US" altLang="zh-CN" sz="2800">
                <a:ea typeface="宋体" panose="02010600030101010101" pitchFamily="2" charset="-122"/>
              </a:rPr>
              <a:t>Step2. </a:t>
            </a:r>
            <a:r>
              <a:rPr lang="zh-CN" altLang="en-US" sz="2800">
                <a:ea typeface="宋体" panose="02010600030101010101" pitchFamily="2" charset="-122"/>
              </a:rPr>
              <a:t>从输入串中读一个字符；</a:t>
            </a:r>
          </a:p>
          <a:p>
            <a:pPr marL="609600" indent="-609600" eaLnBrk="1" hangingPunct="1">
              <a:lnSpc>
                <a:spcPct val="115000"/>
              </a:lnSpc>
              <a:buFont typeface="Wingdings" pitchFamily="2" charset="2"/>
              <a:buNone/>
            </a:pPr>
            <a:r>
              <a:rPr lang="en-US" altLang="zh-CN" sz="2800">
                <a:ea typeface="宋体" panose="02010600030101010101" pitchFamily="2" charset="-122"/>
              </a:rPr>
              <a:t>Step3. </a:t>
            </a:r>
            <a:r>
              <a:rPr lang="zh-CN" altLang="en-US" sz="2800">
                <a:ea typeface="宋体" panose="02010600030101010101" pitchFamily="2" charset="-122"/>
              </a:rPr>
              <a:t>判明读入字符与从当前状态出发的哪条弧上 的标记相匹配，便转到相应匹配的那条弧所指向的状态；</a:t>
            </a:r>
          </a:p>
          <a:p>
            <a:pPr marL="609600" indent="-609600" eaLnBrk="1" hangingPunct="1">
              <a:lnSpc>
                <a:spcPct val="115000"/>
              </a:lnSpc>
              <a:buFont typeface="Wingdings" pitchFamily="2" charset="2"/>
              <a:buNone/>
            </a:pPr>
            <a:r>
              <a:rPr lang="en-US" altLang="zh-CN" sz="2800">
                <a:ea typeface="宋体" panose="02010600030101010101" pitchFamily="2" charset="-122"/>
              </a:rPr>
              <a:t>Step4. </a:t>
            </a:r>
            <a:r>
              <a:rPr lang="zh-CN" altLang="en-US" sz="2800">
                <a:ea typeface="宋体" panose="02010600030101010101" pitchFamily="2" charset="-122"/>
              </a:rPr>
              <a:t>重复</a:t>
            </a:r>
            <a:r>
              <a:rPr lang="en-US" altLang="zh-CN" sz="2800">
                <a:ea typeface="宋体" panose="02010600030101010101" pitchFamily="2" charset="-122"/>
              </a:rPr>
              <a:t>Step3</a:t>
            </a:r>
            <a:r>
              <a:rPr lang="zh-CN" altLang="en-US" sz="2800">
                <a:ea typeface="宋体" panose="02010600030101010101" pitchFamily="2" charset="-122"/>
              </a:rPr>
              <a:t>，均不匹配时便告失败；到达终态时便识别出一个单词符号。</a:t>
            </a:r>
          </a:p>
          <a:p>
            <a:pPr marL="609600" indent="-609600" eaLnBrk="1" hangingPunct="1">
              <a:lnSpc>
                <a:spcPct val="115000"/>
              </a:lnSpc>
              <a:buFont typeface="Wingdings" pitchFamily="2" charset="2"/>
              <a:buNone/>
            </a:pPr>
            <a:endParaRPr lang="en-US" altLang="zh-CN" sz="2800">
              <a:ea typeface="宋体" panose="02010600030101010101" pitchFamily="2" charset="-122"/>
            </a:endParaRPr>
          </a:p>
        </p:txBody>
      </p:sp>
      <p:sp>
        <p:nvSpPr>
          <p:cNvPr id="29700" name="灯片编号占位符 3">
            <a:extLst>
              <a:ext uri="{FF2B5EF4-FFF2-40B4-BE49-F238E27FC236}">
                <a16:creationId xmlns:a16="http://schemas.microsoft.com/office/drawing/2014/main" id="{EB2ED7B0-4909-CFE6-BBEE-738BBBDF4CD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8A02E359-6B6A-BC45-96A4-57C7A34850D7}"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21</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E361D47-FE69-4060-1A0F-A0E8CB633F34}"/>
              </a:ext>
            </a:extLst>
          </p:cNvPr>
          <p:cNvSpPr>
            <a:spLocks noGrp="1" noChangeArrowheads="1"/>
          </p:cNvSpPr>
          <p:nvPr>
            <p:ph type="title"/>
          </p:nvPr>
        </p:nvSpPr>
        <p:spPr>
          <a:xfrm>
            <a:off x="323850" y="692150"/>
            <a:ext cx="8134350" cy="533400"/>
          </a:xfrm>
        </p:spPr>
        <p:txBody>
          <a:bodyPr/>
          <a:lstStyle/>
          <a:p>
            <a:pPr eaLnBrk="1" hangingPunct="1"/>
            <a:r>
              <a:rPr lang="zh-CN" altLang="en-US" sz="2800" b="1">
                <a:solidFill>
                  <a:srgbClr val="CC6600"/>
                </a:solidFill>
                <a:latin typeface="仿宋_GB2312" charset="0"/>
              </a:rPr>
              <a:t>例</a:t>
            </a:r>
            <a:r>
              <a:rPr lang="en-US" altLang="zh-CN" sz="2800" b="1">
                <a:solidFill>
                  <a:srgbClr val="003366"/>
                </a:solidFill>
                <a:latin typeface="仿宋_GB2312" charset="0"/>
              </a:rPr>
              <a:t>. </a:t>
            </a:r>
            <a:r>
              <a:rPr lang="zh-CN" altLang="en-US" sz="2800" b="1">
                <a:solidFill>
                  <a:srgbClr val="003366"/>
                </a:solidFill>
                <a:latin typeface="仿宋_GB2312" charset="0"/>
              </a:rPr>
              <a:t>设一小语言所有单词符号及其内部表示形式</a:t>
            </a:r>
          </a:p>
        </p:txBody>
      </p:sp>
      <p:graphicFrame>
        <p:nvGraphicFramePr>
          <p:cNvPr id="665686" name="Group 86">
            <a:extLst>
              <a:ext uri="{FF2B5EF4-FFF2-40B4-BE49-F238E27FC236}">
                <a16:creationId xmlns:a16="http://schemas.microsoft.com/office/drawing/2014/main" id="{5DEB034C-6B62-37E4-EA54-EEE25C95EFF2}"/>
              </a:ext>
            </a:extLst>
          </p:cNvPr>
          <p:cNvGraphicFramePr>
            <a:graphicFrameLocks noGrp="1"/>
          </p:cNvGraphicFramePr>
          <p:nvPr>
            <p:ph idx="1"/>
          </p:nvPr>
        </p:nvGraphicFramePr>
        <p:xfrm>
          <a:off x="615950" y="1477963"/>
          <a:ext cx="7772400" cy="4975225"/>
        </p:xfrm>
        <a:graphic>
          <a:graphicData uri="http://schemas.openxmlformats.org/drawingml/2006/table">
            <a:tbl>
              <a:tblPr/>
              <a:tblGrid>
                <a:gridCol w="1943100">
                  <a:extLst>
                    <a:ext uri="{9D8B030D-6E8A-4147-A177-3AD203B41FA5}">
                      <a16:colId xmlns:a16="http://schemas.microsoft.com/office/drawing/2014/main" val="3036295225"/>
                    </a:ext>
                  </a:extLst>
                </a:gridCol>
                <a:gridCol w="1943100">
                  <a:extLst>
                    <a:ext uri="{9D8B030D-6E8A-4147-A177-3AD203B41FA5}">
                      <a16:colId xmlns:a16="http://schemas.microsoft.com/office/drawing/2014/main" val="2361102564"/>
                    </a:ext>
                  </a:extLst>
                </a:gridCol>
                <a:gridCol w="1943100">
                  <a:extLst>
                    <a:ext uri="{9D8B030D-6E8A-4147-A177-3AD203B41FA5}">
                      <a16:colId xmlns:a16="http://schemas.microsoft.com/office/drawing/2014/main" val="3949277872"/>
                    </a:ext>
                  </a:extLst>
                </a:gridCol>
                <a:gridCol w="1943100">
                  <a:extLst>
                    <a:ext uri="{9D8B030D-6E8A-4147-A177-3AD203B41FA5}">
                      <a16:colId xmlns:a16="http://schemas.microsoft.com/office/drawing/2014/main" val="674809068"/>
                    </a:ext>
                  </a:extLst>
                </a:gridCol>
              </a:tblGrid>
              <a:tr h="247650">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rgbClr val="003366"/>
                          </a:solidFill>
                          <a:effectLst/>
                          <a:latin typeface="Arial" panose="020B0604020202020204" pitchFamily="34" charset="0"/>
                          <a:ea typeface="黑体" panose="02010609060101010101" pitchFamily="49" charset="-122"/>
                          <a:cs typeface="仿宋_GB2312" charset="0"/>
                        </a:rPr>
                        <a:t>单词符号</a:t>
                      </a:r>
                    </a:p>
                  </a:txBody>
                  <a:tcPr marL="90000" marR="90000"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rgbClr val="003366"/>
                          </a:solidFill>
                          <a:effectLst/>
                          <a:latin typeface="Arial" panose="020B0604020202020204" pitchFamily="34" charset="0"/>
                          <a:ea typeface="黑体" panose="02010609060101010101" pitchFamily="49" charset="-122"/>
                          <a:cs typeface="仿宋_GB2312" charset="0"/>
                        </a:rPr>
                        <a:t>种别编码</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rgbClr val="003366"/>
                          </a:solidFill>
                          <a:effectLst/>
                          <a:latin typeface="Arial" panose="020B0604020202020204" pitchFamily="34" charset="0"/>
                          <a:ea typeface="黑体" panose="02010609060101010101" pitchFamily="49" charset="-122"/>
                          <a:cs typeface="仿宋_GB2312" charset="0"/>
                        </a:rPr>
                        <a:t>助忆符</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rgbClr val="003366"/>
                          </a:solidFill>
                          <a:effectLst/>
                          <a:latin typeface="Arial" panose="020B0604020202020204" pitchFamily="34" charset="0"/>
                          <a:ea typeface="黑体" panose="02010609060101010101" pitchFamily="49" charset="-122"/>
                          <a:cs typeface="仿宋_GB2312" charset="0"/>
                        </a:rPr>
                        <a:t>内码值</a:t>
                      </a:r>
                    </a:p>
                  </a:txBody>
                  <a:tcPr marL="90000" marR="90000"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015609833"/>
                  </a:ext>
                </a:extLst>
              </a:tr>
              <a:tr h="338138">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DIM</a:t>
                      </a:r>
                    </a:p>
                  </a:txBody>
                  <a:tcPr marL="90000" marR="90000"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1</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$DIM</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Arial" panose="020B0604020202020204" pitchFamily="34" charset="0"/>
                          <a:ea typeface="宋体" panose="02010600030101010101" pitchFamily="2" charset="-122"/>
                        </a:rPr>
                        <a:t>-</a:t>
                      </a:r>
                    </a:p>
                  </a:txBody>
                  <a:tcPr marL="90000" marR="90000"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290512803"/>
                  </a:ext>
                </a:extLst>
              </a:tr>
              <a:tr h="336550">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IF</a:t>
                      </a:r>
                    </a:p>
                  </a:txBody>
                  <a:tcPr marL="90000" marR="90000"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2</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$IF</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Arial" panose="020B0604020202020204" pitchFamily="34" charset="0"/>
                          <a:ea typeface="宋体" panose="02010600030101010101" pitchFamily="2" charset="-122"/>
                        </a:rPr>
                        <a:t>-</a:t>
                      </a:r>
                    </a:p>
                  </a:txBody>
                  <a:tcPr marL="90000" marR="90000"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069639624"/>
                  </a:ext>
                </a:extLst>
              </a:tr>
              <a:tr h="339725">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DO</a:t>
                      </a:r>
                    </a:p>
                  </a:txBody>
                  <a:tcPr marL="90000" marR="90000"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3</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$DO</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Arial" panose="020B0604020202020204" pitchFamily="34" charset="0"/>
                          <a:ea typeface="宋体" panose="02010600030101010101" pitchFamily="2" charset="-122"/>
                        </a:rPr>
                        <a:t>-</a:t>
                      </a:r>
                    </a:p>
                  </a:txBody>
                  <a:tcPr marL="90000" marR="90000"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770946847"/>
                  </a:ext>
                </a:extLst>
              </a:tr>
              <a:tr h="336550">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STOP</a:t>
                      </a:r>
                    </a:p>
                  </a:txBody>
                  <a:tcPr marL="90000" marR="90000"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4</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$STOP</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Arial" panose="020B0604020202020204" pitchFamily="34" charset="0"/>
                          <a:ea typeface="宋体" panose="02010600030101010101" pitchFamily="2" charset="-122"/>
                        </a:rPr>
                        <a:t>-</a:t>
                      </a:r>
                    </a:p>
                  </a:txBody>
                  <a:tcPr marL="90000" marR="90000"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162129344"/>
                  </a:ext>
                </a:extLst>
              </a:tr>
              <a:tr h="339725">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END</a:t>
                      </a:r>
                    </a:p>
                  </a:txBody>
                  <a:tcPr marL="90000" marR="90000"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5</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$END</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Arial" panose="020B0604020202020204" pitchFamily="34" charset="0"/>
                          <a:ea typeface="宋体" panose="02010600030101010101" pitchFamily="2" charset="-122"/>
                        </a:rPr>
                        <a:t>-</a:t>
                      </a:r>
                    </a:p>
                  </a:txBody>
                  <a:tcPr marL="90000" marR="90000"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220205803"/>
                  </a:ext>
                </a:extLst>
              </a:tr>
              <a:tr h="336550">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rgbClr val="003366"/>
                          </a:solidFill>
                          <a:effectLst/>
                          <a:latin typeface="Arial" panose="020B0604020202020204" pitchFamily="34" charset="0"/>
                          <a:ea typeface="宋体" panose="02010600030101010101" pitchFamily="2" charset="-122"/>
                        </a:rPr>
                        <a:t>标识符</a:t>
                      </a:r>
                    </a:p>
                  </a:txBody>
                  <a:tcPr marL="90000" marR="90000"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6</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$ID</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rgbClr val="003366"/>
                          </a:solidFill>
                          <a:effectLst/>
                          <a:latin typeface="Arial" panose="020B0604020202020204" pitchFamily="34" charset="0"/>
                          <a:ea typeface="宋体" panose="02010600030101010101" pitchFamily="2" charset="-122"/>
                        </a:rPr>
                        <a:t>内部字符串</a:t>
                      </a:r>
                    </a:p>
                  </a:txBody>
                  <a:tcPr marL="90000" marR="90000"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017927449"/>
                  </a:ext>
                </a:extLst>
              </a:tr>
              <a:tr h="338138">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rgbClr val="003366"/>
                          </a:solidFill>
                          <a:effectLst/>
                          <a:latin typeface="Arial" panose="020B0604020202020204" pitchFamily="34" charset="0"/>
                          <a:ea typeface="宋体" panose="02010600030101010101" pitchFamily="2" charset="-122"/>
                        </a:rPr>
                        <a:t>整常数</a:t>
                      </a:r>
                    </a:p>
                  </a:txBody>
                  <a:tcPr marL="90000" marR="90000"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7</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$INT</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rgbClr val="003366"/>
                          </a:solidFill>
                          <a:effectLst/>
                          <a:latin typeface="Arial" panose="020B0604020202020204" pitchFamily="34" charset="0"/>
                          <a:ea typeface="宋体" panose="02010600030101010101" pitchFamily="2" charset="-122"/>
                        </a:rPr>
                        <a:t>标准二进制形式</a:t>
                      </a:r>
                    </a:p>
                  </a:txBody>
                  <a:tcPr marL="90000" marR="90000"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405989748"/>
                  </a:ext>
                </a:extLst>
              </a:tr>
              <a:tr h="336550">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a:t>
                      </a:r>
                    </a:p>
                  </a:txBody>
                  <a:tcPr marL="90000" marR="90000"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8</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$ASSIGN</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Arial" panose="020B0604020202020204" pitchFamily="34" charset="0"/>
                          <a:ea typeface="宋体" panose="02010600030101010101" pitchFamily="2" charset="-122"/>
                        </a:rPr>
                        <a:t>-</a:t>
                      </a:r>
                    </a:p>
                  </a:txBody>
                  <a:tcPr marL="90000" marR="90000"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388673807"/>
                  </a:ext>
                </a:extLst>
              </a:tr>
              <a:tr h="338138">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a:t>
                      </a:r>
                    </a:p>
                  </a:txBody>
                  <a:tcPr marL="90000" marR="90000"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9</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$PLUS</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Arial" panose="020B0604020202020204" pitchFamily="34" charset="0"/>
                          <a:ea typeface="宋体" panose="02010600030101010101" pitchFamily="2" charset="-122"/>
                        </a:rPr>
                        <a:t>-</a:t>
                      </a:r>
                    </a:p>
                  </a:txBody>
                  <a:tcPr marL="90000" marR="90000"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916896285"/>
                  </a:ext>
                </a:extLst>
              </a:tr>
              <a:tr h="336550">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a:t>
                      </a:r>
                    </a:p>
                  </a:txBody>
                  <a:tcPr marL="90000" marR="90000"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10</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$STAR</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Arial" panose="020B0604020202020204" pitchFamily="34" charset="0"/>
                          <a:ea typeface="宋体" panose="02010600030101010101" pitchFamily="2" charset="-122"/>
                        </a:rPr>
                        <a:t>-</a:t>
                      </a:r>
                    </a:p>
                  </a:txBody>
                  <a:tcPr marL="90000" marR="90000"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634792382"/>
                  </a:ext>
                </a:extLst>
              </a:tr>
              <a:tr h="339725">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a:t>
                      </a:r>
                    </a:p>
                  </a:txBody>
                  <a:tcPr marL="90000" marR="90000"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11</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$POWER</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Arial" panose="020B0604020202020204" pitchFamily="34" charset="0"/>
                          <a:ea typeface="宋体" panose="02010600030101010101" pitchFamily="2" charset="-122"/>
                        </a:rPr>
                        <a:t>-</a:t>
                      </a:r>
                    </a:p>
                  </a:txBody>
                  <a:tcPr marL="90000" marR="90000"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792511972"/>
                  </a:ext>
                </a:extLst>
              </a:tr>
              <a:tr h="336550">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a:t>
                      </a:r>
                    </a:p>
                  </a:txBody>
                  <a:tcPr marL="90000" marR="90000"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12</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$COMMA</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Arial" panose="020B0604020202020204" pitchFamily="34" charset="0"/>
                          <a:ea typeface="宋体" panose="02010600030101010101" pitchFamily="2" charset="-122"/>
                        </a:rPr>
                        <a:t>-</a:t>
                      </a:r>
                    </a:p>
                  </a:txBody>
                  <a:tcPr marL="90000" marR="90000"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436894566"/>
                  </a:ext>
                </a:extLst>
              </a:tr>
              <a:tr h="338138">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a:t>
                      </a:r>
                    </a:p>
                  </a:txBody>
                  <a:tcPr marL="90000" marR="90000"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13</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$LPAR</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Arial" panose="020B0604020202020204" pitchFamily="34" charset="0"/>
                          <a:ea typeface="宋体" panose="02010600030101010101" pitchFamily="2" charset="-122"/>
                        </a:rPr>
                        <a:t>-</a:t>
                      </a:r>
                    </a:p>
                  </a:txBody>
                  <a:tcPr marL="90000" marR="90000"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391285115"/>
                  </a:ext>
                </a:extLst>
              </a:tr>
              <a:tr h="336550">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a:t>
                      </a:r>
                    </a:p>
                  </a:txBody>
                  <a:tcPr marL="90000" marR="90000" marT="0" marB="0"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14</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Times New Roman" panose="02020603050405020304" pitchFamily="18" charset="0"/>
                          <a:ea typeface="宋体" panose="02010600030101010101" pitchFamily="2" charset="-122"/>
                        </a:rPr>
                        <a:t>$RPAR</a:t>
                      </a:r>
                    </a:p>
                  </a:txBody>
                  <a:tcPr marL="90000" marR="90000" marT="0" marB="0"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003366"/>
                          </a:solidFill>
                          <a:effectLst/>
                          <a:latin typeface="Arial" panose="020B0604020202020204" pitchFamily="34" charset="0"/>
                          <a:ea typeface="宋体" panose="02010600030101010101" pitchFamily="2" charset="-122"/>
                        </a:rPr>
                        <a:t>-</a:t>
                      </a:r>
                    </a:p>
                  </a:txBody>
                  <a:tcPr marL="90000" marR="90000" marT="0" marB="0"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535616895"/>
                  </a:ext>
                </a:extLst>
              </a:tr>
            </a:tbl>
          </a:graphicData>
        </a:graphic>
      </p:graphicFrame>
      <p:sp>
        <p:nvSpPr>
          <p:cNvPr id="30805" name="灯片编号占位符 3">
            <a:extLst>
              <a:ext uri="{FF2B5EF4-FFF2-40B4-BE49-F238E27FC236}">
                <a16:creationId xmlns:a16="http://schemas.microsoft.com/office/drawing/2014/main" id="{9F1EA99B-34EB-8BE9-E385-19B265FED6D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A1ACB899-9EF0-5249-B61C-E815CCDF901D}"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22</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split orient="vert"/>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E68B7415-D314-00D4-E236-AA6909538946}"/>
              </a:ext>
            </a:extLst>
          </p:cNvPr>
          <p:cNvSpPr>
            <a:spLocks noChangeArrowheads="1"/>
          </p:cNvSpPr>
          <p:nvPr/>
        </p:nvSpPr>
        <p:spPr bwMode="auto">
          <a:xfrm>
            <a:off x="473075" y="404813"/>
            <a:ext cx="5899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lang="zh-CN" altLang="en-US" sz="2800">
                <a:latin typeface="仿宋_GB2312" charset="0"/>
                <a:ea typeface="宋体" panose="02010600030101010101" pitchFamily="2" charset="-122"/>
              </a:rPr>
              <a:t>能识别小语言所有单词的状态转换图</a:t>
            </a:r>
          </a:p>
        </p:txBody>
      </p:sp>
      <p:sp>
        <p:nvSpPr>
          <p:cNvPr id="31747" name="Text Box 3">
            <a:extLst>
              <a:ext uri="{FF2B5EF4-FFF2-40B4-BE49-F238E27FC236}">
                <a16:creationId xmlns:a16="http://schemas.microsoft.com/office/drawing/2014/main" id="{4CE31071-F3D8-BA4B-DEE9-6003564C0766}"/>
              </a:ext>
            </a:extLst>
          </p:cNvPr>
          <p:cNvSpPr txBox="1">
            <a:spLocks noChangeArrowheads="1"/>
          </p:cNvSpPr>
          <p:nvPr/>
        </p:nvSpPr>
        <p:spPr bwMode="auto">
          <a:xfrm>
            <a:off x="323850" y="1196975"/>
            <a:ext cx="3384550" cy="4930775"/>
          </a:xfrm>
          <a:prstGeom prst="rect">
            <a:avLst/>
          </a:prstGeom>
          <a:noFill/>
          <a:ln w="12700">
            <a:solidFill>
              <a:srgbClr val="FF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zh-CN" altLang="en-US" sz="2800">
                <a:latin typeface="仿宋_GB2312" charset="0"/>
                <a:ea typeface="宋体" panose="02010600030101010101" pitchFamily="2" charset="-122"/>
              </a:rPr>
              <a:t>约定（限制）</a:t>
            </a:r>
            <a:r>
              <a:rPr kumimoji="1" lang="en-US" altLang="zh-CN" sz="2800">
                <a:latin typeface="仿宋_GB2312" charset="0"/>
                <a:ea typeface="宋体" panose="02010600030101010101" pitchFamily="2" charset="-122"/>
              </a:rPr>
              <a:t>: </a:t>
            </a:r>
          </a:p>
          <a:p>
            <a:pPr>
              <a:spcBef>
                <a:spcPct val="30000"/>
              </a:spcBef>
              <a:buClr>
                <a:srgbClr val="FF3300"/>
              </a:buClr>
              <a:buSzTx/>
              <a:buFont typeface="Wingdings" pitchFamily="2" charset="2"/>
              <a:buChar char="ü"/>
            </a:pPr>
            <a:r>
              <a:rPr kumimoji="1" lang="zh-CN" altLang="en-US" sz="2800">
                <a:latin typeface="仿宋_GB2312" charset="0"/>
                <a:ea typeface="宋体" panose="02010600030101010101" pitchFamily="2" charset="-122"/>
              </a:rPr>
              <a:t>关键字为保留字</a:t>
            </a:r>
            <a:r>
              <a:rPr kumimoji="1" lang="en-US" altLang="zh-CN" sz="2800">
                <a:latin typeface="仿宋_GB2312" charset="0"/>
                <a:ea typeface="宋体" panose="02010600030101010101" pitchFamily="2" charset="-122"/>
              </a:rPr>
              <a:t>; </a:t>
            </a:r>
          </a:p>
          <a:p>
            <a:pPr>
              <a:spcBef>
                <a:spcPct val="0"/>
              </a:spcBef>
              <a:buClr>
                <a:srgbClr val="FF3300"/>
              </a:buClr>
              <a:buSzTx/>
              <a:buFont typeface="Wingdings" pitchFamily="2" charset="2"/>
              <a:buChar char="ü"/>
            </a:pPr>
            <a:endParaRPr kumimoji="1" lang="en-US" altLang="zh-CN" sz="2800">
              <a:latin typeface="仿宋_GB2312" charset="0"/>
              <a:ea typeface="宋体" panose="02010600030101010101" pitchFamily="2" charset="-122"/>
            </a:endParaRPr>
          </a:p>
          <a:p>
            <a:pPr>
              <a:spcBef>
                <a:spcPct val="0"/>
              </a:spcBef>
              <a:buClr>
                <a:srgbClr val="FF3300"/>
              </a:buClr>
              <a:buSzTx/>
              <a:buFont typeface="Wingdings" pitchFamily="2" charset="2"/>
              <a:buChar char="ü"/>
            </a:pPr>
            <a:r>
              <a:rPr kumimoji="1" lang="zh-CN" altLang="en-US" sz="2800">
                <a:latin typeface="仿宋_GB2312" charset="0"/>
                <a:ea typeface="宋体" panose="02010600030101010101" pitchFamily="2" charset="-122"/>
              </a:rPr>
              <a:t>保留字作为标识符处理</a:t>
            </a:r>
            <a:r>
              <a:rPr kumimoji="1" lang="en-US" altLang="zh-CN" sz="2800">
                <a:latin typeface="仿宋_GB2312" charset="0"/>
                <a:ea typeface="宋体" panose="02010600030101010101" pitchFamily="2" charset="-122"/>
              </a:rPr>
              <a:t>,</a:t>
            </a:r>
            <a:r>
              <a:rPr kumimoji="1" lang="zh-CN" altLang="en-US" sz="2800">
                <a:latin typeface="仿宋_GB2312" charset="0"/>
                <a:ea typeface="宋体" panose="02010600030101010101" pitchFamily="2" charset="-122"/>
              </a:rPr>
              <a:t>并使用保留字表识别；</a:t>
            </a:r>
          </a:p>
          <a:p>
            <a:pPr>
              <a:spcBef>
                <a:spcPct val="0"/>
              </a:spcBef>
              <a:buClr>
                <a:srgbClr val="FF3300"/>
              </a:buClr>
              <a:buSzTx/>
              <a:buFont typeface="Wingdings" pitchFamily="2" charset="2"/>
              <a:buChar char="ü"/>
            </a:pPr>
            <a:endParaRPr kumimoji="1" lang="zh-CN" altLang="en-US" sz="2800">
              <a:latin typeface="仿宋_GB2312" charset="0"/>
              <a:ea typeface="宋体" panose="02010600030101010101" pitchFamily="2" charset="-122"/>
            </a:endParaRPr>
          </a:p>
          <a:p>
            <a:pPr>
              <a:spcBef>
                <a:spcPct val="0"/>
              </a:spcBef>
              <a:buClr>
                <a:srgbClr val="FF3300"/>
              </a:buClr>
              <a:buSzTx/>
              <a:buFont typeface="Wingdings" pitchFamily="2" charset="2"/>
              <a:buChar char="ü"/>
            </a:pPr>
            <a:r>
              <a:rPr kumimoji="1" lang="zh-CN" altLang="en-US" sz="2800">
                <a:latin typeface="仿宋_GB2312" charset="0"/>
                <a:ea typeface="宋体" panose="02010600030101010101" pitchFamily="2" charset="-122"/>
              </a:rPr>
              <a:t>关键字、标识符、常数间若无运算符或界限符则加一空格</a:t>
            </a:r>
            <a:endParaRPr lang="zh-CN" altLang="en-US" sz="2400">
              <a:latin typeface="仿宋_GB2312" charset="0"/>
              <a:ea typeface="宋体" panose="02010600030101010101" pitchFamily="2" charset="-122"/>
            </a:endParaRPr>
          </a:p>
        </p:txBody>
      </p:sp>
      <p:sp>
        <p:nvSpPr>
          <p:cNvPr id="666628" name="Oval 4">
            <a:extLst>
              <a:ext uri="{FF2B5EF4-FFF2-40B4-BE49-F238E27FC236}">
                <a16:creationId xmlns:a16="http://schemas.microsoft.com/office/drawing/2014/main" id="{6D7824FD-8D9F-4715-78C8-20A5F733142B}"/>
              </a:ext>
            </a:extLst>
          </p:cNvPr>
          <p:cNvSpPr>
            <a:spLocks noChangeArrowheads="1"/>
          </p:cNvSpPr>
          <p:nvPr/>
        </p:nvSpPr>
        <p:spPr bwMode="auto">
          <a:xfrm>
            <a:off x="4500563" y="1335088"/>
            <a:ext cx="287337" cy="287337"/>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0</a:t>
            </a:r>
          </a:p>
        </p:txBody>
      </p:sp>
      <p:sp>
        <p:nvSpPr>
          <p:cNvPr id="666629" name="Freeform 5">
            <a:extLst>
              <a:ext uri="{FF2B5EF4-FFF2-40B4-BE49-F238E27FC236}">
                <a16:creationId xmlns:a16="http://schemas.microsoft.com/office/drawing/2014/main" id="{0B7C47FE-37BA-1C74-BFDA-4D7A6687F372}"/>
              </a:ext>
            </a:extLst>
          </p:cNvPr>
          <p:cNvSpPr>
            <a:spLocks/>
          </p:cNvSpPr>
          <p:nvPr/>
        </p:nvSpPr>
        <p:spPr bwMode="auto">
          <a:xfrm>
            <a:off x="4356100" y="1262063"/>
            <a:ext cx="239713" cy="325437"/>
          </a:xfrm>
          <a:custGeom>
            <a:avLst/>
            <a:gdLst>
              <a:gd name="T0" fmla="*/ 2147483646 w 151"/>
              <a:gd name="T1" fmla="*/ 2147483646 h 205"/>
              <a:gd name="T2" fmla="*/ 2147483646 w 151"/>
              <a:gd name="T3" fmla="*/ 2147483646 h 205"/>
              <a:gd name="T4" fmla="*/ 2147483646 w 151"/>
              <a:gd name="T5" fmla="*/ 2147483646 h 205"/>
              <a:gd name="T6" fmla="*/ 2147483646 w 151"/>
              <a:gd name="T7" fmla="*/ 0 h 205"/>
              <a:gd name="T8" fmla="*/ 2147483646 w 151"/>
              <a:gd name="T9" fmla="*/ 2147483646 h 205"/>
              <a:gd name="T10" fmla="*/ 0 60000 65536"/>
              <a:gd name="T11" fmla="*/ 0 60000 65536"/>
              <a:gd name="T12" fmla="*/ 0 60000 65536"/>
              <a:gd name="T13" fmla="*/ 0 60000 65536"/>
              <a:gd name="T14" fmla="*/ 0 60000 65536"/>
              <a:gd name="T15" fmla="*/ 0 w 151"/>
              <a:gd name="T16" fmla="*/ 0 h 205"/>
              <a:gd name="T17" fmla="*/ 151 w 151"/>
              <a:gd name="T18" fmla="*/ 205 h 205"/>
            </a:gdLst>
            <a:ahLst/>
            <a:cxnLst>
              <a:cxn ang="T10">
                <a:pos x="T0" y="T1"/>
              </a:cxn>
              <a:cxn ang="T11">
                <a:pos x="T2" y="T3"/>
              </a:cxn>
              <a:cxn ang="T12">
                <a:pos x="T4" y="T5"/>
              </a:cxn>
              <a:cxn ang="T13">
                <a:pos x="T6" y="T7"/>
              </a:cxn>
              <a:cxn ang="T14">
                <a:pos x="T8" y="T9"/>
              </a:cxn>
            </a:cxnLst>
            <a:rect l="T15" t="T16" r="T17" b="T18"/>
            <a:pathLst>
              <a:path w="151" h="205">
                <a:moveTo>
                  <a:pt x="106" y="182"/>
                </a:moveTo>
                <a:cubicBezTo>
                  <a:pt x="68" y="193"/>
                  <a:pt x="30" y="205"/>
                  <a:pt x="15" y="182"/>
                </a:cubicBezTo>
                <a:cubicBezTo>
                  <a:pt x="0" y="159"/>
                  <a:pt x="8" y="76"/>
                  <a:pt x="15" y="46"/>
                </a:cubicBezTo>
                <a:cubicBezTo>
                  <a:pt x="22" y="16"/>
                  <a:pt x="37" y="0"/>
                  <a:pt x="60" y="0"/>
                </a:cubicBezTo>
                <a:cubicBezTo>
                  <a:pt x="83" y="0"/>
                  <a:pt x="136" y="38"/>
                  <a:pt x="151" y="46"/>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6630" name="Text Box 6">
            <a:extLst>
              <a:ext uri="{FF2B5EF4-FFF2-40B4-BE49-F238E27FC236}">
                <a16:creationId xmlns:a16="http://schemas.microsoft.com/office/drawing/2014/main" id="{CD1DCE96-600D-61E5-F0BE-A008E20F460E}"/>
              </a:ext>
            </a:extLst>
          </p:cNvPr>
          <p:cNvSpPr txBox="1">
            <a:spLocks noChangeArrowheads="1"/>
          </p:cNvSpPr>
          <p:nvPr/>
        </p:nvSpPr>
        <p:spPr bwMode="auto">
          <a:xfrm>
            <a:off x="3708400" y="1190625"/>
            <a:ext cx="7191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1600">
                <a:solidFill>
                  <a:schemeClr val="tx1"/>
                </a:solidFill>
                <a:latin typeface="Comic Sans MS" panose="030F0902030302020204" pitchFamily="66" charset="0"/>
                <a:ea typeface="宋体" panose="02010600030101010101" pitchFamily="2" charset="-122"/>
              </a:rPr>
              <a:t>空白</a:t>
            </a:r>
          </a:p>
        </p:txBody>
      </p:sp>
      <p:sp>
        <p:nvSpPr>
          <p:cNvPr id="666631" name="Line 7">
            <a:extLst>
              <a:ext uri="{FF2B5EF4-FFF2-40B4-BE49-F238E27FC236}">
                <a16:creationId xmlns:a16="http://schemas.microsoft.com/office/drawing/2014/main" id="{100139C6-CDE7-57A2-7F68-57203F447000}"/>
              </a:ext>
            </a:extLst>
          </p:cNvPr>
          <p:cNvSpPr>
            <a:spLocks noChangeShapeType="1"/>
          </p:cNvSpPr>
          <p:nvPr/>
        </p:nvSpPr>
        <p:spPr bwMode="auto">
          <a:xfrm>
            <a:off x="4787900" y="1479550"/>
            <a:ext cx="7207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66632" name="Text Box 8">
            <a:extLst>
              <a:ext uri="{FF2B5EF4-FFF2-40B4-BE49-F238E27FC236}">
                <a16:creationId xmlns:a16="http://schemas.microsoft.com/office/drawing/2014/main" id="{1B3FE146-27AE-C2E8-1C17-6E27C6CAAD4C}"/>
              </a:ext>
            </a:extLst>
          </p:cNvPr>
          <p:cNvSpPr txBox="1">
            <a:spLocks noChangeArrowheads="1"/>
          </p:cNvSpPr>
          <p:nvPr/>
        </p:nvSpPr>
        <p:spPr bwMode="auto">
          <a:xfrm>
            <a:off x="4643438" y="1046163"/>
            <a:ext cx="6492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1600">
                <a:solidFill>
                  <a:schemeClr val="tx1"/>
                </a:solidFill>
                <a:latin typeface="Comic Sans MS" panose="030F0902030302020204" pitchFamily="66" charset="0"/>
                <a:ea typeface="宋体" panose="02010600030101010101" pitchFamily="2" charset="-122"/>
              </a:rPr>
              <a:t>字母</a:t>
            </a:r>
          </a:p>
        </p:txBody>
      </p:sp>
      <p:sp>
        <p:nvSpPr>
          <p:cNvPr id="666633" name="Oval 9">
            <a:extLst>
              <a:ext uri="{FF2B5EF4-FFF2-40B4-BE49-F238E27FC236}">
                <a16:creationId xmlns:a16="http://schemas.microsoft.com/office/drawing/2014/main" id="{9C13CECE-64FD-903B-4A07-93A4A4E1F8F3}"/>
              </a:ext>
            </a:extLst>
          </p:cNvPr>
          <p:cNvSpPr>
            <a:spLocks noChangeArrowheads="1"/>
          </p:cNvSpPr>
          <p:nvPr/>
        </p:nvSpPr>
        <p:spPr bwMode="auto">
          <a:xfrm>
            <a:off x="5580063" y="1335088"/>
            <a:ext cx="287337" cy="287337"/>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1</a:t>
            </a:r>
          </a:p>
        </p:txBody>
      </p:sp>
      <p:sp>
        <p:nvSpPr>
          <p:cNvPr id="666634" name="Freeform 10">
            <a:extLst>
              <a:ext uri="{FF2B5EF4-FFF2-40B4-BE49-F238E27FC236}">
                <a16:creationId xmlns:a16="http://schemas.microsoft.com/office/drawing/2014/main" id="{D652E101-6534-84F4-18FD-83713FCA79BA}"/>
              </a:ext>
            </a:extLst>
          </p:cNvPr>
          <p:cNvSpPr>
            <a:spLocks/>
          </p:cNvSpPr>
          <p:nvPr/>
        </p:nvSpPr>
        <p:spPr bwMode="auto">
          <a:xfrm>
            <a:off x="5568950" y="1166813"/>
            <a:ext cx="298450" cy="239712"/>
          </a:xfrm>
          <a:custGeom>
            <a:avLst/>
            <a:gdLst>
              <a:gd name="T0" fmla="*/ 2147483646 w 188"/>
              <a:gd name="T1" fmla="*/ 2147483646 h 151"/>
              <a:gd name="T2" fmla="*/ 2147483646 w 188"/>
              <a:gd name="T3" fmla="*/ 2147483646 h 151"/>
              <a:gd name="T4" fmla="*/ 2147483646 w 188"/>
              <a:gd name="T5" fmla="*/ 2147483646 h 151"/>
              <a:gd name="T6" fmla="*/ 2147483646 w 188"/>
              <a:gd name="T7" fmla="*/ 2147483646 h 151"/>
              <a:gd name="T8" fmla="*/ 2147483646 w 188"/>
              <a:gd name="T9" fmla="*/ 2147483646 h 151"/>
              <a:gd name="T10" fmla="*/ 2147483646 w 188"/>
              <a:gd name="T11" fmla="*/ 2147483646 h 151"/>
              <a:gd name="T12" fmla="*/ 0 60000 65536"/>
              <a:gd name="T13" fmla="*/ 0 60000 65536"/>
              <a:gd name="T14" fmla="*/ 0 60000 65536"/>
              <a:gd name="T15" fmla="*/ 0 60000 65536"/>
              <a:gd name="T16" fmla="*/ 0 60000 65536"/>
              <a:gd name="T17" fmla="*/ 0 60000 65536"/>
              <a:gd name="T18" fmla="*/ 0 w 188"/>
              <a:gd name="T19" fmla="*/ 0 h 151"/>
              <a:gd name="T20" fmla="*/ 188 w 188"/>
              <a:gd name="T21" fmla="*/ 151 h 151"/>
            </a:gdLst>
            <a:ahLst/>
            <a:cxnLst>
              <a:cxn ang="T12">
                <a:pos x="T0" y="T1"/>
              </a:cxn>
              <a:cxn ang="T13">
                <a:pos x="T2" y="T3"/>
              </a:cxn>
              <a:cxn ang="T14">
                <a:pos x="T4" y="T5"/>
              </a:cxn>
              <a:cxn ang="T15">
                <a:pos x="T6" y="T7"/>
              </a:cxn>
              <a:cxn ang="T16">
                <a:pos x="T8" y="T9"/>
              </a:cxn>
              <a:cxn ang="T17">
                <a:pos x="T10" y="T11"/>
              </a:cxn>
            </a:cxnLst>
            <a:rect l="T18" t="T19" r="T20" b="T21"/>
            <a:pathLst>
              <a:path w="188" h="151">
                <a:moveTo>
                  <a:pt x="7" y="151"/>
                </a:moveTo>
                <a:cubicBezTo>
                  <a:pt x="3" y="117"/>
                  <a:pt x="0" y="83"/>
                  <a:pt x="7" y="60"/>
                </a:cubicBezTo>
                <a:cubicBezTo>
                  <a:pt x="14" y="37"/>
                  <a:pt x="29" y="22"/>
                  <a:pt x="52" y="15"/>
                </a:cubicBezTo>
                <a:cubicBezTo>
                  <a:pt x="75" y="8"/>
                  <a:pt x="120" y="0"/>
                  <a:pt x="143" y="15"/>
                </a:cubicBezTo>
                <a:cubicBezTo>
                  <a:pt x="166" y="30"/>
                  <a:pt x="188" y="83"/>
                  <a:pt x="188" y="106"/>
                </a:cubicBezTo>
                <a:cubicBezTo>
                  <a:pt x="188" y="129"/>
                  <a:pt x="150" y="144"/>
                  <a:pt x="143" y="151"/>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6635" name="Text Box 11">
            <a:extLst>
              <a:ext uri="{FF2B5EF4-FFF2-40B4-BE49-F238E27FC236}">
                <a16:creationId xmlns:a16="http://schemas.microsoft.com/office/drawing/2014/main" id="{263CB7DA-F2D2-3AFE-C9D3-35B65F864840}"/>
              </a:ext>
            </a:extLst>
          </p:cNvPr>
          <p:cNvSpPr txBox="1">
            <a:spLocks noChangeArrowheads="1"/>
          </p:cNvSpPr>
          <p:nvPr/>
        </p:nvSpPr>
        <p:spPr bwMode="auto">
          <a:xfrm>
            <a:off x="5219700" y="903288"/>
            <a:ext cx="13684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1600">
                <a:solidFill>
                  <a:schemeClr val="tx1"/>
                </a:solidFill>
                <a:latin typeface="Comic Sans MS" panose="030F0902030302020204" pitchFamily="66" charset="0"/>
                <a:ea typeface="宋体" panose="02010600030101010101" pitchFamily="2" charset="-122"/>
              </a:rPr>
              <a:t>字母或数字</a:t>
            </a:r>
          </a:p>
        </p:txBody>
      </p:sp>
      <p:sp>
        <p:nvSpPr>
          <p:cNvPr id="666636" name="Line 12">
            <a:extLst>
              <a:ext uri="{FF2B5EF4-FFF2-40B4-BE49-F238E27FC236}">
                <a16:creationId xmlns:a16="http://schemas.microsoft.com/office/drawing/2014/main" id="{86EBF04D-76DD-1C47-DB6E-4AADCC765D5A}"/>
              </a:ext>
            </a:extLst>
          </p:cNvPr>
          <p:cNvSpPr>
            <a:spLocks noChangeShapeType="1"/>
          </p:cNvSpPr>
          <p:nvPr/>
        </p:nvSpPr>
        <p:spPr bwMode="auto">
          <a:xfrm>
            <a:off x="5940425" y="1479550"/>
            <a:ext cx="14398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66637" name="Oval 13">
            <a:extLst>
              <a:ext uri="{FF2B5EF4-FFF2-40B4-BE49-F238E27FC236}">
                <a16:creationId xmlns:a16="http://schemas.microsoft.com/office/drawing/2014/main" id="{22246688-D8E8-DD5A-0EC1-CF4A0994B659}"/>
              </a:ext>
            </a:extLst>
          </p:cNvPr>
          <p:cNvSpPr>
            <a:spLocks noChangeArrowheads="1"/>
          </p:cNvSpPr>
          <p:nvPr/>
        </p:nvSpPr>
        <p:spPr bwMode="auto">
          <a:xfrm>
            <a:off x="7380288" y="1335088"/>
            <a:ext cx="287337" cy="287337"/>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2</a:t>
            </a:r>
          </a:p>
        </p:txBody>
      </p:sp>
      <p:sp>
        <p:nvSpPr>
          <p:cNvPr id="666638" name="Text Box 14">
            <a:extLst>
              <a:ext uri="{FF2B5EF4-FFF2-40B4-BE49-F238E27FC236}">
                <a16:creationId xmlns:a16="http://schemas.microsoft.com/office/drawing/2014/main" id="{01217435-45EA-90BD-509B-54CB4E9AF56E}"/>
              </a:ext>
            </a:extLst>
          </p:cNvPr>
          <p:cNvSpPr txBox="1">
            <a:spLocks noChangeArrowheads="1"/>
          </p:cNvSpPr>
          <p:nvPr/>
        </p:nvSpPr>
        <p:spPr bwMode="auto">
          <a:xfrm>
            <a:off x="5940425" y="1190625"/>
            <a:ext cx="1439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1600">
                <a:solidFill>
                  <a:schemeClr val="tx1"/>
                </a:solidFill>
                <a:latin typeface="Comic Sans MS" panose="030F0902030302020204" pitchFamily="66" charset="0"/>
                <a:ea typeface="宋体" panose="02010600030101010101" pitchFamily="2" charset="-122"/>
              </a:rPr>
              <a:t>非字母与数字</a:t>
            </a:r>
          </a:p>
        </p:txBody>
      </p:sp>
      <p:sp>
        <p:nvSpPr>
          <p:cNvPr id="666639" name="Line 15">
            <a:extLst>
              <a:ext uri="{FF2B5EF4-FFF2-40B4-BE49-F238E27FC236}">
                <a16:creationId xmlns:a16="http://schemas.microsoft.com/office/drawing/2014/main" id="{1E54FAD1-80FA-174F-41BE-B3E8EF8082AA}"/>
              </a:ext>
            </a:extLst>
          </p:cNvPr>
          <p:cNvSpPr>
            <a:spLocks noChangeShapeType="1"/>
          </p:cNvSpPr>
          <p:nvPr/>
        </p:nvSpPr>
        <p:spPr bwMode="auto">
          <a:xfrm>
            <a:off x="4716463" y="1622425"/>
            <a:ext cx="0" cy="7921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640" name="Line 16">
            <a:extLst>
              <a:ext uri="{FF2B5EF4-FFF2-40B4-BE49-F238E27FC236}">
                <a16:creationId xmlns:a16="http://schemas.microsoft.com/office/drawing/2014/main" id="{69244559-D921-DFFC-6EF4-E78890E89171}"/>
              </a:ext>
            </a:extLst>
          </p:cNvPr>
          <p:cNvSpPr>
            <a:spLocks noChangeShapeType="1"/>
          </p:cNvSpPr>
          <p:nvPr/>
        </p:nvSpPr>
        <p:spPr bwMode="auto">
          <a:xfrm>
            <a:off x="4716463" y="2414588"/>
            <a:ext cx="10080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66641" name="Oval 17">
            <a:extLst>
              <a:ext uri="{FF2B5EF4-FFF2-40B4-BE49-F238E27FC236}">
                <a16:creationId xmlns:a16="http://schemas.microsoft.com/office/drawing/2014/main" id="{F2E01915-C47B-8250-7779-F5E279171798}"/>
              </a:ext>
            </a:extLst>
          </p:cNvPr>
          <p:cNvSpPr>
            <a:spLocks noChangeArrowheads="1"/>
          </p:cNvSpPr>
          <p:nvPr/>
        </p:nvSpPr>
        <p:spPr bwMode="auto">
          <a:xfrm>
            <a:off x="5724525" y="2198688"/>
            <a:ext cx="360363" cy="36036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3</a:t>
            </a:r>
          </a:p>
        </p:txBody>
      </p:sp>
      <p:sp>
        <p:nvSpPr>
          <p:cNvPr id="666642" name="Line 18">
            <a:extLst>
              <a:ext uri="{FF2B5EF4-FFF2-40B4-BE49-F238E27FC236}">
                <a16:creationId xmlns:a16="http://schemas.microsoft.com/office/drawing/2014/main" id="{CCA02C02-6354-EC5D-8F71-F4E68A4446DD}"/>
              </a:ext>
            </a:extLst>
          </p:cNvPr>
          <p:cNvSpPr>
            <a:spLocks noChangeShapeType="1"/>
          </p:cNvSpPr>
          <p:nvPr/>
        </p:nvSpPr>
        <p:spPr bwMode="auto">
          <a:xfrm>
            <a:off x="6084888" y="2414588"/>
            <a:ext cx="12239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66643" name="Oval 19">
            <a:extLst>
              <a:ext uri="{FF2B5EF4-FFF2-40B4-BE49-F238E27FC236}">
                <a16:creationId xmlns:a16="http://schemas.microsoft.com/office/drawing/2014/main" id="{70EBDD6C-0B9B-397F-226D-2744DC0FF982}"/>
              </a:ext>
            </a:extLst>
          </p:cNvPr>
          <p:cNvSpPr>
            <a:spLocks noChangeArrowheads="1"/>
          </p:cNvSpPr>
          <p:nvPr/>
        </p:nvSpPr>
        <p:spPr bwMode="auto">
          <a:xfrm>
            <a:off x="7380288" y="2270125"/>
            <a:ext cx="360362" cy="360363"/>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4</a:t>
            </a:r>
          </a:p>
        </p:txBody>
      </p:sp>
      <p:sp>
        <p:nvSpPr>
          <p:cNvPr id="666644" name="Text Box 20">
            <a:extLst>
              <a:ext uri="{FF2B5EF4-FFF2-40B4-BE49-F238E27FC236}">
                <a16:creationId xmlns:a16="http://schemas.microsoft.com/office/drawing/2014/main" id="{BDB4BD6D-CC16-1920-7F7F-9F47DB38DF9F}"/>
              </a:ext>
            </a:extLst>
          </p:cNvPr>
          <p:cNvSpPr txBox="1">
            <a:spLocks noChangeArrowheads="1"/>
          </p:cNvSpPr>
          <p:nvPr/>
        </p:nvSpPr>
        <p:spPr bwMode="auto">
          <a:xfrm>
            <a:off x="7596188" y="1190625"/>
            <a:ext cx="431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Comic Sans MS" panose="030F0902030302020204" pitchFamily="66" charset="0"/>
                <a:ea typeface="宋体" panose="02010600030101010101" pitchFamily="2" charset="-122"/>
              </a:rPr>
              <a:t>*</a:t>
            </a:r>
          </a:p>
        </p:txBody>
      </p:sp>
      <p:sp>
        <p:nvSpPr>
          <p:cNvPr id="666645" name="Line 21">
            <a:extLst>
              <a:ext uri="{FF2B5EF4-FFF2-40B4-BE49-F238E27FC236}">
                <a16:creationId xmlns:a16="http://schemas.microsoft.com/office/drawing/2014/main" id="{BF59AAB2-F881-5E1D-893A-05788FFE0505}"/>
              </a:ext>
            </a:extLst>
          </p:cNvPr>
          <p:cNvSpPr>
            <a:spLocks noChangeShapeType="1"/>
          </p:cNvSpPr>
          <p:nvPr/>
        </p:nvSpPr>
        <p:spPr bwMode="auto">
          <a:xfrm>
            <a:off x="4716463" y="2414588"/>
            <a:ext cx="0" cy="360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646" name="Line 22">
            <a:extLst>
              <a:ext uri="{FF2B5EF4-FFF2-40B4-BE49-F238E27FC236}">
                <a16:creationId xmlns:a16="http://schemas.microsoft.com/office/drawing/2014/main" id="{50D76880-B4D7-8E28-AC25-1DCE3C8688A0}"/>
              </a:ext>
            </a:extLst>
          </p:cNvPr>
          <p:cNvSpPr>
            <a:spLocks noChangeShapeType="1"/>
          </p:cNvSpPr>
          <p:nvPr/>
        </p:nvSpPr>
        <p:spPr bwMode="auto">
          <a:xfrm>
            <a:off x="4716463" y="2774950"/>
            <a:ext cx="10080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66647" name="Oval 23">
            <a:extLst>
              <a:ext uri="{FF2B5EF4-FFF2-40B4-BE49-F238E27FC236}">
                <a16:creationId xmlns:a16="http://schemas.microsoft.com/office/drawing/2014/main" id="{0133174C-112F-B46F-8BF1-2FAAEDE8687D}"/>
              </a:ext>
            </a:extLst>
          </p:cNvPr>
          <p:cNvSpPr>
            <a:spLocks noChangeArrowheads="1"/>
          </p:cNvSpPr>
          <p:nvPr/>
        </p:nvSpPr>
        <p:spPr bwMode="auto">
          <a:xfrm>
            <a:off x="5795963" y="2630488"/>
            <a:ext cx="360362" cy="360362"/>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5</a:t>
            </a:r>
          </a:p>
        </p:txBody>
      </p:sp>
      <p:sp>
        <p:nvSpPr>
          <p:cNvPr id="666648" name="Line 24">
            <a:extLst>
              <a:ext uri="{FF2B5EF4-FFF2-40B4-BE49-F238E27FC236}">
                <a16:creationId xmlns:a16="http://schemas.microsoft.com/office/drawing/2014/main" id="{39998BFF-0E66-73FC-B2D7-2142A8EE629E}"/>
              </a:ext>
            </a:extLst>
          </p:cNvPr>
          <p:cNvSpPr>
            <a:spLocks noChangeShapeType="1"/>
          </p:cNvSpPr>
          <p:nvPr/>
        </p:nvSpPr>
        <p:spPr bwMode="auto">
          <a:xfrm>
            <a:off x="4716463" y="2703513"/>
            <a:ext cx="0" cy="574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649" name="Line 25">
            <a:extLst>
              <a:ext uri="{FF2B5EF4-FFF2-40B4-BE49-F238E27FC236}">
                <a16:creationId xmlns:a16="http://schemas.microsoft.com/office/drawing/2014/main" id="{CFB96194-148F-3922-EF72-F7AF90CBD08E}"/>
              </a:ext>
            </a:extLst>
          </p:cNvPr>
          <p:cNvSpPr>
            <a:spLocks noChangeShapeType="1"/>
          </p:cNvSpPr>
          <p:nvPr/>
        </p:nvSpPr>
        <p:spPr bwMode="auto">
          <a:xfrm>
            <a:off x="4716463" y="3278188"/>
            <a:ext cx="10080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66650" name="Oval 26">
            <a:extLst>
              <a:ext uri="{FF2B5EF4-FFF2-40B4-BE49-F238E27FC236}">
                <a16:creationId xmlns:a16="http://schemas.microsoft.com/office/drawing/2014/main" id="{479B57F2-4D6C-9C92-9D17-035DE269A81C}"/>
              </a:ext>
            </a:extLst>
          </p:cNvPr>
          <p:cNvSpPr>
            <a:spLocks noChangeArrowheads="1"/>
          </p:cNvSpPr>
          <p:nvPr/>
        </p:nvSpPr>
        <p:spPr bwMode="auto">
          <a:xfrm>
            <a:off x="5829300" y="3135313"/>
            <a:ext cx="360363" cy="360362"/>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6</a:t>
            </a:r>
          </a:p>
        </p:txBody>
      </p:sp>
      <p:sp>
        <p:nvSpPr>
          <p:cNvPr id="666651" name="Line 27">
            <a:extLst>
              <a:ext uri="{FF2B5EF4-FFF2-40B4-BE49-F238E27FC236}">
                <a16:creationId xmlns:a16="http://schemas.microsoft.com/office/drawing/2014/main" id="{FEF3DBCE-2E53-BFE6-41D5-59D20FA78FCC}"/>
              </a:ext>
            </a:extLst>
          </p:cNvPr>
          <p:cNvSpPr>
            <a:spLocks noChangeShapeType="1"/>
          </p:cNvSpPr>
          <p:nvPr/>
        </p:nvSpPr>
        <p:spPr bwMode="auto">
          <a:xfrm>
            <a:off x="4716463" y="3278188"/>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652" name="Line 28">
            <a:extLst>
              <a:ext uri="{FF2B5EF4-FFF2-40B4-BE49-F238E27FC236}">
                <a16:creationId xmlns:a16="http://schemas.microsoft.com/office/drawing/2014/main" id="{9CA14A95-08C3-FABD-B82F-5F1AB3908225}"/>
              </a:ext>
            </a:extLst>
          </p:cNvPr>
          <p:cNvSpPr>
            <a:spLocks noChangeShapeType="1"/>
          </p:cNvSpPr>
          <p:nvPr/>
        </p:nvSpPr>
        <p:spPr bwMode="auto">
          <a:xfrm>
            <a:off x="4716463" y="3783013"/>
            <a:ext cx="10080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66653" name="Oval 29">
            <a:extLst>
              <a:ext uri="{FF2B5EF4-FFF2-40B4-BE49-F238E27FC236}">
                <a16:creationId xmlns:a16="http://schemas.microsoft.com/office/drawing/2014/main" id="{C7B15AFE-A633-F538-5F95-173883257FAC}"/>
              </a:ext>
            </a:extLst>
          </p:cNvPr>
          <p:cNvSpPr>
            <a:spLocks noChangeArrowheads="1"/>
          </p:cNvSpPr>
          <p:nvPr/>
        </p:nvSpPr>
        <p:spPr bwMode="auto">
          <a:xfrm>
            <a:off x="5795963" y="3638550"/>
            <a:ext cx="360362" cy="360363"/>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7</a:t>
            </a:r>
          </a:p>
        </p:txBody>
      </p:sp>
      <p:sp>
        <p:nvSpPr>
          <p:cNvPr id="666654" name="Line 30">
            <a:extLst>
              <a:ext uri="{FF2B5EF4-FFF2-40B4-BE49-F238E27FC236}">
                <a16:creationId xmlns:a16="http://schemas.microsoft.com/office/drawing/2014/main" id="{7CDA366C-2922-FE89-B84E-60C173E6D7FC}"/>
              </a:ext>
            </a:extLst>
          </p:cNvPr>
          <p:cNvSpPr>
            <a:spLocks noChangeShapeType="1"/>
          </p:cNvSpPr>
          <p:nvPr/>
        </p:nvSpPr>
        <p:spPr bwMode="auto">
          <a:xfrm>
            <a:off x="6156325" y="3783013"/>
            <a:ext cx="1295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66655" name="Oval 31">
            <a:extLst>
              <a:ext uri="{FF2B5EF4-FFF2-40B4-BE49-F238E27FC236}">
                <a16:creationId xmlns:a16="http://schemas.microsoft.com/office/drawing/2014/main" id="{27D0E5AA-907E-4B32-1217-FA98632A7E15}"/>
              </a:ext>
            </a:extLst>
          </p:cNvPr>
          <p:cNvSpPr>
            <a:spLocks noChangeArrowheads="1"/>
          </p:cNvSpPr>
          <p:nvPr/>
        </p:nvSpPr>
        <p:spPr bwMode="auto">
          <a:xfrm>
            <a:off x="7451725" y="3638550"/>
            <a:ext cx="360363" cy="360363"/>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8</a:t>
            </a:r>
          </a:p>
        </p:txBody>
      </p:sp>
      <p:sp>
        <p:nvSpPr>
          <p:cNvPr id="666656" name="Line 32">
            <a:extLst>
              <a:ext uri="{FF2B5EF4-FFF2-40B4-BE49-F238E27FC236}">
                <a16:creationId xmlns:a16="http://schemas.microsoft.com/office/drawing/2014/main" id="{9DF767CF-9A80-1C5A-8EC6-9A1453C1398A}"/>
              </a:ext>
            </a:extLst>
          </p:cNvPr>
          <p:cNvSpPr>
            <a:spLocks noChangeShapeType="1"/>
          </p:cNvSpPr>
          <p:nvPr/>
        </p:nvSpPr>
        <p:spPr bwMode="auto">
          <a:xfrm>
            <a:off x="6011863" y="3998913"/>
            <a:ext cx="0" cy="3603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657" name="Line 33">
            <a:extLst>
              <a:ext uri="{FF2B5EF4-FFF2-40B4-BE49-F238E27FC236}">
                <a16:creationId xmlns:a16="http://schemas.microsoft.com/office/drawing/2014/main" id="{1D9E1CAB-8D8A-5CFE-E818-19A2F480DA4D}"/>
              </a:ext>
            </a:extLst>
          </p:cNvPr>
          <p:cNvSpPr>
            <a:spLocks noChangeShapeType="1"/>
          </p:cNvSpPr>
          <p:nvPr/>
        </p:nvSpPr>
        <p:spPr bwMode="auto">
          <a:xfrm>
            <a:off x="6011863" y="4359275"/>
            <a:ext cx="15128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66658" name="Oval 34">
            <a:extLst>
              <a:ext uri="{FF2B5EF4-FFF2-40B4-BE49-F238E27FC236}">
                <a16:creationId xmlns:a16="http://schemas.microsoft.com/office/drawing/2014/main" id="{4EE42930-6AD8-7191-56DE-76BD12CEC7CC}"/>
              </a:ext>
            </a:extLst>
          </p:cNvPr>
          <p:cNvSpPr>
            <a:spLocks noChangeArrowheads="1"/>
          </p:cNvSpPr>
          <p:nvPr/>
        </p:nvSpPr>
        <p:spPr bwMode="auto">
          <a:xfrm>
            <a:off x="7596188" y="4143375"/>
            <a:ext cx="360362" cy="360363"/>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9</a:t>
            </a:r>
          </a:p>
        </p:txBody>
      </p:sp>
      <p:sp>
        <p:nvSpPr>
          <p:cNvPr id="666659" name="Line 35">
            <a:extLst>
              <a:ext uri="{FF2B5EF4-FFF2-40B4-BE49-F238E27FC236}">
                <a16:creationId xmlns:a16="http://schemas.microsoft.com/office/drawing/2014/main" id="{4F402481-7AAE-B698-323C-9ECDC73C677D}"/>
              </a:ext>
            </a:extLst>
          </p:cNvPr>
          <p:cNvSpPr>
            <a:spLocks noChangeShapeType="1"/>
          </p:cNvSpPr>
          <p:nvPr/>
        </p:nvSpPr>
        <p:spPr bwMode="auto">
          <a:xfrm>
            <a:off x="4716463" y="3783013"/>
            <a:ext cx="0" cy="12239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660" name="Line 36">
            <a:extLst>
              <a:ext uri="{FF2B5EF4-FFF2-40B4-BE49-F238E27FC236}">
                <a16:creationId xmlns:a16="http://schemas.microsoft.com/office/drawing/2014/main" id="{85C0BD6E-D4C2-FB90-FE40-B83A51D56EAB}"/>
              </a:ext>
            </a:extLst>
          </p:cNvPr>
          <p:cNvSpPr>
            <a:spLocks noChangeShapeType="1"/>
          </p:cNvSpPr>
          <p:nvPr/>
        </p:nvSpPr>
        <p:spPr bwMode="auto">
          <a:xfrm>
            <a:off x="4716463" y="4725988"/>
            <a:ext cx="1295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66661" name="Oval 37">
            <a:extLst>
              <a:ext uri="{FF2B5EF4-FFF2-40B4-BE49-F238E27FC236}">
                <a16:creationId xmlns:a16="http://schemas.microsoft.com/office/drawing/2014/main" id="{77F57FDC-B939-CFE7-47CE-4B6223201D73}"/>
              </a:ext>
            </a:extLst>
          </p:cNvPr>
          <p:cNvSpPr>
            <a:spLocks noChangeArrowheads="1"/>
          </p:cNvSpPr>
          <p:nvPr/>
        </p:nvSpPr>
        <p:spPr bwMode="auto">
          <a:xfrm>
            <a:off x="6011863" y="4510088"/>
            <a:ext cx="360362" cy="360362"/>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10</a:t>
            </a:r>
          </a:p>
        </p:txBody>
      </p:sp>
      <p:sp>
        <p:nvSpPr>
          <p:cNvPr id="666662" name="Line 38">
            <a:extLst>
              <a:ext uri="{FF2B5EF4-FFF2-40B4-BE49-F238E27FC236}">
                <a16:creationId xmlns:a16="http://schemas.microsoft.com/office/drawing/2014/main" id="{98935881-9C40-78FC-B9A5-19F95F41B818}"/>
              </a:ext>
            </a:extLst>
          </p:cNvPr>
          <p:cNvSpPr>
            <a:spLocks noChangeShapeType="1"/>
          </p:cNvSpPr>
          <p:nvPr/>
        </p:nvSpPr>
        <p:spPr bwMode="auto">
          <a:xfrm>
            <a:off x="4716463" y="4725988"/>
            <a:ext cx="0" cy="5762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663" name="Line 39">
            <a:extLst>
              <a:ext uri="{FF2B5EF4-FFF2-40B4-BE49-F238E27FC236}">
                <a16:creationId xmlns:a16="http://schemas.microsoft.com/office/drawing/2014/main" id="{C9608627-F1EC-4C96-9BCF-8CC45590195E}"/>
              </a:ext>
            </a:extLst>
          </p:cNvPr>
          <p:cNvSpPr>
            <a:spLocks noChangeShapeType="1"/>
          </p:cNvSpPr>
          <p:nvPr/>
        </p:nvSpPr>
        <p:spPr bwMode="auto">
          <a:xfrm>
            <a:off x="4716463" y="5302250"/>
            <a:ext cx="12239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66664" name="Oval 40">
            <a:extLst>
              <a:ext uri="{FF2B5EF4-FFF2-40B4-BE49-F238E27FC236}">
                <a16:creationId xmlns:a16="http://schemas.microsoft.com/office/drawing/2014/main" id="{023CBBB5-F703-E120-5D0A-13F82111448C}"/>
              </a:ext>
            </a:extLst>
          </p:cNvPr>
          <p:cNvSpPr>
            <a:spLocks noChangeArrowheads="1"/>
          </p:cNvSpPr>
          <p:nvPr/>
        </p:nvSpPr>
        <p:spPr bwMode="auto">
          <a:xfrm>
            <a:off x="6011863" y="5157788"/>
            <a:ext cx="360362" cy="360362"/>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11</a:t>
            </a:r>
          </a:p>
        </p:txBody>
      </p:sp>
      <p:sp>
        <p:nvSpPr>
          <p:cNvPr id="666665" name="Line 41">
            <a:extLst>
              <a:ext uri="{FF2B5EF4-FFF2-40B4-BE49-F238E27FC236}">
                <a16:creationId xmlns:a16="http://schemas.microsoft.com/office/drawing/2014/main" id="{0531837A-6137-6281-AA9B-B4FD52368CD6}"/>
              </a:ext>
            </a:extLst>
          </p:cNvPr>
          <p:cNvSpPr>
            <a:spLocks noChangeShapeType="1"/>
          </p:cNvSpPr>
          <p:nvPr/>
        </p:nvSpPr>
        <p:spPr bwMode="auto">
          <a:xfrm>
            <a:off x="4716463" y="5302250"/>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666" name="Line 42">
            <a:extLst>
              <a:ext uri="{FF2B5EF4-FFF2-40B4-BE49-F238E27FC236}">
                <a16:creationId xmlns:a16="http://schemas.microsoft.com/office/drawing/2014/main" id="{14C25D6C-3553-D47D-C5C7-A318B924CF6D}"/>
              </a:ext>
            </a:extLst>
          </p:cNvPr>
          <p:cNvSpPr>
            <a:spLocks noChangeShapeType="1"/>
          </p:cNvSpPr>
          <p:nvPr/>
        </p:nvSpPr>
        <p:spPr bwMode="auto">
          <a:xfrm>
            <a:off x="4716463" y="5807075"/>
            <a:ext cx="12239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66667" name="Oval 43">
            <a:extLst>
              <a:ext uri="{FF2B5EF4-FFF2-40B4-BE49-F238E27FC236}">
                <a16:creationId xmlns:a16="http://schemas.microsoft.com/office/drawing/2014/main" id="{9F4BA1D1-EDF3-D0CB-EAC3-931C82D8B080}"/>
              </a:ext>
            </a:extLst>
          </p:cNvPr>
          <p:cNvSpPr>
            <a:spLocks noChangeArrowheads="1"/>
          </p:cNvSpPr>
          <p:nvPr/>
        </p:nvSpPr>
        <p:spPr bwMode="auto">
          <a:xfrm>
            <a:off x="6011863" y="5662613"/>
            <a:ext cx="360362" cy="360362"/>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12</a:t>
            </a:r>
          </a:p>
        </p:txBody>
      </p:sp>
      <p:sp>
        <p:nvSpPr>
          <p:cNvPr id="666668" name="Line 44">
            <a:extLst>
              <a:ext uri="{FF2B5EF4-FFF2-40B4-BE49-F238E27FC236}">
                <a16:creationId xmlns:a16="http://schemas.microsoft.com/office/drawing/2014/main" id="{75FFF02E-3755-1A13-BCFC-E84B9AF95FEC}"/>
              </a:ext>
            </a:extLst>
          </p:cNvPr>
          <p:cNvSpPr>
            <a:spLocks noChangeShapeType="1"/>
          </p:cNvSpPr>
          <p:nvPr/>
        </p:nvSpPr>
        <p:spPr bwMode="auto">
          <a:xfrm>
            <a:off x="4716463" y="5807075"/>
            <a:ext cx="0" cy="574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669" name="Line 45">
            <a:extLst>
              <a:ext uri="{FF2B5EF4-FFF2-40B4-BE49-F238E27FC236}">
                <a16:creationId xmlns:a16="http://schemas.microsoft.com/office/drawing/2014/main" id="{6E45B80B-CC91-FE15-F681-666EE3D97948}"/>
              </a:ext>
            </a:extLst>
          </p:cNvPr>
          <p:cNvSpPr>
            <a:spLocks noChangeShapeType="1"/>
          </p:cNvSpPr>
          <p:nvPr/>
        </p:nvSpPr>
        <p:spPr bwMode="auto">
          <a:xfrm>
            <a:off x="4716463" y="6381750"/>
            <a:ext cx="12239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66670" name="Oval 46">
            <a:extLst>
              <a:ext uri="{FF2B5EF4-FFF2-40B4-BE49-F238E27FC236}">
                <a16:creationId xmlns:a16="http://schemas.microsoft.com/office/drawing/2014/main" id="{69B4FB65-75E7-9F4C-ED2D-8E1796A4CF87}"/>
              </a:ext>
            </a:extLst>
          </p:cNvPr>
          <p:cNvSpPr>
            <a:spLocks noChangeArrowheads="1"/>
          </p:cNvSpPr>
          <p:nvPr/>
        </p:nvSpPr>
        <p:spPr bwMode="auto">
          <a:xfrm>
            <a:off x="5940425" y="6238875"/>
            <a:ext cx="360363" cy="358775"/>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13</a:t>
            </a:r>
          </a:p>
        </p:txBody>
      </p:sp>
      <p:sp>
        <p:nvSpPr>
          <p:cNvPr id="666671" name="Text Box 47">
            <a:extLst>
              <a:ext uri="{FF2B5EF4-FFF2-40B4-BE49-F238E27FC236}">
                <a16:creationId xmlns:a16="http://schemas.microsoft.com/office/drawing/2014/main" id="{2B1A5D27-074C-B14F-95F1-1700CE6E76E6}"/>
              </a:ext>
            </a:extLst>
          </p:cNvPr>
          <p:cNvSpPr txBox="1">
            <a:spLocks noChangeArrowheads="1"/>
          </p:cNvSpPr>
          <p:nvPr/>
        </p:nvSpPr>
        <p:spPr bwMode="auto">
          <a:xfrm>
            <a:off x="4787900" y="2127250"/>
            <a:ext cx="720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1600">
                <a:solidFill>
                  <a:schemeClr val="tx1"/>
                </a:solidFill>
                <a:latin typeface="Comic Sans MS" panose="030F0902030302020204" pitchFamily="66" charset="0"/>
                <a:ea typeface="宋体" panose="02010600030101010101" pitchFamily="2" charset="-122"/>
              </a:rPr>
              <a:t>数字</a:t>
            </a:r>
          </a:p>
        </p:txBody>
      </p:sp>
      <p:sp>
        <p:nvSpPr>
          <p:cNvPr id="666672" name="Freeform 48">
            <a:extLst>
              <a:ext uri="{FF2B5EF4-FFF2-40B4-BE49-F238E27FC236}">
                <a16:creationId xmlns:a16="http://schemas.microsoft.com/office/drawing/2014/main" id="{F094B4BC-F3D1-D4B1-7CFB-B4A1FF6D6A34}"/>
              </a:ext>
            </a:extLst>
          </p:cNvPr>
          <p:cNvSpPr>
            <a:spLocks/>
          </p:cNvSpPr>
          <p:nvPr/>
        </p:nvSpPr>
        <p:spPr bwMode="auto">
          <a:xfrm>
            <a:off x="5713413" y="2017713"/>
            <a:ext cx="550862" cy="252412"/>
          </a:xfrm>
          <a:custGeom>
            <a:avLst/>
            <a:gdLst>
              <a:gd name="T0" fmla="*/ 2147483646 w 347"/>
              <a:gd name="T1" fmla="*/ 2147483646 h 159"/>
              <a:gd name="T2" fmla="*/ 2147483646 w 347"/>
              <a:gd name="T3" fmla="*/ 2147483646 h 159"/>
              <a:gd name="T4" fmla="*/ 2147483646 w 347"/>
              <a:gd name="T5" fmla="*/ 2147483646 h 159"/>
              <a:gd name="T6" fmla="*/ 2147483646 w 347"/>
              <a:gd name="T7" fmla="*/ 2147483646 h 159"/>
              <a:gd name="T8" fmla="*/ 2147483646 w 347"/>
              <a:gd name="T9" fmla="*/ 2147483646 h 159"/>
              <a:gd name="T10" fmla="*/ 0 60000 65536"/>
              <a:gd name="T11" fmla="*/ 0 60000 65536"/>
              <a:gd name="T12" fmla="*/ 0 60000 65536"/>
              <a:gd name="T13" fmla="*/ 0 60000 65536"/>
              <a:gd name="T14" fmla="*/ 0 60000 65536"/>
              <a:gd name="T15" fmla="*/ 0 w 347"/>
              <a:gd name="T16" fmla="*/ 0 h 159"/>
              <a:gd name="T17" fmla="*/ 347 w 347"/>
              <a:gd name="T18" fmla="*/ 159 h 159"/>
            </a:gdLst>
            <a:ahLst/>
            <a:cxnLst>
              <a:cxn ang="T10">
                <a:pos x="T0" y="T1"/>
              </a:cxn>
              <a:cxn ang="T11">
                <a:pos x="T2" y="T3"/>
              </a:cxn>
              <a:cxn ang="T12">
                <a:pos x="T4" y="T5"/>
              </a:cxn>
              <a:cxn ang="T13">
                <a:pos x="T6" y="T7"/>
              </a:cxn>
              <a:cxn ang="T14">
                <a:pos x="T8" y="T9"/>
              </a:cxn>
            </a:cxnLst>
            <a:rect l="T15" t="T16" r="T17" b="T18"/>
            <a:pathLst>
              <a:path w="347" h="159">
                <a:moveTo>
                  <a:pt x="52" y="159"/>
                </a:moveTo>
                <a:cubicBezTo>
                  <a:pt x="26" y="125"/>
                  <a:pt x="0" y="92"/>
                  <a:pt x="7" y="69"/>
                </a:cubicBezTo>
                <a:cubicBezTo>
                  <a:pt x="14" y="46"/>
                  <a:pt x="44" y="31"/>
                  <a:pt x="97" y="23"/>
                </a:cubicBezTo>
                <a:cubicBezTo>
                  <a:pt x="150" y="15"/>
                  <a:pt x="301" y="0"/>
                  <a:pt x="324" y="23"/>
                </a:cubicBezTo>
                <a:cubicBezTo>
                  <a:pt x="347" y="46"/>
                  <a:pt x="249" y="136"/>
                  <a:pt x="234" y="159"/>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6673" name="Text Box 49">
            <a:extLst>
              <a:ext uri="{FF2B5EF4-FFF2-40B4-BE49-F238E27FC236}">
                <a16:creationId xmlns:a16="http://schemas.microsoft.com/office/drawing/2014/main" id="{5C04F1B5-3D1F-9AEE-E497-8A6F8714D8BE}"/>
              </a:ext>
            </a:extLst>
          </p:cNvPr>
          <p:cNvSpPr txBox="1">
            <a:spLocks noChangeArrowheads="1"/>
          </p:cNvSpPr>
          <p:nvPr/>
        </p:nvSpPr>
        <p:spPr bwMode="auto">
          <a:xfrm>
            <a:off x="5364163" y="1838325"/>
            <a:ext cx="6492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1600">
                <a:solidFill>
                  <a:schemeClr val="tx1"/>
                </a:solidFill>
                <a:latin typeface="Comic Sans MS" panose="030F0902030302020204" pitchFamily="66" charset="0"/>
                <a:ea typeface="宋体" panose="02010600030101010101" pitchFamily="2" charset="-122"/>
              </a:rPr>
              <a:t>数字</a:t>
            </a:r>
          </a:p>
        </p:txBody>
      </p:sp>
      <p:sp>
        <p:nvSpPr>
          <p:cNvPr id="666674" name="Text Box 50">
            <a:extLst>
              <a:ext uri="{FF2B5EF4-FFF2-40B4-BE49-F238E27FC236}">
                <a16:creationId xmlns:a16="http://schemas.microsoft.com/office/drawing/2014/main" id="{3D0BBBEB-FD98-FE14-4E0E-EC2CBA5DE653}"/>
              </a:ext>
            </a:extLst>
          </p:cNvPr>
          <p:cNvSpPr txBox="1">
            <a:spLocks noChangeArrowheads="1"/>
          </p:cNvSpPr>
          <p:nvPr/>
        </p:nvSpPr>
        <p:spPr bwMode="auto">
          <a:xfrm>
            <a:off x="6443663" y="2054225"/>
            <a:ext cx="1152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1600">
                <a:solidFill>
                  <a:schemeClr val="tx1"/>
                </a:solidFill>
                <a:latin typeface="Comic Sans MS" panose="030F0902030302020204" pitchFamily="66" charset="0"/>
                <a:ea typeface="宋体" panose="02010600030101010101" pitchFamily="2" charset="-122"/>
              </a:rPr>
              <a:t>非数字</a:t>
            </a:r>
          </a:p>
        </p:txBody>
      </p:sp>
      <p:sp>
        <p:nvSpPr>
          <p:cNvPr id="666675" name="Text Box 51">
            <a:extLst>
              <a:ext uri="{FF2B5EF4-FFF2-40B4-BE49-F238E27FC236}">
                <a16:creationId xmlns:a16="http://schemas.microsoft.com/office/drawing/2014/main" id="{EC195910-09B5-6DF4-389A-4371D800458D}"/>
              </a:ext>
            </a:extLst>
          </p:cNvPr>
          <p:cNvSpPr txBox="1">
            <a:spLocks noChangeArrowheads="1"/>
          </p:cNvSpPr>
          <p:nvPr/>
        </p:nvSpPr>
        <p:spPr bwMode="auto">
          <a:xfrm>
            <a:off x="4932363" y="2487613"/>
            <a:ext cx="5762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Comic Sans MS" panose="030F0902030302020204" pitchFamily="66" charset="0"/>
                <a:ea typeface="宋体" panose="02010600030101010101" pitchFamily="2" charset="-122"/>
              </a:rPr>
              <a:t>=</a:t>
            </a:r>
          </a:p>
        </p:txBody>
      </p:sp>
      <p:sp>
        <p:nvSpPr>
          <p:cNvPr id="666676" name="Text Box 52">
            <a:extLst>
              <a:ext uri="{FF2B5EF4-FFF2-40B4-BE49-F238E27FC236}">
                <a16:creationId xmlns:a16="http://schemas.microsoft.com/office/drawing/2014/main" id="{B0E03D2E-4F8D-C72F-FD3D-AE02D0160488}"/>
              </a:ext>
            </a:extLst>
          </p:cNvPr>
          <p:cNvSpPr txBox="1">
            <a:spLocks noChangeArrowheads="1"/>
          </p:cNvSpPr>
          <p:nvPr/>
        </p:nvSpPr>
        <p:spPr bwMode="auto">
          <a:xfrm>
            <a:off x="5003800" y="2990850"/>
            <a:ext cx="3603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Comic Sans MS" panose="030F0902030302020204" pitchFamily="66" charset="0"/>
                <a:ea typeface="宋体" panose="02010600030101010101" pitchFamily="2" charset="-122"/>
              </a:rPr>
              <a:t>+</a:t>
            </a:r>
          </a:p>
        </p:txBody>
      </p:sp>
      <p:sp>
        <p:nvSpPr>
          <p:cNvPr id="666677" name="Text Box 53">
            <a:extLst>
              <a:ext uri="{FF2B5EF4-FFF2-40B4-BE49-F238E27FC236}">
                <a16:creationId xmlns:a16="http://schemas.microsoft.com/office/drawing/2014/main" id="{0247F861-DCF8-2FAC-949D-99E3F4D45FDC}"/>
              </a:ext>
            </a:extLst>
          </p:cNvPr>
          <p:cNvSpPr txBox="1">
            <a:spLocks noChangeArrowheads="1"/>
          </p:cNvSpPr>
          <p:nvPr/>
        </p:nvSpPr>
        <p:spPr bwMode="auto">
          <a:xfrm>
            <a:off x="5003800" y="3495675"/>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Comic Sans MS" panose="030F0902030302020204" pitchFamily="66" charset="0"/>
                <a:ea typeface="宋体" panose="02010600030101010101" pitchFamily="2" charset="-122"/>
              </a:rPr>
              <a:t>*</a:t>
            </a:r>
          </a:p>
        </p:txBody>
      </p:sp>
      <p:sp>
        <p:nvSpPr>
          <p:cNvPr id="666678" name="Text Box 54">
            <a:extLst>
              <a:ext uri="{FF2B5EF4-FFF2-40B4-BE49-F238E27FC236}">
                <a16:creationId xmlns:a16="http://schemas.microsoft.com/office/drawing/2014/main" id="{21780365-90BE-ECD4-5C7E-E68789D06808}"/>
              </a:ext>
            </a:extLst>
          </p:cNvPr>
          <p:cNvSpPr txBox="1">
            <a:spLocks noChangeArrowheads="1"/>
          </p:cNvSpPr>
          <p:nvPr/>
        </p:nvSpPr>
        <p:spPr bwMode="auto">
          <a:xfrm>
            <a:off x="6443663" y="3422650"/>
            <a:ext cx="5762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1600">
                <a:solidFill>
                  <a:schemeClr val="tx1"/>
                </a:solidFill>
                <a:latin typeface="Comic Sans MS" panose="030F0902030302020204" pitchFamily="66" charset="0"/>
                <a:ea typeface="宋体" panose="02010600030101010101" pitchFamily="2" charset="-122"/>
              </a:rPr>
              <a:t>非*</a:t>
            </a:r>
          </a:p>
        </p:txBody>
      </p:sp>
      <p:sp>
        <p:nvSpPr>
          <p:cNvPr id="666679" name="Text Box 55">
            <a:extLst>
              <a:ext uri="{FF2B5EF4-FFF2-40B4-BE49-F238E27FC236}">
                <a16:creationId xmlns:a16="http://schemas.microsoft.com/office/drawing/2014/main" id="{7548F835-4D0F-9B43-1189-13DF9A310ADF}"/>
              </a:ext>
            </a:extLst>
          </p:cNvPr>
          <p:cNvSpPr txBox="1">
            <a:spLocks noChangeArrowheads="1"/>
          </p:cNvSpPr>
          <p:nvPr/>
        </p:nvSpPr>
        <p:spPr bwMode="auto">
          <a:xfrm>
            <a:off x="7812088" y="3567113"/>
            <a:ext cx="2889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Comic Sans MS" panose="030F0902030302020204" pitchFamily="66" charset="0"/>
                <a:ea typeface="宋体" panose="02010600030101010101" pitchFamily="2" charset="-122"/>
              </a:rPr>
              <a:t>*</a:t>
            </a:r>
          </a:p>
        </p:txBody>
      </p:sp>
      <p:sp>
        <p:nvSpPr>
          <p:cNvPr id="666680" name="Text Box 56">
            <a:extLst>
              <a:ext uri="{FF2B5EF4-FFF2-40B4-BE49-F238E27FC236}">
                <a16:creationId xmlns:a16="http://schemas.microsoft.com/office/drawing/2014/main" id="{85E3C5E4-63E9-2089-5B4C-DE735106800A}"/>
              </a:ext>
            </a:extLst>
          </p:cNvPr>
          <p:cNvSpPr txBox="1">
            <a:spLocks noChangeArrowheads="1"/>
          </p:cNvSpPr>
          <p:nvPr/>
        </p:nvSpPr>
        <p:spPr bwMode="auto">
          <a:xfrm>
            <a:off x="4932363" y="4365625"/>
            <a:ext cx="5032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1800" b="0">
                <a:solidFill>
                  <a:schemeClr val="tx1"/>
                </a:solidFill>
                <a:latin typeface="Comic Sans MS" panose="030F0902030302020204" pitchFamily="66" charset="0"/>
                <a:ea typeface="宋体" panose="02010600030101010101" pitchFamily="2" charset="-122"/>
              </a:rPr>
              <a:t>，</a:t>
            </a:r>
          </a:p>
        </p:txBody>
      </p:sp>
      <p:sp>
        <p:nvSpPr>
          <p:cNvPr id="666681" name="Text Box 57">
            <a:extLst>
              <a:ext uri="{FF2B5EF4-FFF2-40B4-BE49-F238E27FC236}">
                <a16:creationId xmlns:a16="http://schemas.microsoft.com/office/drawing/2014/main" id="{61F17A16-B286-740E-5036-F12324477094}"/>
              </a:ext>
            </a:extLst>
          </p:cNvPr>
          <p:cNvSpPr txBox="1">
            <a:spLocks noChangeArrowheads="1"/>
          </p:cNvSpPr>
          <p:nvPr/>
        </p:nvSpPr>
        <p:spPr bwMode="auto">
          <a:xfrm>
            <a:off x="5003800" y="4941888"/>
            <a:ext cx="5762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Comic Sans MS" panose="030F0902030302020204" pitchFamily="66" charset="0"/>
                <a:ea typeface="宋体" panose="02010600030101010101" pitchFamily="2" charset="-122"/>
              </a:rPr>
              <a:t>(</a:t>
            </a:r>
          </a:p>
        </p:txBody>
      </p:sp>
      <p:sp>
        <p:nvSpPr>
          <p:cNvPr id="666682" name="Text Box 58">
            <a:extLst>
              <a:ext uri="{FF2B5EF4-FFF2-40B4-BE49-F238E27FC236}">
                <a16:creationId xmlns:a16="http://schemas.microsoft.com/office/drawing/2014/main" id="{9B9EC088-B45B-AC12-B741-D36C19BC301E}"/>
              </a:ext>
            </a:extLst>
          </p:cNvPr>
          <p:cNvSpPr txBox="1">
            <a:spLocks noChangeArrowheads="1"/>
          </p:cNvSpPr>
          <p:nvPr/>
        </p:nvSpPr>
        <p:spPr bwMode="auto">
          <a:xfrm>
            <a:off x="5076825" y="5446713"/>
            <a:ext cx="431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Comic Sans MS" panose="030F0902030302020204" pitchFamily="66" charset="0"/>
                <a:ea typeface="宋体" panose="02010600030101010101" pitchFamily="2" charset="-122"/>
              </a:rPr>
              <a:t>)</a:t>
            </a:r>
          </a:p>
        </p:txBody>
      </p:sp>
      <p:sp>
        <p:nvSpPr>
          <p:cNvPr id="666683" name="Text Box 59">
            <a:extLst>
              <a:ext uri="{FF2B5EF4-FFF2-40B4-BE49-F238E27FC236}">
                <a16:creationId xmlns:a16="http://schemas.microsoft.com/office/drawing/2014/main" id="{C94B4144-7A6F-8031-86D8-1E33C79240A8}"/>
              </a:ext>
            </a:extLst>
          </p:cNvPr>
          <p:cNvSpPr txBox="1">
            <a:spLocks noChangeArrowheads="1"/>
          </p:cNvSpPr>
          <p:nvPr/>
        </p:nvSpPr>
        <p:spPr bwMode="auto">
          <a:xfrm>
            <a:off x="4932363" y="6022975"/>
            <a:ext cx="936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1600">
                <a:solidFill>
                  <a:schemeClr val="tx1"/>
                </a:solidFill>
                <a:latin typeface="Comic Sans MS" panose="030F0902030302020204" pitchFamily="66" charset="0"/>
                <a:ea typeface="宋体" panose="02010600030101010101" pitchFamily="2" charset="-122"/>
              </a:rPr>
              <a:t>其它</a:t>
            </a:r>
          </a:p>
        </p:txBody>
      </p:sp>
      <p:sp>
        <p:nvSpPr>
          <p:cNvPr id="666684" name="Text Box 60">
            <a:extLst>
              <a:ext uri="{FF2B5EF4-FFF2-40B4-BE49-F238E27FC236}">
                <a16:creationId xmlns:a16="http://schemas.microsoft.com/office/drawing/2014/main" id="{B73F6B24-7DB2-87E2-1F01-C0A6DB591CA1}"/>
              </a:ext>
            </a:extLst>
          </p:cNvPr>
          <p:cNvSpPr txBox="1">
            <a:spLocks noChangeArrowheads="1"/>
          </p:cNvSpPr>
          <p:nvPr/>
        </p:nvSpPr>
        <p:spPr bwMode="auto">
          <a:xfrm>
            <a:off x="7667625" y="2125663"/>
            <a:ext cx="4333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Comic Sans MS" panose="030F0902030302020204" pitchFamily="66" charset="0"/>
                <a:ea typeface="宋体" panose="02010600030101010101" pitchFamily="2" charset="-122"/>
              </a:rPr>
              <a:t>*</a:t>
            </a:r>
          </a:p>
        </p:txBody>
      </p:sp>
      <p:sp>
        <p:nvSpPr>
          <p:cNvPr id="666685" name="Text Box 61">
            <a:extLst>
              <a:ext uri="{FF2B5EF4-FFF2-40B4-BE49-F238E27FC236}">
                <a16:creationId xmlns:a16="http://schemas.microsoft.com/office/drawing/2014/main" id="{1AEC6D3E-1338-A576-44C4-85A353A824CE}"/>
              </a:ext>
            </a:extLst>
          </p:cNvPr>
          <p:cNvSpPr txBox="1">
            <a:spLocks noChangeArrowheads="1"/>
          </p:cNvSpPr>
          <p:nvPr/>
        </p:nvSpPr>
        <p:spPr bwMode="auto">
          <a:xfrm>
            <a:off x="6372225" y="4070350"/>
            <a:ext cx="504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Comic Sans MS" panose="030F0902030302020204" pitchFamily="66" charset="0"/>
                <a:ea typeface="宋体" panose="02010600030101010101" pitchFamily="2" charset="-122"/>
              </a:rPr>
              <a:t>*</a:t>
            </a:r>
          </a:p>
        </p:txBody>
      </p:sp>
      <p:sp>
        <p:nvSpPr>
          <p:cNvPr id="31806" name="灯片编号占位符 62">
            <a:extLst>
              <a:ext uri="{FF2B5EF4-FFF2-40B4-BE49-F238E27FC236}">
                <a16:creationId xmlns:a16="http://schemas.microsoft.com/office/drawing/2014/main" id="{E0372C5E-5144-1084-7D5E-71FA431CE0A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4D8D7F5B-13BB-2D49-B87E-40CD487B182A}"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23</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66628"/>
                                        </p:tgtEl>
                                        <p:attrNameLst>
                                          <p:attrName>style.visibility</p:attrName>
                                        </p:attrNameLst>
                                      </p:cBhvr>
                                      <p:to>
                                        <p:strVal val="visible"/>
                                      </p:to>
                                    </p:set>
                                    <p:animEffect transition="in" filter="blinds(horizontal)">
                                      <p:cBhvr>
                                        <p:cTn id="7" dur="500"/>
                                        <p:tgtEl>
                                          <p:spTgt spid="666628"/>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666629"/>
                                        </p:tgtEl>
                                        <p:attrNameLst>
                                          <p:attrName>style.visibility</p:attrName>
                                        </p:attrNameLst>
                                      </p:cBhvr>
                                      <p:to>
                                        <p:strVal val="visible"/>
                                      </p:to>
                                    </p:set>
                                    <p:animEffect transition="in" filter="blinds(horizontal)">
                                      <p:cBhvr>
                                        <p:cTn id="11" dur="500"/>
                                        <p:tgtEl>
                                          <p:spTgt spid="666629"/>
                                        </p:tgtEl>
                                      </p:cBhvr>
                                    </p:animEffect>
                                  </p:childTnLst>
                                </p:cTn>
                              </p:par>
                            </p:childTnLst>
                          </p:cTn>
                        </p:par>
                        <p:par>
                          <p:cTn id="12" fill="hold" nodeType="afterGroup">
                            <p:stCondLst>
                              <p:cond delay="1000"/>
                            </p:stCondLst>
                            <p:childTnLst>
                              <p:par>
                                <p:cTn id="13" presetID="3" presetClass="entr" presetSubtype="10" fill="hold" nodeType="afterEffect">
                                  <p:stCondLst>
                                    <p:cond delay="0"/>
                                  </p:stCondLst>
                                  <p:childTnLst>
                                    <p:set>
                                      <p:cBhvr>
                                        <p:cTn id="14" dur="1" fill="hold">
                                          <p:stCondLst>
                                            <p:cond delay="0"/>
                                          </p:stCondLst>
                                        </p:cTn>
                                        <p:tgtEl>
                                          <p:spTgt spid="666630"/>
                                        </p:tgtEl>
                                        <p:attrNameLst>
                                          <p:attrName>style.visibility</p:attrName>
                                        </p:attrNameLst>
                                      </p:cBhvr>
                                      <p:to>
                                        <p:strVal val="visible"/>
                                      </p:to>
                                    </p:set>
                                    <p:animEffect transition="in" filter="blinds(horizontal)">
                                      <p:cBhvr>
                                        <p:cTn id="15" dur="500"/>
                                        <p:tgtEl>
                                          <p:spTgt spid="666630"/>
                                        </p:tgtEl>
                                      </p:cBhvr>
                                    </p:animEffect>
                                  </p:childTnLst>
                                </p:cTn>
                              </p:par>
                            </p:childTnLst>
                          </p:cTn>
                        </p:par>
                        <p:par>
                          <p:cTn id="16" fill="hold" nodeType="afterGroup">
                            <p:stCondLst>
                              <p:cond delay="1500"/>
                            </p:stCondLst>
                            <p:childTnLst>
                              <p:par>
                                <p:cTn id="17" presetID="3" presetClass="entr" presetSubtype="10" fill="hold" nodeType="afterEffect">
                                  <p:stCondLst>
                                    <p:cond delay="0"/>
                                  </p:stCondLst>
                                  <p:childTnLst>
                                    <p:set>
                                      <p:cBhvr>
                                        <p:cTn id="18" dur="1" fill="hold">
                                          <p:stCondLst>
                                            <p:cond delay="0"/>
                                          </p:stCondLst>
                                        </p:cTn>
                                        <p:tgtEl>
                                          <p:spTgt spid="666631"/>
                                        </p:tgtEl>
                                        <p:attrNameLst>
                                          <p:attrName>style.visibility</p:attrName>
                                        </p:attrNameLst>
                                      </p:cBhvr>
                                      <p:to>
                                        <p:strVal val="visible"/>
                                      </p:to>
                                    </p:set>
                                    <p:animEffect transition="in" filter="blinds(horizontal)">
                                      <p:cBhvr>
                                        <p:cTn id="19" dur="500"/>
                                        <p:tgtEl>
                                          <p:spTgt spid="666631"/>
                                        </p:tgtEl>
                                      </p:cBhvr>
                                    </p:animEffect>
                                  </p:childTnLst>
                                </p:cTn>
                              </p:par>
                            </p:childTnLst>
                          </p:cTn>
                        </p:par>
                        <p:par>
                          <p:cTn id="20" fill="hold" nodeType="afterGroup">
                            <p:stCondLst>
                              <p:cond delay="2000"/>
                            </p:stCondLst>
                            <p:childTnLst>
                              <p:par>
                                <p:cTn id="21" presetID="3" presetClass="entr" presetSubtype="10" fill="hold" nodeType="afterEffect">
                                  <p:stCondLst>
                                    <p:cond delay="0"/>
                                  </p:stCondLst>
                                  <p:childTnLst>
                                    <p:set>
                                      <p:cBhvr>
                                        <p:cTn id="22" dur="1" fill="hold">
                                          <p:stCondLst>
                                            <p:cond delay="0"/>
                                          </p:stCondLst>
                                        </p:cTn>
                                        <p:tgtEl>
                                          <p:spTgt spid="666632"/>
                                        </p:tgtEl>
                                        <p:attrNameLst>
                                          <p:attrName>style.visibility</p:attrName>
                                        </p:attrNameLst>
                                      </p:cBhvr>
                                      <p:to>
                                        <p:strVal val="visible"/>
                                      </p:to>
                                    </p:set>
                                    <p:animEffect transition="in" filter="blinds(horizontal)">
                                      <p:cBhvr>
                                        <p:cTn id="23" dur="500"/>
                                        <p:tgtEl>
                                          <p:spTgt spid="666632"/>
                                        </p:tgtEl>
                                      </p:cBhvr>
                                    </p:animEffect>
                                  </p:childTnLst>
                                </p:cTn>
                              </p:par>
                            </p:childTnLst>
                          </p:cTn>
                        </p:par>
                        <p:par>
                          <p:cTn id="24" fill="hold" nodeType="afterGroup">
                            <p:stCondLst>
                              <p:cond delay="2500"/>
                            </p:stCondLst>
                            <p:childTnLst>
                              <p:par>
                                <p:cTn id="25" presetID="3" presetClass="entr" presetSubtype="10" fill="hold" nodeType="afterEffect">
                                  <p:stCondLst>
                                    <p:cond delay="0"/>
                                  </p:stCondLst>
                                  <p:childTnLst>
                                    <p:set>
                                      <p:cBhvr>
                                        <p:cTn id="26" dur="1" fill="hold">
                                          <p:stCondLst>
                                            <p:cond delay="0"/>
                                          </p:stCondLst>
                                        </p:cTn>
                                        <p:tgtEl>
                                          <p:spTgt spid="666633"/>
                                        </p:tgtEl>
                                        <p:attrNameLst>
                                          <p:attrName>style.visibility</p:attrName>
                                        </p:attrNameLst>
                                      </p:cBhvr>
                                      <p:to>
                                        <p:strVal val="visible"/>
                                      </p:to>
                                    </p:set>
                                    <p:animEffect transition="in" filter="blinds(horizontal)">
                                      <p:cBhvr>
                                        <p:cTn id="27" dur="500"/>
                                        <p:tgtEl>
                                          <p:spTgt spid="666633"/>
                                        </p:tgtEl>
                                      </p:cBhvr>
                                    </p:animEffect>
                                  </p:childTnLst>
                                </p:cTn>
                              </p:par>
                            </p:childTnLst>
                          </p:cTn>
                        </p:par>
                        <p:par>
                          <p:cTn id="28" fill="hold" nodeType="afterGroup">
                            <p:stCondLst>
                              <p:cond delay="3000"/>
                            </p:stCondLst>
                            <p:childTnLst>
                              <p:par>
                                <p:cTn id="29" presetID="3" presetClass="entr" presetSubtype="10" fill="hold" nodeType="afterEffect">
                                  <p:stCondLst>
                                    <p:cond delay="0"/>
                                  </p:stCondLst>
                                  <p:childTnLst>
                                    <p:set>
                                      <p:cBhvr>
                                        <p:cTn id="30" dur="1" fill="hold">
                                          <p:stCondLst>
                                            <p:cond delay="0"/>
                                          </p:stCondLst>
                                        </p:cTn>
                                        <p:tgtEl>
                                          <p:spTgt spid="666634"/>
                                        </p:tgtEl>
                                        <p:attrNameLst>
                                          <p:attrName>style.visibility</p:attrName>
                                        </p:attrNameLst>
                                      </p:cBhvr>
                                      <p:to>
                                        <p:strVal val="visible"/>
                                      </p:to>
                                    </p:set>
                                    <p:animEffect transition="in" filter="blinds(horizontal)">
                                      <p:cBhvr>
                                        <p:cTn id="31" dur="500"/>
                                        <p:tgtEl>
                                          <p:spTgt spid="666634"/>
                                        </p:tgtEl>
                                      </p:cBhvr>
                                    </p:animEffect>
                                  </p:childTnLst>
                                </p:cTn>
                              </p:par>
                            </p:childTnLst>
                          </p:cTn>
                        </p:par>
                        <p:par>
                          <p:cTn id="32" fill="hold" nodeType="afterGroup">
                            <p:stCondLst>
                              <p:cond delay="3500"/>
                            </p:stCondLst>
                            <p:childTnLst>
                              <p:par>
                                <p:cTn id="33" presetID="3" presetClass="entr" presetSubtype="10" fill="hold" nodeType="afterEffect">
                                  <p:stCondLst>
                                    <p:cond delay="0"/>
                                  </p:stCondLst>
                                  <p:childTnLst>
                                    <p:set>
                                      <p:cBhvr>
                                        <p:cTn id="34" dur="1" fill="hold">
                                          <p:stCondLst>
                                            <p:cond delay="0"/>
                                          </p:stCondLst>
                                        </p:cTn>
                                        <p:tgtEl>
                                          <p:spTgt spid="666635"/>
                                        </p:tgtEl>
                                        <p:attrNameLst>
                                          <p:attrName>style.visibility</p:attrName>
                                        </p:attrNameLst>
                                      </p:cBhvr>
                                      <p:to>
                                        <p:strVal val="visible"/>
                                      </p:to>
                                    </p:set>
                                    <p:animEffect transition="in" filter="blinds(horizontal)">
                                      <p:cBhvr>
                                        <p:cTn id="35" dur="500"/>
                                        <p:tgtEl>
                                          <p:spTgt spid="666635"/>
                                        </p:tgtEl>
                                      </p:cBhvr>
                                    </p:animEffect>
                                  </p:childTnLst>
                                </p:cTn>
                              </p:par>
                            </p:childTnLst>
                          </p:cTn>
                        </p:par>
                        <p:par>
                          <p:cTn id="36" fill="hold" nodeType="afterGroup">
                            <p:stCondLst>
                              <p:cond delay="4000"/>
                            </p:stCondLst>
                            <p:childTnLst>
                              <p:par>
                                <p:cTn id="37" presetID="3" presetClass="entr" presetSubtype="10" fill="hold" nodeType="afterEffect">
                                  <p:stCondLst>
                                    <p:cond delay="0"/>
                                  </p:stCondLst>
                                  <p:childTnLst>
                                    <p:set>
                                      <p:cBhvr>
                                        <p:cTn id="38" dur="1" fill="hold">
                                          <p:stCondLst>
                                            <p:cond delay="0"/>
                                          </p:stCondLst>
                                        </p:cTn>
                                        <p:tgtEl>
                                          <p:spTgt spid="666638"/>
                                        </p:tgtEl>
                                        <p:attrNameLst>
                                          <p:attrName>style.visibility</p:attrName>
                                        </p:attrNameLst>
                                      </p:cBhvr>
                                      <p:to>
                                        <p:strVal val="visible"/>
                                      </p:to>
                                    </p:set>
                                    <p:animEffect transition="in" filter="blinds(horizontal)">
                                      <p:cBhvr>
                                        <p:cTn id="39" dur="500"/>
                                        <p:tgtEl>
                                          <p:spTgt spid="666638"/>
                                        </p:tgtEl>
                                      </p:cBhvr>
                                    </p:animEffect>
                                  </p:childTnLst>
                                </p:cTn>
                              </p:par>
                            </p:childTnLst>
                          </p:cTn>
                        </p:par>
                        <p:par>
                          <p:cTn id="40" fill="hold" nodeType="afterGroup">
                            <p:stCondLst>
                              <p:cond delay="4500"/>
                            </p:stCondLst>
                            <p:childTnLst>
                              <p:par>
                                <p:cTn id="41" presetID="3" presetClass="entr" presetSubtype="10" fill="hold" nodeType="afterEffect">
                                  <p:stCondLst>
                                    <p:cond delay="0"/>
                                  </p:stCondLst>
                                  <p:childTnLst>
                                    <p:set>
                                      <p:cBhvr>
                                        <p:cTn id="42" dur="1" fill="hold">
                                          <p:stCondLst>
                                            <p:cond delay="0"/>
                                          </p:stCondLst>
                                        </p:cTn>
                                        <p:tgtEl>
                                          <p:spTgt spid="666636"/>
                                        </p:tgtEl>
                                        <p:attrNameLst>
                                          <p:attrName>style.visibility</p:attrName>
                                        </p:attrNameLst>
                                      </p:cBhvr>
                                      <p:to>
                                        <p:strVal val="visible"/>
                                      </p:to>
                                    </p:set>
                                    <p:animEffect transition="in" filter="blinds(horizontal)">
                                      <p:cBhvr>
                                        <p:cTn id="43" dur="500"/>
                                        <p:tgtEl>
                                          <p:spTgt spid="666636"/>
                                        </p:tgtEl>
                                      </p:cBhvr>
                                    </p:animEffect>
                                  </p:childTnLst>
                                </p:cTn>
                              </p:par>
                            </p:childTnLst>
                          </p:cTn>
                        </p:par>
                        <p:par>
                          <p:cTn id="44" fill="hold" nodeType="afterGroup">
                            <p:stCondLst>
                              <p:cond delay="5000"/>
                            </p:stCondLst>
                            <p:childTnLst>
                              <p:par>
                                <p:cTn id="45" presetID="3" presetClass="entr" presetSubtype="10" fill="hold" nodeType="afterEffect">
                                  <p:stCondLst>
                                    <p:cond delay="0"/>
                                  </p:stCondLst>
                                  <p:childTnLst>
                                    <p:set>
                                      <p:cBhvr>
                                        <p:cTn id="46" dur="1" fill="hold">
                                          <p:stCondLst>
                                            <p:cond delay="0"/>
                                          </p:stCondLst>
                                        </p:cTn>
                                        <p:tgtEl>
                                          <p:spTgt spid="666637"/>
                                        </p:tgtEl>
                                        <p:attrNameLst>
                                          <p:attrName>style.visibility</p:attrName>
                                        </p:attrNameLst>
                                      </p:cBhvr>
                                      <p:to>
                                        <p:strVal val="visible"/>
                                      </p:to>
                                    </p:set>
                                    <p:animEffect transition="in" filter="blinds(horizontal)">
                                      <p:cBhvr>
                                        <p:cTn id="47" dur="500"/>
                                        <p:tgtEl>
                                          <p:spTgt spid="666637"/>
                                        </p:tgtEl>
                                      </p:cBhvr>
                                    </p:animEffect>
                                  </p:childTnLst>
                                </p:cTn>
                              </p:par>
                            </p:childTnLst>
                          </p:cTn>
                        </p:par>
                        <p:par>
                          <p:cTn id="48" fill="hold" nodeType="afterGroup">
                            <p:stCondLst>
                              <p:cond delay="5500"/>
                            </p:stCondLst>
                            <p:childTnLst>
                              <p:par>
                                <p:cTn id="49" presetID="3" presetClass="entr" presetSubtype="10" fill="hold" nodeType="afterEffect">
                                  <p:stCondLst>
                                    <p:cond delay="0"/>
                                  </p:stCondLst>
                                  <p:childTnLst>
                                    <p:set>
                                      <p:cBhvr>
                                        <p:cTn id="50" dur="1" fill="hold">
                                          <p:stCondLst>
                                            <p:cond delay="0"/>
                                          </p:stCondLst>
                                        </p:cTn>
                                        <p:tgtEl>
                                          <p:spTgt spid="666644"/>
                                        </p:tgtEl>
                                        <p:attrNameLst>
                                          <p:attrName>style.visibility</p:attrName>
                                        </p:attrNameLst>
                                      </p:cBhvr>
                                      <p:to>
                                        <p:strVal val="visible"/>
                                      </p:to>
                                    </p:set>
                                    <p:animEffect transition="in" filter="blinds(horizontal)">
                                      <p:cBhvr>
                                        <p:cTn id="51" dur="500"/>
                                        <p:tgtEl>
                                          <p:spTgt spid="66664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nodeType="clickEffect">
                                  <p:stCondLst>
                                    <p:cond delay="0"/>
                                  </p:stCondLst>
                                  <p:childTnLst>
                                    <p:set>
                                      <p:cBhvr>
                                        <p:cTn id="55" dur="1" fill="hold">
                                          <p:stCondLst>
                                            <p:cond delay="0"/>
                                          </p:stCondLst>
                                        </p:cTn>
                                        <p:tgtEl>
                                          <p:spTgt spid="666639"/>
                                        </p:tgtEl>
                                        <p:attrNameLst>
                                          <p:attrName>style.visibility</p:attrName>
                                        </p:attrNameLst>
                                      </p:cBhvr>
                                      <p:to>
                                        <p:strVal val="visible"/>
                                      </p:to>
                                    </p:set>
                                    <p:animEffect transition="in" filter="blinds(horizontal)">
                                      <p:cBhvr>
                                        <p:cTn id="56" dur="500"/>
                                        <p:tgtEl>
                                          <p:spTgt spid="666639"/>
                                        </p:tgtEl>
                                      </p:cBhvr>
                                    </p:animEffect>
                                  </p:childTnLst>
                                </p:cTn>
                              </p:par>
                            </p:childTnLst>
                          </p:cTn>
                        </p:par>
                        <p:par>
                          <p:cTn id="57" fill="hold" nodeType="afterGroup">
                            <p:stCondLst>
                              <p:cond delay="500"/>
                            </p:stCondLst>
                            <p:childTnLst>
                              <p:par>
                                <p:cTn id="58" presetID="3" presetClass="entr" presetSubtype="10" fill="hold" nodeType="afterEffect">
                                  <p:stCondLst>
                                    <p:cond delay="0"/>
                                  </p:stCondLst>
                                  <p:childTnLst>
                                    <p:set>
                                      <p:cBhvr>
                                        <p:cTn id="59" dur="1" fill="hold">
                                          <p:stCondLst>
                                            <p:cond delay="0"/>
                                          </p:stCondLst>
                                        </p:cTn>
                                        <p:tgtEl>
                                          <p:spTgt spid="666671"/>
                                        </p:tgtEl>
                                        <p:attrNameLst>
                                          <p:attrName>style.visibility</p:attrName>
                                        </p:attrNameLst>
                                      </p:cBhvr>
                                      <p:to>
                                        <p:strVal val="visible"/>
                                      </p:to>
                                    </p:set>
                                    <p:animEffect transition="in" filter="blinds(horizontal)">
                                      <p:cBhvr>
                                        <p:cTn id="60" dur="500"/>
                                        <p:tgtEl>
                                          <p:spTgt spid="666671"/>
                                        </p:tgtEl>
                                      </p:cBhvr>
                                    </p:animEffect>
                                  </p:childTnLst>
                                </p:cTn>
                              </p:par>
                            </p:childTnLst>
                          </p:cTn>
                        </p:par>
                        <p:par>
                          <p:cTn id="61" fill="hold" nodeType="afterGroup">
                            <p:stCondLst>
                              <p:cond delay="1000"/>
                            </p:stCondLst>
                            <p:childTnLst>
                              <p:par>
                                <p:cTn id="62" presetID="3" presetClass="entr" presetSubtype="10" fill="hold" nodeType="afterEffect">
                                  <p:stCondLst>
                                    <p:cond delay="0"/>
                                  </p:stCondLst>
                                  <p:childTnLst>
                                    <p:set>
                                      <p:cBhvr>
                                        <p:cTn id="63" dur="1" fill="hold">
                                          <p:stCondLst>
                                            <p:cond delay="0"/>
                                          </p:stCondLst>
                                        </p:cTn>
                                        <p:tgtEl>
                                          <p:spTgt spid="666640"/>
                                        </p:tgtEl>
                                        <p:attrNameLst>
                                          <p:attrName>style.visibility</p:attrName>
                                        </p:attrNameLst>
                                      </p:cBhvr>
                                      <p:to>
                                        <p:strVal val="visible"/>
                                      </p:to>
                                    </p:set>
                                    <p:animEffect transition="in" filter="blinds(horizontal)">
                                      <p:cBhvr>
                                        <p:cTn id="64" dur="500"/>
                                        <p:tgtEl>
                                          <p:spTgt spid="666640"/>
                                        </p:tgtEl>
                                      </p:cBhvr>
                                    </p:animEffect>
                                  </p:childTnLst>
                                </p:cTn>
                              </p:par>
                            </p:childTnLst>
                          </p:cTn>
                        </p:par>
                        <p:par>
                          <p:cTn id="65" fill="hold" nodeType="afterGroup">
                            <p:stCondLst>
                              <p:cond delay="1500"/>
                            </p:stCondLst>
                            <p:childTnLst>
                              <p:par>
                                <p:cTn id="66" presetID="3" presetClass="entr" presetSubtype="10" fill="hold" nodeType="afterEffect">
                                  <p:stCondLst>
                                    <p:cond delay="0"/>
                                  </p:stCondLst>
                                  <p:childTnLst>
                                    <p:set>
                                      <p:cBhvr>
                                        <p:cTn id="67" dur="1" fill="hold">
                                          <p:stCondLst>
                                            <p:cond delay="0"/>
                                          </p:stCondLst>
                                        </p:cTn>
                                        <p:tgtEl>
                                          <p:spTgt spid="666641"/>
                                        </p:tgtEl>
                                        <p:attrNameLst>
                                          <p:attrName>style.visibility</p:attrName>
                                        </p:attrNameLst>
                                      </p:cBhvr>
                                      <p:to>
                                        <p:strVal val="visible"/>
                                      </p:to>
                                    </p:set>
                                    <p:animEffect transition="in" filter="blinds(horizontal)">
                                      <p:cBhvr>
                                        <p:cTn id="68" dur="500"/>
                                        <p:tgtEl>
                                          <p:spTgt spid="666641"/>
                                        </p:tgtEl>
                                      </p:cBhvr>
                                    </p:animEffect>
                                  </p:childTnLst>
                                </p:cTn>
                              </p:par>
                            </p:childTnLst>
                          </p:cTn>
                        </p:par>
                        <p:par>
                          <p:cTn id="69" fill="hold" nodeType="afterGroup">
                            <p:stCondLst>
                              <p:cond delay="2000"/>
                            </p:stCondLst>
                            <p:childTnLst>
                              <p:par>
                                <p:cTn id="70" presetID="3" presetClass="entr" presetSubtype="10" fill="hold" nodeType="afterEffect">
                                  <p:stCondLst>
                                    <p:cond delay="0"/>
                                  </p:stCondLst>
                                  <p:childTnLst>
                                    <p:set>
                                      <p:cBhvr>
                                        <p:cTn id="71" dur="1" fill="hold">
                                          <p:stCondLst>
                                            <p:cond delay="0"/>
                                          </p:stCondLst>
                                        </p:cTn>
                                        <p:tgtEl>
                                          <p:spTgt spid="666672"/>
                                        </p:tgtEl>
                                        <p:attrNameLst>
                                          <p:attrName>style.visibility</p:attrName>
                                        </p:attrNameLst>
                                      </p:cBhvr>
                                      <p:to>
                                        <p:strVal val="visible"/>
                                      </p:to>
                                    </p:set>
                                    <p:animEffect transition="in" filter="blinds(horizontal)">
                                      <p:cBhvr>
                                        <p:cTn id="72" dur="500"/>
                                        <p:tgtEl>
                                          <p:spTgt spid="666672"/>
                                        </p:tgtEl>
                                      </p:cBhvr>
                                    </p:animEffect>
                                  </p:childTnLst>
                                </p:cTn>
                              </p:par>
                            </p:childTnLst>
                          </p:cTn>
                        </p:par>
                        <p:par>
                          <p:cTn id="73" fill="hold" nodeType="afterGroup">
                            <p:stCondLst>
                              <p:cond delay="2500"/>
                            </p:stCondLst>
                            <p:childTnLst>
                              <p:par>
                                <p:cTn id="74" presetID="3" presetClass="entr" presetSubtype="10" fill="hold" nodeType="afterEffect">
                                  <p:stCondLst>
                                    <p:cond delay="0"/>
                                  </p:stCondLst>
                                  <p:childTnLst>
                                    <p:set>
                                      <p:cBhvr>
                                        <p:cTn id="75" dur="1" fill="hold">
                                          <p:stCondLst>
                                            <p:cond delay="0"/>
                                          </p:stCondLst>
                                        </p:cTn>
                                        <p:tgtEl>
                                          <p:spTgt spid="666673"/>
                                        </p:tgtEl>
                                        <p:attrNameLst>
                                          <p:attrName>style.visibility</p:attrName>
                                        </p:attrNameLst>
                                      </p:cBhvr>
                                      <p:to>
                                        <p:strVal val="visible"/>
                                      </p:to>
                                    </p:set>
                                    <p:animEffect transition="in" filter="blinds(horizontal)">
                                      <p:cBhvr>
                                        <p:cTn id="76" dur="500"/>
                                        <p:tgtEl>
                                          <p:spTgt spid="666673"/>
                                        </p:tgtEl>
                                      </p:cBhvr>
                                    </p:animEffect>
                                  </p:childTnLst>
                                </p:cTn>
                              </p:par>
                            </p:childTnLst>
                          </p:cTn>
                        </p:par>
                        <p:par>
                          <p:cTn id="77" fill="hold" nodeType="afterGroup">
                            <p:stCondLst>
                              <p:cond delay="3000"/>
                            </p:stCondLst>
                            <p:childTnLst>
                              <p:par>
                                <p:cTn id="78" presetID="3" presetClass="entr" presetSubtype="10" fill="hold" nodeType="afterEffect">
                                  <p:stCondLst>
                                    <p:cond delay="0"/>
                                  </p:stCondLst>
                                  <p:childTnLst>
                                    <p:set>
                                      <p:cBhvr>
                                        <p:cTn id="79" dur="1" fill="hold">
                                          <p:stCondLst>
                                            <p:cond delay="0"/>
                                          </p:stCondLst>
                                        </p:cTn>
                                        <p:tgtEl>
                                          <p:spTgt spid="666642"/>
                                        </p:tgtEl>
                                        <p:attrNameLst>
                                          <p:attrName>style.visibility</p:attrName>
                                        </p:attrNameLst>
                                      </p:cBhvr>
                                      <p:to>
                                        <p:strVal val="visible"/>
                                      </p:to>
                                    </p:set>
                                    <p:animEffect transition="in" filter="blinds(horizontal)">
                                      <p:cBhvr>
                                        <p:cTn id="80" dur="500"/>
                                        <p:tgtEl>
                                          <p:spTgt spid="666642"/>
                                        </p:tgtEl>
                                      </p:cBhvr>
                                    </p:animEffect>
                                  </p:childTnLst>
                                </p:cTn>
                              </p:par>
                            </p:childTnLst>
                          </p:cTn>
                        </p:par>
                        <p:par>
                          <p:cTn id="81" fill="hold" nodeType="afterGroup">
                            <p:stCondLst>
                              <p:cond delay="3500"/>
                            </p:stCondLst>
                            <p:childTnLst>
                              <p:par>
                                <p:cTn id="82" presetID="3" presetClass="entr" presetSubtype="10" fill="hold" nodeType="afterEffect">
                                  <p:stCondLst>
                                    <p:cond delay="0"/>
                                  </p:stCondLst>
                                  <p:childTnLst>
                                    <p:set>
                                      <p:cBhvr>
                                        <p:cTn id="83" dur="1" fill="hold">
                                          <p:stCondLst>
                                            <p:cond delay="0"/>
                                          </p:stCondLst>
                                        </p:cTn>
                                        <p:tgtEl>
                                          <p:spTgt spid="666674"/>
                                        </p:tgtEl>
                                        <p:attrNameLst>
                                          <p:attrName>style.visibility</p:attrName>
                                        </p:attrNameLst>
                                      </p:cBhvr>
                                      <p:to>
                                        <p:strVal val="visible"/>
                                      </p:to>
                                    </p:set>
                                    <p:animEffect transition="in" filter="blinds(horizontal)">
                                      <p:cBhvr>
                                        <p:cTn id="84" dur="500"/>
                                        <p:tgtEl>
                                          <p:spTgt spid="666674"/>
                                        </p:tgtEl>
                                      </p:cBhvr>
                                    </p:animEffect>
                                  </p:childTnLst>
                                </p:cTn>
                              </p:par>
                            </p:childTnLst>
                          </p:cTn>
                        </p:par>
                        <p:par>
                          <p:cTn id="85" fill="hold" nodeType="afterGroup">
                            <p:stCondLst>
                              <p:cond delay="4000"/>
                            </p:stCondLst>
                            <p:childTnLst>
                              <p:par>
                                <p:cTn id="86" presetID="3" presetClass="entr" presetSubtype="10" fill="hold" nodeType="afterEffect">
                                  <p:stCondLst>
                                    <p:cond delay="0"/>
                                  </p:stCondLst>
                                  <p:childTnLst>
                                    <p:set>
                                      <p:cBhvr>
                                        <p:cTn id="87" dur="1" fill="hold">
                                          <p:stCondLst>
                                            <p:cond delay="0"/>
                                          </p:stCondLst>
                                        </p:cTn>
                                        <p:tgtEl>
                                          <p:spTgt spid="666643"/>
                                        </p:tgtEl>
                                        <p:attrNameLst>
                                          <p:attrName>style.visibility</p:attrName>
                                        </p:attrNameLst>
                                      </p:cBhvr>
                                      <p:to>
                                        <p:strVal val="visible"/>
                                      </p:to>
                                    </p:set>
                                    <p:animEffect transition="in" filter="blinds(horizontal)">
                                      <p:cBhvr>
                                        <p:cTn id="88" dur="500"/>
                                        <p:tgtEl>
                                          <p:spTgt spid="666643"/>
                                        </p:tgtEl>
                                      </p:cBhvr>
                                    </p:animEffect>
                                  </p:childTnLst>
                                </p:cTn>
                              </p:par>
                            </p:childTnLst>
                          </p:cTn>
                        </p:par>
                        <p:par>
                          <p:cTn id="89" fill="hold" nodeType="afterGroup">
                            <p:stCondLst>
                              <p:cond delay="4500"/>
                            </p:stCondLst>
                            <p:childTnLst>
                              <p:par>
                                <p:cTn id="90" presetID="3" presetClass="entr" presetSubtype="10" fill="hold" nodeType="afterEffect">
                                  <p:stCondLst>
                                    <p:cond delay="0"/>
                                  </p:stCondLst>
                                  <p:childTnLst>
                                    <p:set>
                                      <p:cBhvr>
                                        <p:cTn id="91" dur="1" fill="hold">
                                          <p:stCondLst>
                                            <p:cond delay="0"/>
                                          </p:stCondLst>
                                        </p:cTn>
                                        <p:tgtEl>
                                          <p:spTgt spid="666684"/>
                                        </p:tgtEl>
                                        <p:attrNameLst>
                                          <p:attrName>style.visibility</p:attrName>
                                        </p:attrNameLst>
                                      </p:cBhvr>
                                      <p:to>
                                        <p:strVal val="visible"/>
                                      </p:to>
                                    </p:set>
                                    <p:animEffect transition="in" filter="blinds(horizontal)">
                                      <p:cBhvr>
                                        <p:cTn id="92" dur="500"/>
                                        <p:tgtEl>
                                          <p:spTgt spid="666684"/>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3" presetClass="entr" presetSubtype="10" fill="hold" nodeType="clickEffect">
                                  <p:stCondLst>
                                    <p:cond delay="0"/>
                                  </p:stCondLst>
                                  <p:childTnLst>
                                    <p:set>
                                      <p:cBhvr>
                                        <p:cTn id="96" dur="1" fill="hold">
                                          <p:stCondLst>
                                            <p:cond delay="0"/>
                                          </p:stCondLst>
                                        </p:cTn>
                                        <p:tgtEl>
                                          <p:spTgt spid="666645"/>
                                        </p:tgtEl>
                                        <p:attrNameLst>
                                          <p:attrName>style.visibility</p:attrName>
                                        </p:attrNameLst>
                                      </p:cBhvr>
                                      <p:to>
                                        <p:strVal val="visible"/>
                                      </p:to>
                                    </p:set>
                                    <p:animEffect transition="in" filter="blinds(horizontal)">
                                      <p:cBhvr>
                                        <p:cTn id="97" dur="500"/>
                                        <p:tgtEl>
                                          <p:spTgt spid="666645"/>
                                        </p:tgtEl>
                                      </p:cBhvr>
                                    </p:animEffect>
                                  </p:childTnLst>
                                </p:cTn>
                              </p:par>
                            </p:childTnLst>
                          </p:cTn>
                        </p:par>
                        <p:par>
                          <p:cTn id="98" fill="hold" nodeType="afterGroup">
                            <p:stCondLst>
                              <p:cond delay="500"/>
                            </p:stCondLst>
                            <p:childTnLst>
                              <p:par>
                                <p:cTn id="99" presetID="3" presetClass="entr" presetSubtype="10" fill="hold" nodeType="afterEffect">
                                  <p:stCondLst>
                                    <p:cond delay="0"/>
                                  </p:stCondLst>
                                  <p:childTnLst>
                                    <p:set>
                                      <p:cBhvr>
                                        <p:cTn id="100" dur="1" fill="hold">
                                          <p:stCondLst>
                                            <p:cond delay="0"/>
                                          </p:stCondLst>
                                        </p:cTn>
                                        <p:tgtEl>
                                          <p:spTgt spid="666646"/>
                                        </p:tgtEl>
                                        <p:attrNameLst>
                                          <p:attrName>style.visibility</p:attrName>
                                        </p:attrNameLst>
                                      </p:cBhvr>
                                      <p:to>
                                        <p:strVal val="visible"/>
                                      </p:to>
                                    </p:set>
                                    <p:animEffect transition="in" filter="blinds(horizontal)">
                                      <p:cBhvr>
                                        <p:cTn id="101" dur="500"/>
                                        <p:tgtEl>
                                          <p:spTgt spid="666646"/>
                                        </p:tgtEl>
                                      </p:cBhvr>
                                    </p:animEffect>
                                  </p:childTnLst>
                                </p:cTn>
                              </p:par>
                            </p:childTnLst>
                          </p:cTn>
                        </p:par>
                        <p:par>
                          <p:cTn id="102" fill="hold" nodeType="afterGroup">
                            <p:stCondLst>
                              <p:cond delay="1000"/>
                            </p:stCondLst>
                            <p:childTnLst>
                              <p:par>
                                <p:cTn id="103" presetID="3" presetClass="entr" presetSubtype="10" fill="hold" nodeType="afterEffect">
                                  <p:stCondLst>
                                    <p:cond delay="0"/>
                                  </p:stCondLst>
                                  <p:childTnLst>
                                    <p:set>
                                      <p:cBhvr>
                                        <p:cTn id="104" dur="1" fill="hold">
                                          <p:stCondLst>
                                            <p:cond delay="0"/>
                                          </p:stCondLst>
                                        </p:cTn>
                                        <p:tgtEl>
                                          <p:spTgt spid="666675"/>
                                        </p:tgtEl>
                                        <p:attrNameLst>
                                          <p:attrName>style.visibility</p:attrName>
                                        </p:attrNameLst>
                                      </p:cBhvr>
                                      <p:to>
                                        <p:strVal val="visible"/>
                                      </p:to>
                                    </p:set>
                                    <p:animEffect transition="in" filter="blinds(horizontal)">
                                      <p:cBhvr>
                                        <p:cTn id="105" dur="500"/>
                                        <p:tgtEl>
                                          <p:spTgt spid="666675"/>
                                        </p:tgtEl>
                                      </p:cBhvr>
                                    </p:animEffect>
                                  </p:childTnLst>
                                </p:cTn>
                              </p:par>
                            </p:childTnLst>
                          </p:cTn>
                        </p:par>
                        <p:par>
                          <p:cTn id="106" fill="hold" nodeType="afterGroup">
                            <p:stCondLst>
                              <p:cond delay="1500"/>
                            </p:stCondLst>
                            <p:childTnLst>
                              <p:par>
                                <p:cTn id="107" presetID="3" presetClass="entr" presetSubtype="10" fill="hold" nodeType="afterEffect">
                                  <p:stCondLst>
                                    <p:cond delay="0"/>
                                  </p:stCondLst>
                                  <p:childTnLst>
                                    <p:set>
                                      <p:cBhvr>
                                        <p:cTn id="108" dur="1" fill="hold">
                                          <p:stCondLst>
                                            <p:cond delay="0"/>
                                          </p:stCondLst>
                                        </p:cTn>
                                        <p:tgtEl>
                                          <p:spTgt spid="666647"/>
                                        </p:tgtEl>
                                        <p:attrNameLst>
                                          <p:attrName>style.visibility</p:attrName>
                                        </p:attrNameLst>
                                      </p:cBhvr>
                                      <p:to>
                                        <p:strVal val="visible"/>
                                      </p:to>
                                    </p:set>
                                    <p:animEffect transition="in" filter="blinds(horizontal)">
                                      <p:cBhvr>
                                        <p:cTn id="109" dur="500"/>
                                        <p:tgtEl>
                                          <p:spTgt spid="666647"/>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3" presetClass="entr" presetSubtype="10" fill="hold" nodeType="clickEffect">
                                  <p:stCondLst>
                                    <p:cond delay="0"/>
                                  </p:stCondLst>
                                  <p:childTnLst>
                                    <p:set>
                                      <p:cBhvr>
                                        <p:cTn id="113" dur="1" fill="hold">
                                          <p:stCondLst>
                                            <p:cond delay="0"/>
                                          </p:stCondLst>
                                        </p:cTn>
                                        <p:tgtEl>
                                          <p:spTgt spid="666648"/>
                                        </p:tgtEl>
                                        <p:attrNameLst>
                                          <p:attrName>style.visibility</p:attrName>
                                        </p:attrNameLst>
                                      </p:cBhvr>
                                      <p:to>
                                        <p:strVal val="visible"/>
                                      </p:to>
                                    </p:set>
                                    <p:animEffect transition="in" filter="blinds(horizontal)">
                                      <p:cBhvr>
                                        <p:cTn id="114" dur="500"/>
                                        <p:tgtEl>
                                          <p:spTgt spid="666648"/>
                                        </p:tgtEl>
                                      </p:cBhvr>
                                    </p:animEffect>
                                  </p:childTnLst>
                                </p:cTn>
                              </p:par>
                            </p:childTnLst>
                          </p:cTn>
                        </p:par>
                        <p:par>
                          <p:cTn id="115" fill="hold" nodeType="afterGroup">
                            <p:stCondLst>
                              <p:cond delay="500"/>
                            </p:stCondLst>
                            <p:childTnLst>
                              <p:par>
                                <p:cTn id="116" presetID="3" presetClass="entr" presetSubtype="10" fill="hold" nodeType="afterEffect">
                                  <p:stCondLst>
                                    <p:cond delay="0"/>
                                  </p:stCondLst>
                                  <p:childTnLst>
                                    <p:set>
                                      <p:cBhvr>
                                        <p:cTn id="117" dur="1" fill="hold">
                                          <p:stCondLst>
                                            <p:cond delay="0"/>
                                          </p:stCondLst>
                                        </p:cTn>
                                        <p:tgtEl>
                                          <p:spTgt spid="666649"/>
                                        </p:tgtEl>
                                        <p:attrNameLst>
                                          <p:attrName>style.visibility</p:attrName>
                                        </p:attrNameLst>
                                      </p:cBhvr>
                                      <p:to>
                                        <p:strVal val="visible"/>
                                      </p:to>
                                    </p:set>
                                    <p:animEffect transition="in" filter="blinds(horizontal)">
                                      <p:cBhvr>
                                        <p:cTn id="118" dur="500"/>
                                        <p:tgtEl>
                                          <p:spTgt spid="666649"/>
                                        </p:tgtEl>
                                      </p:cBhvr>
                                    </p:animEffect>
                                  </p:childTnLst>
                                </p:cTn>
                              </p:par>
                            </p:childTnLst>
                          </p:cTn>
                        </p:par>
                        <p:par>
                          <p:cTn id="119" fill="hold" nodeType="afterGroup">
                            <p:stCondLst>
                              <p:cond delay="1000"/>
                            </p:stCondLst>
                            <p:childTnLst>
                              <p:par>
                                <p:cTn id="120" presetID="3" presetClass="entr" presetSubtype="10" fill="hold" nodeType="afterEffect">
                                  <p:stCondLst>
                                    <p:cond delay="0"/>
                                  </p:stCondLst>
                                  <p:childTnLst>
                                    <p:set>
                                      <p:cBhvr>
                                        <p:cTn id="121" dur="1" fill="hold">
                                          <p:stCondLst>
                                            <p:cond delay="0"/>
                                          </p:stCondLst>
                                        </p:cTn>
                                        <p:tgtEl>
                                          <p:spTgt spid="666676"/>
                                        </p:tgtEl>
                                        <p:attrNameLst>
                                          <p:attrName>style.visibility</p:attrName>
                                        </p:attrNameLst>
                                      </p:cBhvr>
                                      <p:to>
                                        <p:strVal val="visible"/>
                                      </p:to>
                                    </p:set>
                                    <p:animEffect transition="in" filter="blinds(horizontal)">
                                      <p:cBhvr>
                                        <p:cTn id="122" dur="500"/>
                                        <p:tgtEl>
                                          <p:spTgt spid="666676"/>
                                        </p:tgtEl>
                                      </p:cBhvr>
                                    </p:animEffect>
                                  </p:childTnLst>
                                </p:cTn>
                              </p:par>
                            </p:childTnLst>
                          </p:cTn>
                        </p:par>
                        <p:par>
                          <p:cTn id="123" fill="hold" nodeType="afterGroup">
                            <p:stCondLst>
                              <p:cond delay="1500"/>
                            </p:stCondLst>
                            <p:childTnLst>
                              <p:par>
                                <p:cTn id="124" presetID="3" presetClass="entr" presetSubtype="10" fill="hold" nodeType="afterEffect">
                                  <p:stCondLst>
                                    <p:cond delay="0"/>
                                  </p:stCondLst>
                                  <p:childTnLst>
                                    <p:set>
                                      <p:cBhvr>
                                        <p:cTn id="125" dur="1" fill="hold">
                                          <p:stCondLst>
                                            <p:cond delay="0"/>
                                          </p:stCondLst>
                                        </p:cTn>
                                        <p:tgtEl>
                                          <p:spTgt spid="666650"/>
                                        </p:tgtEl>
                                        <p:attrNameLst>
                                          <p:attrName>style.visibility</p:attrName>
                                        </p:attrNameLst>
                                      </p:cBhvr>
                                      <p:to>
                                        <p:strVal val="visible"/>
                                      </p:to>
                                    </p:set>
                                    <p:animEffect transition="in" filter="blinds(horizontal)">
                                      <p:cBhvr>
                                        <p:cTn id="126" dur="500"/>
                                        <p:tgtEl>
                                          <p:spTgt spid="666650"/>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3" presetClass="entr" presetSubtype="10" fill="hold" nodeType="clickEffect">
                                  <p:stCondLst>
                                    <p:cond delay="0"/>
                                  </p:stCondLst>
                                  <p:childTnLst>
                                    <p:set>
                                      <p:cBhvr>
                                        <p:cTn id="130" dur="1" fill="hold">
                                          <p:stCondLst>
                                            <p:cond delay="0"/>
                                          </p:stCondLst>
                                        </p:cTn>
                                        <p:tgtEl>
                                          <p:spTgt spid="666651"/>
                                        </p:tgtEl>
                                        <p:attrNameLst>
                                          <p:attrName>style.visibility</p:attrName>
                                        </p:attrNameLst>
                                      </p:cBhvr>
                                      <p:to>
                                        <p:strVal val="visible"/>
                                      </p:to>
                                    </p:set>
                                    <p:animEffect transition="in" filter="blinds(horizontal)">
                                      <p:cBhvr>
                                        <p:cTn id="131" dur="500"/>
                                        <p:tgtEl>
                                          <p:spTgt spid="666651"/>
                                        </p:tgtEl>
                                      </p:cBhvr>
                                    </p:animEffect>
                                  </p:childTnLst>
                                </p:cTn>
                              </p:par>
                            </p:childTnLst>
                          </p:cTn>
                        </p:par>
                        <p:par>
                          <p:cTn id="132" fill="hold" nodeType="afterGroup">
                            <p:stCondLst>
                              <p:cond delay="500"/>
                            </p:stCondLst>
                            <p:childTnLst>
                              <p:par>
                                <p:cTn id="133" presetID="3" presetClass="entr" presetSubtype="10" fill="hold" nodeType="afterEffect">
                                  <p:stCondLst>
                                    <p:cond delay="0"/>
                                  </p:stCondLst>
                                  <p:childTnLst>
                                    <p:set>
                                      <p:cBhvr>
                                        <p:cTn id="134" dur="1" fill="hold">
                                          <p:stCondLst>
                                            <p:cond delay="0"/>
                                          </p:stCondLst>
                                        </p:cTn>
                                        <p:tgtEl>
                                          <p:spTgt spid="666652"/>
                                        </p:tgtEl>
                                        <p:attrNameLst>
                                          <p:attrName>style.visibility</p:attrName>
                                        </p:attrNameLst>
                                      </p:cBhvr>
                                      <p:to>
                                        <p:strVal val="visible"/>
                                      </p:to>
                                    </p:set>
                                    <p:animEffect transition="in" filter="blinds(horizontal)">
                                      <p:cBhvr>
                                        <p:cTn id="135" dur="500"/>
                                        <p:tgtEl>
                                          <p:spTgt spid="666652"/>
                                        </p:tgtEl>
                                      </p:cBhvr>
                                    </p:animEffect>
                                  </p:childTnLst>
                                </p:cTn>
                              </p:par>
                            </p:childTnLst>
                          </p:cTn>
                        </p:par>
                        <p:par>
                          <p:cTn id="136" fill="hold" nodeType="afterGroup">
                            <p:stCondLst>
                              <p:cond delay="1000"/>
                            </p:stCondLst>
                            <p:childTnLst>
                              <p:par>
                                <p:cTn id="137" presetID="3" presetClass="entr" presetSubtype="10" fill="hold" nodeType="afterEffect">
                                  <p:stCondLst>
                                    <p:cond delay="0"/>
                                  </p:stCondLst>
                                  <p:childTnLst>
                                    <p:set>
                                      <p:cBhvr>
                                        <p:cTn id="138" dur="1" fill="hold">
                                          <p:stCondLst>
                                            <p:cond delay="0"/>
                                          </p:stCondLst>
                                        </p:cTn>
                                        <p:tgtEl>
                                          <p:spTgt spid="666677"/>
                                        </p:tgtEl>
                                        <p:attrNameLst>
                                          <p:attrName>style.visibility</p:attrName>
                                        </p:attrNameLst>
                                      </p:cBhvr>
                                      <p:to>
                                        <p:strVal val="visible"/>
                                      </p:to>
                                    </p:set>
                                    <p:animEffect transition="in" filter="blinds(horizontal)">
                                      <p:cBhvr>
                                        <p:cTn id="139" dur="500"/>
                                        <p:tgtEl>
                                          <p:spTgt spid="666677"/>
                                        </p:tgtEl>
                                      </p:cBhvr>
                                    </p:animEffect>
                                  </p:childTnLst>
                                </p:cTn>
                              </p:par>
                            </p:childTnLst>
                          </p:cTn>
                        </p:par>
                        <p:par>
                          <p:cTn id="140" fill="hold" nodeType="afterGroup">
                            <p:stCondLst>
                              <p:cond delay="1500"/>
                            </p:stCondLst>
                            <p:childTnLst>
                              <p:par>
                                <p:cTn id="141" presetID="3" presetClass="entr" presetSubtype="10" fill="hold" nodeType="afterEffect">
                                  <p:stCondLst>
                                    <p:cond delay="0"/>
                                  </p:stCondLst>
                                  <p:childTnLst>
                                    <p:set>
                                      <p:cBhvr>
                                        <p:cTn id="142" dur="1" fill="hold">
                                          <p:stCondLst>
                                            <p:cond delay="0"/>
                                          </p:stCondLst>
                                        </p:cTn>
                                        <p:tgtEl>
                                          <p:spTgt spid="666653"/>
                                        </p:tgtEl>
                                        <p:attrNameLst>
                                          <p:attrName>style.visibility</p:attrName>
                                        </p:attrNameLst>
                                      </p:cBhvr>
                                      <p:to>
                                        <p:strVal val="visible"/>
                                      </p:to>
                                    </p:set>
                                    <p:animEffect transition="in" filter="blinds(horizontal)">
                                      <p:cBhvr>
                                        <p:cTn id="143" dur="500"/>
                                        <p:tgtEl>
                                          <p:spTgt spid="666653"/>
                                        </p:tgtEl>
                                      </p:cBhvr>
                                    </p:animEffect>
                                  </p:childTnLst>
                                </p:cTn>
                              </p:par>
                            </p:childTnLst>
                          </p:cTn>
                        </p:par>
                        <p:par>
                          <p:cTn id="144" fill="hold" nodeType="afterGroup">
                            <p:stCondLst>
                              <p:cond delay="2000"/>
                            </p:stCondLst>
                            <p:childTnLst>
                              <p:par>
                                <p:cTn id="145" presetID="3" presetClass="entr" presetSubtype="10" fill="hold" nodeType="afterEffect">
                                  <p:stCondLst>
                                    <p:cond delay="0"/>
                                  </p:stCondLst>
                                  <p:childTnLst>
                                    <p:set>
                                      <p:cBhvr>
                                        <p:cTn id="146" dur="1" fill="hold">
                                          <p:stCondLst>
                                            <p:cond delay="0"/>
                                          </p:stCondLst>
                                        </p:cTn>
                                        <p:tgtEl>
                                          <p:spTgt spid="666654"/>
                                        </p:tgtEl>
                                        <p:attrNameLst>
                                          <p:attrName>style.visibility</p:attrName>
                                        </p:attrNameLst>
                                      </p:cBhvr>
                                      <p:to>
                                        <p:strVal val="visible"/>
                                      </p:to>
                                    </p:set>
                                    <p:animEffect transition="in" filter="blinds(horizontal)">
                                      <p:cBhvr>
                                        <p:cTn id="147" dur="500"/>
                                        <p:tgtEl>
                                          <p:spTgt spid="666654"/>
                                        </p:tgtEl>
                                      </p:cBhvr>
                                    </p:animEffect>
                                  </p:childTnLst>
                                </p:cTn>
                              </p:par>
                            </p:childTnLst>
                          </p:cTn>
                        </p:par>
                        <p:par>
                          <p:cTn id="148" fill="hold" nodeType="afterGroup">
                            <p:stCondLst>
                              <p:cond delay="2500"/>
                            </p:stCondLst>
                            <p:childTnLst>
                              <p:par>
                                <p:cTn id="149" presetID="3" presetClass="entr" presetSubtype="10" fill="hold" nodeType="afterEffect">
                                  <p:stCondLst>
                                    <p:cond delay="0"/>
                                  </p:stCondLst>
                                  <p:childTnLst>
                                    <p:set>
                                      <p:cBhvr>
                                        <p:cTn id="150" dur="1" fill="hold">
                                          <p:stCondLst>
                                            <p:cond delay="0"/>
                                          </p:stCondLst>
                                        </p:cTn>
                                        <p:tgtEl>
                                          <p:spTgt spid="666678">
                                            <p:txEl>
                                              <p:pRg st="0" end="0"/>
                                            </p:txEl>
                                          </p:spTgt>
                                        </p:tgtEl>
                                        <p:attrNameLst>
                                          <p:attrName>style.visibility</p:attrName>
                                        </p:attrNameLst>
                                      </p:cBhvr>
                                      <p:to>
                                        <p:strVal val="visible"/>
                                      </p:to>
                                    </p:set>
                                    <p:animEffect transition="in" filter="blinds(horizontal)">
                                      <p:cBhvr>
                                        <p:cTn id="151" dur="500"/>
                                        <p:tgtEl>
                                          <p:spTgt spid="666678">
                                            <p:txEl>
                                              <p:pRg st="0" end="0"/>
                                            </p:txEl>
                                          </p:spTgt>
                                        </p:tgtEl>
                                      </p:cBhvr>
                                    </p:animEffect>
                                  </p:childTnLst>
                                </p:cTn>
                              </p:par>
                            </p:childTnLst>
                          </p:cTn>
                        </p:par>
                        <p:par>
                          <p:cTn id="152" fill="hold" nodeType="afterGroup">
                            <p:stCondLst>
                              <p:cond delay="3000"/>
                            </p:stCondLst>
                            <p:childTnLst>
                              <p:par>
                                <p:cTn id="153" presetID="3" presetClass="entr" presetSubtype="10" fill="hold" nodeType="afterEffect">
                                  <p:stCondLst>
                                    <p:cond delay="0"/>
                                  </p:stCondLst>
                                  <p:childTnLst>
                                    <p:set>
                                      <p:cBhvr>
                                        <p:cTn id="154" dur="1" fill="hold">
                                          <p:stCondLst>
                                            <p:cond delay="0"/>
                                          </p:stCondLst>
                                        </p:cTn>
                                        <p:tgtEl>
                                          <p:spTgt spid="666655"/>
                                        </p:tgtEl>
                                        <p:attrNameLst>
                                          <p:attrName>style.visibility</p:attrName>
                                        </p:attrNameLst>
                                      </p:cBhvr>
                                      <p:to>
                                        <p:strVal val="visible"/>
                                      </p:to>
                                    </p:set>
                                    <p:animEffect transition="in" filter="blinds(horizontal)">
                                      <p:cBhvr>
                                        <p:cTn id="155" dur="500"/>
                                        <p:tgtEl>
                                          <p:spTgt spid="666655"/>
                                        </p:tgtEl>
                                      </p:cBhvr>
                                    </p:animEffect>
                                  </p:childTnLst>
                                </p:cTn>
                              </p:par>
                            </p:childTnLst>
                          </p:cTn>
                        </p:par>
                        <p:par>
                          <p:cTn id="156" fill="hold" nodeType="afterGroup">
                            <p:stCondLst>
                              <p:cond delay="3500"/>
                            </p:stCondLst>
                            <p:childTnLst>
                              <p:par>
                                <p:cTn id="157" presetID="3" presetClass="entr" presetSubtype="10" fill="hold" nodeType="afterEffect">
                                  <p:stCondLst>
                                    <p:cond delay="0"/>
                                  </p:stCondLst>
                                  <p:childTnLst>
                                    <p:set>
                                      <p:cBhvr>
                                        <p:cTn id="158" dur="1" fill="hold">
                                          <p:stCondLst>
                                            <p:cond delay="0"/>
                                          </p:stCondLst>
                                        </p:cTn>
                                        <p:tgtEl>
                                          <p:spTgt spid="666656"/>
                                        </p:tgtEl>
                                        <p:attrNameLst>
                                          <p:attrName>style.visibility</p:attrName>
                                        </p:attrNameLst>
                                      </p:cBhvr>
                                      <p:to>
                                        <p:strVal val="visible"/>
                                      </p:to>
                                    </p:set>
                                    <p:animEffect transition="in" filter="blinds(horizontal)">
                                      <p:cBhvr>
                                        <p:cTn id="159" dur="500"/>
                                        <p:tgtEl>
                                          <p:spTgt spid="666656"/>
                                        </p:tgtEl>
                                      </p:cBhvr>
                                    </p:animEffect>
                                  </p:childTnLst>
                                </p:cTn>
                              </p:par>
                            </p:childTnLst>
                          </p:cTn>
                        </p:par>
                        <p:par>
                          <p:cTn id="160" fill="hold" nodeType="afterGroup">
                            <p:stCondLst>
                              <p:cond delay="4000"/>
                            </p:stCondLst>
                            <p:childTnLst>
                              <p:par>
                                <p:cTn id="161" presetID="3" presetClass="entr" presetSubtype="10" fill="hold" nodeType="afterEffect">
                                  <p:stCondLst>
                                    <p:cond delay="0"/>
                                  </p:stCondLst>
                                  <p:childTnLst>
                                    <p:set>
                                      <p:cBhvr>
                                        <p:cTn id="162" dur="1" fill="hold">
                                          <p:stCondLst>
                                            <p:cond delay="0"/>
                                          </p:stCondLst>
                                        </p:cTn>
                                        <p:tgtEl>
                                          <p:spTgt spid="666657"/>
                                        </p:tgtEl>
                                        <p:attrNameLst>
                                          <p:attrName>style.visibility</p:attrName>
                                        </p:attrNameLst>
                                      </p:cBhvr>
                                      <p:to>
                                        <p:strVal val="visible"/>
                                      </p:to>
                                    </p:set>
                                    <p:animEffect transition="in" filter="blinds(horizontal)">
                                      <p:cBhvr>
                                        <p:cTn id="163" dur="500"/>
                                        <p:tgtEl>
                                          <p:spTgt spid="666657"/>
                                        </p:tgtEl>
                                      </p:cBhvr>
                                    </p:animEffect>
                                  </p:childTnLst>
                                </p:cTn>
                              </p:par>
                            </p:childTnLst>
                          </p:cTn>
                        </p:par>
                        <p:par>
                          <p:cTn id="164" fill="hold" nodeType="afterGroup">
                            <p:stCondLst>
                              <p:cond delay="4500"/>
                            </p:stCondLst>
                            <p:childTnLst>
                              <p:par>
                                <p:cTn id="165" presetID="3" presetClass="entr" presetSubtype="10" fill="hold" nodeType="afterEffect">
                                  <p:stCondLst>
                                    <p:cond delay="0"/>
                                  </p:stCondLst>
                                  <p:childTnLst>
                                    <p:set>
                                      <p:cBhvr>
                                        <p:cTn id="166" dur="1" fill="hold">
                                          <p:stCondLst>
                                            <p:cond delay="0"/>
                                          </p:stCondLst>
                                        </p:cTn>
                                        <p:tgtEl>
                                          <p:spTgt spid="666658"/>
                                        </p:tgtEl>
                                        <p:attrNameLst>
                                          <p:attrName>style.visibility</p:attrName>
                                        </p:attrNameLst>
                                      </p:cBhvr>
                                      <p:to>
                                        <p:strVal val="visible"/>
                                      </p:to>
                                    </p:set>
                                    <p:animEffect transition="in" filter="blinds(horizontal)">
                                      <p:cBhvr>
                                        <p:cTn id="167" dur="500"/>
                                        <p:tgtEl>
                                          <p:spTgt spid="666658"/>
                                        </p:tgtEl>
                                      </p:cBhvr>
                                    </p:animEffect>
                                  </p:childTnLst>
                                </p:cTn>
                              </p:par>
                            </p:childTnLst>
                          </p:cTn>
                        </p:par>
                        <p:par>
                          <p:cTn id="168" fill="hold" nodeType="afterGroup">
                            <p:stCondLst>
                              <p:cond delay="5000"/>
                            </p:stCondLst>
                            <p:childTnLst>
                              <p:par>
                                <p:cTn id="169" presetID="3" presetClass="entr" presetSubtype="10" fill="hold" nodeType="afterEffect">
                                  <p:stCondLst>
                                    <p:cond delay="0"/>
                                  </p:stCondLst>
                                  <p:childTnLst>
                                    <p:set>
                                      <p:cBhvr>
                                        <p:cTn id="170" dur="1" fill="hold">
                                          <p:stCondLst>
                                            <p:cond delay="0"/>
                                          </p:stCondLst>
                                        </p:cTn>
                                        <p:tgtEl>
                                          <p:spTgt spid="666679"/>
                                        </p:tgtEl>
                                        <p:attrNameLst>
                                          <p:attrName>style.visibility</p:attrName>
                                        </p:attrNameLst>
                                      </p:cBhvr>
                                      <p:to>
                                        <p:strVal val="visible"/>
                                      </p:to>
                                    </p:set>
                                    <p:animEffect transition="in" filter="blinds(horizontal)">
                                      <p:cBhvr>
                                        <p:cTn id="171" dur="500"/>
                                        <p:tgtEl>
                                          <p:spTgt spid="666679"/>
                                        </p:tgtEl>
                                      </p:cBhvr>
                                    </p:animEffect>
                                  </p:childTnLst>
                                </p:cTn>
                              </p:par>
                            </p:childTnLst>
                          </p:cTn>
                        </p:par>
                        <p:par>
                          <p:cTn id="172" fill="hold" nodeType="afterGroup">
                            <p:stCondLst>
                              <p:cond delay="5500"/>
                            </p:stCondLst>
                            <p:childTnLst>
                              <p:par>
                                <p:cTn id="173" presetID="3" presetClass="entr" presetSubtype="10" fill="hold" nodeType="afterEffect">
                                  <p:stCondLst>
                                    <p:cond delay="0"/>
                                  </p:stCondLst>
                                  <p:childTnLst>
                                    <p:set>
                                      <p:cBhvr>
                                        <p:cTn id="174" dur="1" fill="hold">
                                          <p:stCondLst>
                                            <p:cond delay="0"/>
                                          </p:stCondLst>
                                        </p:cTn>
                                        <p:tgtEl>
                                          <p:spTgt spid="666685"/>
                                        </p:tgtEl>
                                        <p:attrNameLst>
                                          <p:attrName>style.visibility</p:attrName>
                                        </p:attrNameLst>
                                      </p:cBhvr>
                                      <p:to>
                                        <p:strVal val="visible"/>
                                      </p:to>
                                    </p:set>
                                    <p:animEffect transition="in" filter="blinds(horizontal)">
                                      <p:cBhvr>
                                        <p:cTn id="175" dur="500"/>
                                        <p:tgtEl>
                                          <p:spTgt spid="666685"/>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3" presetClass="entr" presetSubtype="10" fill="hold" nodeType="clickEffect">
                                  <p:stCondLst>
                                    <p:cond delay="0"/>
                                  </p:stCondLst>
                                  <p:childTnLst>
                                    <p:set>
                                      <p:cBhvr>
                                        <p:cTn id="179" dur="1" fill="hold">
                                          <p:stCondLst>
                                            <p:cond delay="0"/>
                                          </p:stCondLst>
                                        </p:cTn>
                                        <p:tgtEl>
                                          <p:spTgt spid="666659"/>
                                        </p:tgtEl>
                                        <p:attrNameLst>
                                          <p:attrName>style.visibility</p:attrName>
                                        </p:attrNameLst>
                                      </p:cBhvr>
                                      <p:to>
                                        <p:strVal val="visible"/>
                                      </p:to>
                                    </p:set>
                                    <p:animEffect transition="in" filter="blinds(horizontal)">
                                      <p:cBhvr>
                                        <p:cTn id="180" dur="500"/>
                                        <p:tgtEl>
                                          <p:spTgt spid="666659"/>
                                        </p:tgtEl>
                                      </p:cBhvr>
                                    </p:animEffect>
                                  </p:childTnLst>
                                </p:cTn>
                              </p:par>
                            </p:childTnLst>
                          </p:cTn>
                        </p:par>
                        <p:par>
                          <p:cTn id="181" fill="hold" nodeType="afterGroup">
                            <p:stCondLst>
                              <p:cond delay="500"/>
                            </p:stCondLst>
                            <p:childTnLst>
                              <p:par>
                                <p:cTn id="182" presetID="3" presetClass="entr" presetSubtype="10" fill="hold" nodeType="afterEffect">
                                  <p:stCondLst>
                                    <p:cond delay="0"/>
                                  </p:stCondLst>
                                  <p:childTnLst>
                                    <p:set>
                                      <p:cBhvr>
                                        <p:cTn id="183" dur="1" fill="hold">
                                          <p:stCondLst>
                                            <p:cond delay="0"/>
                                          </p:stCondLst>
                                        </p:cTn>
                                        <p:tgtEl>
                                          <p:spTgt spid="666660"/>
                                        </p:tgtEl>
                                        <p:attrNameLst>
                                          <p:attrName>style.visibility</p:attrName>
                                        </p:attrNameLst>
                                      </p:cBhvr>
                                      <p:to>
                                        <p:strVal val="visible"/>
                                      </p:to>
                                    </p:set>
                                    <p:animEffect transition="in" filter="blinds(horizontal)">
                                      <p:cBhvr>
                                        <p:cTn id="184" dur="500"/>
                                        <p:tgtEl>
                                          <p:spTgt spid="666660"/>
                                        </p:tgtEl>
                                      </p:cBhvr>
                                    </p:animEffect>
                                  </p:childTnLst>
                                </p:cTn>
                              </p:par>
                            </p:childTnLst>
                          </p:cTn>
                        </p:par>
                        <p:par>
                          <p:cTn id="185" fill="hold" nodeType="afterGroup">
                            <p:stCondLst>
                              <p:cond delay="1000"/>
                            </p:stCondLst>
                            <p:childTnLst>
                              <p:par>
                                <p:cTn id="186" presetID="3" presetClass="entr" presetSubtype="10" fill="hold" nodeType="afterEffect">
                                  <p:stCondLst>
                                    <p:cond delay="0"/>
                                  </p:stCondLst>
                                  <p:childTnLst>
                                    <p:set>
                                      <p:cBhvr>
                                        <p:cTn id="187" dur="1" fill="hold">
                                          <p:stCondLst>
                                            <p:cond delay="0"/>
                                          </p:stCondLst>
                                        </p:cTn>
                                        <p:tgtEl>
                                          <p:spTgt spid="666680"/>
                                        </p:tgtEl>
                                        <p:attrNameLst>
                                          <p:attrName>style.visibility</p:attrName>
                                        </p:attrNameLst>
                                      </p:cBhvr>
                                      <p:to>
                                        <p:strVal val="visible"/>
                                      </p:to>
                                    </p:set>
                                    <p:animEffect transition="in" filter="blinds(horizontal)">
                                      <p:cBhvr>
                                        <p:cTn id="188" dur="500"/>
                                        <p:tgtEl>
                                          <p:spTgt spid="666680"/>
                                        </p:tgtEl>
                                      </p:cBhvr>
                                    </p:animEffect>
                                  </p:childTnLst>
                                </p:cTn>
                              </p:par>
                            </p:childTnLst>
                          </p:cTn>
                        </p:par>
                        <p:par>
                          <p:cTn id="189" fill="hold" nodeType="afterGroup">
                            <p:stCondLst>
                              <p:cond delay="1500"/>
                            </p:stCondLst>
                            <p:childTnLst>
                              <p:par>
                                <p:cTn id="190" presetID="3" presetClass="entr" presetSubtype="10" fill="hold" nodeType="afterEffect">
                                  <p:stCondLst>
                                    <p:cond delay="0"/>
                                  </p:stCondLst>
                                  <p:childTnLst>
                                    <p:set>
                                      <p:cBhvr>
                                        <p:cTn id="191" dur="1" fill="hold">
                                          <p:stCondLst>
                                            <p:cond delay="0"/>
                                          </p:stCondLst>
                                        </p:cTn>
                                        <p:tgtEl>
                                          <p:spTgt spid="666661"/>
                                        </p:tgtEl>
                                        <p:attrNameLst>
                                          <p:attrName>style.visibility</p:attrName>
                                        </p:attrNameLst>
                                      </p:cBhvr>
                                      <p:to>
                                        <p:strVal val="visible"/>
                                      </p:to>
                                    </p:set>
                                    <p:animEffect transition="in" filter="blinds(horizontal)">
                                      <p:cBhvr>
                                        <p:cTn id="192" dur="500"/>
                                        <p:tgtEl>
                                          <p:spTgt spid="666661"/>
                                        </p:tgtEl>
                                      </p:cBhvr>
                                    </p:animEffect>
                                  </p:childTnLst>
                                </p:cTn>
                              </p:par>
                            </p:childTnLst>
                          </p:cTn>
                        </p:par>
                      </p:childTnLst>
                    </p:cTn>
                  </p:par>
                  <p:par>
                    <p:cTn id="193" fill="hold" nodeType="clickPar">
                      <p:stCondLst>
                        <p:cond delay="indefinite"/>
                      </p:stCondLst>
                      <p:childTnLst>
                        <p:par>
                          <p:cTn id="194" fill="hold" nodeType="withGroup">
                            <p:stCondLst>
                              <p:cond delay="0"/>
                            </p:stCondLst>
                            <p:childTnLst>
                              <p:par>
                                <p:cTn id="195" presetID="3" presetClass="entr" presetSubtype="10" fill="hold" nodeType="clickEffect">
                                  <p:stCondLst>
                                    <p:cond delay="0"/>
                                  </p:stCondLst>
                                  <p:childTnLst>
                                    <p:set>
                                      <p:cBhvr>
                                        <p:cTn id="196" dur="1" fill="hold">
                                          <p:stCondLst>
                                            <p:cond delay="0"/>
                                          </p:stCondLst>
                                        </p:cTn>
                                        <p:tgtEl>
                                          <p:spTgt spid="666662"/>
                                        </p:tgtEl>
                                        <p:attrNameLst>
                                          <p:attrName>style.visibility</p:attrName>
                                        </p:attrNameLst>
                                      </p:cBhvr>
                                      <p:to>
                                        <p:strVal val="visible"/>
                                      </p:to>
                                    </p:set>
                                    <p:animEffect transition="in" filter="blinds(horizontal)">
                                      <p:cBhvr>
                                        <p:cTn id="197" dur="500"/>
                                        <p:tgtEl>
                                          <p:spTgt spid="666662"/>
                                        </p:tgtEl>
                                      </p:cBhvr>
                                    </p:animEffect>
                                  </p:childTnLst>
                                </p:cTn>
                              </p:par>
                            </p:childTnLst>
                          </p:cTn>
                        </p:par>
                        <p:par>
                          <p:cTn id="198" fill="hold" nodeType="afterGroup">
                            <p:stCondLst>
                              <p:cond delay="500"/>
                            </p:stCondLst>
                            <p:childTnLst>
                              <p:par>
                                <p:cTn id="199" presetID="3" presetClass="entr" presetSubtype="10" fill="hold" nodeType="afterEffect">
                                  <p:stCondLst>
                                    <p:cond delay="0"/>
                                  </p:stCondLst>
                                  <p:childTnLst>
                                    <p:set>
                                      <p:cBhvr>
                                        <p:cTn id="200" dur="1" fill="hold">
                                          <p:stCondLst>
                                            <p:cond delay="0"/>
                                          </p:stCondLst>
                                        </p:cTn>
                                        <p:tgtEl>
                                          <p:spTgt spid="666663"/>
                                        </p:tgtEl>
                                        <p:attrNameLst>
                                          <p:attrName>style.visibility</p:attrName>
                                        </p:attrNameLst>
                                      </p:cBhvr>
                                      <p:to>
                                        <p:strVal val="visible"/>
                                      </p:to>
                                    </p:set>
                                    <p:animEffect transition="in" filter="blinds(horizontal)">
                                      <p:cBhvr>
                                        <p:cTn id="201" dur="500"/>
                                        <p:tgtEl>
                                          <p:spTgt spid="666663"/>
                                        </p:tgtEl>
                                      </p:cBhvr>
                                    </p:animEffect>
                                  </p:childTnLst>
                                </p:cTn>
                              </p:par>
                            </p:childTnLst>
                          </p:cTn>
                        </p:par>
                        <p:par>
                          <p:cTn id="202" fill="hold" nodeType="afterGroup">
                            <p:stCondLst>
                              <p:cond delay="1000"/>
                            </p:stCondLst>
                            <p:childTnLst>
                              <p:par>
                                <p:cTn id="203" presetID="3" presetClass="entr" presetSubtype="10" fill="hold" nodeType="afterEffect">
                                  <p:stCondLst>
                                    <p:cond delay="0"/>
                                  </p:stCondLst>
                                  <p:childTnLst>
                                    <p:set>
                                      <p:cBhvr>
                                        <p:cTn id="204" dur="1" fill="hold">
                                          <p:stCondLst>
                                            <p:cond delay="0"/>
                                          </p:stCondLst>
                                        </p:cTn>
                                        <p:tgtEl>
                                          <p:spTgt spid="666681"/>
                                        </p:tgtEl>
                                        <p:attrNameLst>
                                          <p:attrName>style.visibility</p:attrName>
                                        </p:attrNameLst>
                                      </p:cBhvr>
                                      <p:to>
                                        <p:strVal val="visible"/>
                                      </p:to>
                                    </p:set>
                                    <p:animEffect transition="in" filter="blinds(horizontal)">
                                      <p:cBhvr>
                                        <p:cTn id="205" dur="500"/>
                                        <p:tgtEl>
                                          <p:spTgt spid="666681"/>
                                        </p:tgtEl>
                                      </p:cBhvr>
                                    </p:animEffect>
                                  </p:childTnLst>
                                </p:cTn>
                              </p:par>
                            </p:childTnLst>
                          </p:cTn>
                        </p:par>
                        <p:par>
                          <p:cTn id="206" fill="hold" nodeType="afterGroup">
                            <p:stCondLst>
                              <p:cond delay="1500"/>
                            </p:stCondLst>
                            <p:childTnLst>
                              <p:par>
                                <p:cTn id="207" presetID="3" presetClass="entr" presetSubtype="10" fill="hold" nodeType="afterEffect">
                                  <p:stCondLst>
                                    <p:cond delay="0"/>
                                  </p:stCondLst>
                                  <p:childTnLst>
                                    <p:set>
                                      <p:cBhvr>
                                        <p:cTn id="208" dur="1" fill="hold">
                                          <p:stCondLst>
                                            <p:cond delay="0"/>
                                          </p:stCondLst>
                                        </p:cTn>
                                        <p:tgtEl>
                                          <p:spTgt spid="666664"/>
                                        </p:tgtEl>
                                        <p:attrNameLst>
                                          <p:attrName>style.visibility</p:attrName>
                                        </p:attrNameLst>
                                      </p:cBhvr>
                                      <p:to>
                                        <p:strVal val="visible"/>
                                      </p:to>
                                    </p:set>
                                    <p:animEffect transition="in" filter="blinds(horizontal)">
                                      <p:cBhvr>
                                        <p:cTn id="209" dur="500"/>
                                        <p:tgtEl>
                                          <p:spTgt spid="666664"/>
                                        </p:tgtEl>
                                      </p:cBhvr>
                                    </p:animEffect>
                                  </p:childTnLst>
                                </p:cTn>
                              </p:par>
                            </p:childTnLst>
                          </p:cTn>
                        </p:par>
                      </p:childTnLst>
                    </p:cTn>
                  </p:par>
                  <p:par>
                    <p:cTn id="210" fill="hold" nodeType="clickPar">
                      <p:stCondLst>
                        <p:cond delay="indefinite"/>
                      </p:stCondLst>
                      <p:childTnLst>
                        <p:par>
                          <p:cTn id="211" fill="hold" nodeType="withGroup">
                            <p:stCondLst>
                              <p:cond delay="0"/>
                            </p:stCondLst>
                            <p:childTnLst>
                              <p:par>
                                <p:cTn id="212" presetID="3" presetClass="entr" presetSubtype="10" fill="hold" nodeType="clickEffect">
                                  <p:stCondLst>
                                    <p:cond delay="0"/>
                                  </p:stCondLst>
                                  <p:childTnLst>
                                    <p:set>
                                      <p:cBhvr>
                                        <p:cTn id="213" dur="1" fill="hold">
                                          <p:stCondLst>
                                            <p:cond delay="0"/>
                                          </p:stCondLst>
                                        </p:cTn>
                                        <p:tgtEl>
                                          <p:spTgt spid="666665"/>
                                        </p:tgtEl>
                                        <p:attrNameLst>
                                          <p:attrName>style.visibility</p:attrName>
                                        </p:attrNameLst>
                                      </p:cBhvr>
                                      <p:to>
                                        <p:strVal val="visible"/>
                                      </p:to>
                                    </p:set>
                                    <p:animEffect transition="in" filter="blinds(horizontal)">
                                      <p:cBhvr>
                                        <p:cTn id="214" dur="500"/>
                                        <p:tgtEl>
                                          <p:spTgt spid="666665"/>
                                        </p:tgtEl>
                                      </p:cBhvr>
                                    </p:animEffect>
                                  </p:childTnLst>
                                </p:cTn>
                              </p:par>
                            </p:childTnLst>
                          </p:cTn>
                        </p:par>
                        <p:par>
                          <p:cTn id="215" fill="hold" nodeType="afterGroup">
                            <p:stCondLst>
                              <p:cond delay="500"/>
                            </p:stCondLst>
                            <p:childTnLst>
                              <p:par>
                                <p:cTn id="216" presetID="3" presetClass="entr" presetSubtype="10" fill="hold" nodeType="afterEffect">
                                  <p:stCondLst>
                                    <p:cond delay="0"/>
                                  </p:stCondLst>
                                  <p:childTnLst>
                                    <p:set>
                                      <p:cBhvr>
                                        <p:cTn id="217" dur="1" fill="hold">
                                          <p:stCondLst>
                                            <p:cond delay="0"/>
                                          </p:stCondLst>
                                        </p:cTn>
                                        <p:tgtEl>
                                          <p:spTgt spid="666666"/>
                                        </p:tgtEl>
                                        <p:attrNameLst>
                                          <p:attrName>style.visibility</p:attrName>
                                        </p:attrNameLst>
                                      </p:cBhvr>
                                      <p:to>
                                        <p:strVal val="visible"/>
                                      </p:to>
                                    </p:set>
                                    <p:animEffect transition="in" filter="blinds(horizontal)">
                                      <p:cBhvr>
                                        <p:cTn id="218" dur="500"/>
                                        <p:tgtEl>
                                          <p:spTgt spid="666666"/>
                                        </p:tgtEl>
                                      </p:cBhvr>
                                    </p:animEffect>
                                  </p:childTnLst>
                                </p:cTn>
                              </p:par>
                            </p:childTnLst>
                          </p:cTn>
                        </p:par>
                        <p:par>
                          <p:cTn id="219" fill="hold" nodeType="afterGroup">
                            <p:stCondLst>
                              <p:cond delay="1000"/>
                            </p:stCondLst>
                            <p:childTnLst>
                              <p:par>
                                <p:cTn id="220" presetID="3" presetClass="entr" presetSubtype="10" fill="hold" nodeType="afterEffect">
                                  <p:stCondLst>
                                    <p:cond delay="0"/>
                                  </p:stCondLst>
                                  <p:childTnLst>
                                    <p:set>
                                      <p:cBhvr>
                                        <p:cTn id="221" dur="1" fill="hold">
                                          <p:stCondLst>
                                            <p:cond delay="0"/>
                                          </p:stCondLst>
                                        </p:cTn>
                                        <p:tgtEl>
                                          <p:spTgt spid="666682"/>
                                        </p:tgtEl>
                                        <p:attrNameLst>
                                          <p:attrName>style.visibility</p:attrName>
                                        </p:attrNameLst>
                                      </p:cBhvr>
                                      <p:to>
                                        <p:strVal val="visible"/>
                                      </p:to>
                                    </p:set>
                                    <p:animEffect transition="in" filter="blinds(horizontal)">
                                      <p:cBhvr>
                                        <p:cTn id="222" dur="500"/>
                                        <p:tgtEl>
                                          <p:spTgt spid="666682"/>
                                        </p:tgtEl>
                                      </p:cBhvr>
                                    </p:animEffect>
                                  </p:childTnLst>
                                </p:cTn>
                              </p:par>
                            </p:childTnLst>
                          </p:cTn>
                        </p:par>
                        <p:par>
                          <p:cTn id="223" fill="hold" nodeType="afterGroup">
                            <p:stCondLst>
                              <p:cond delay="1500"/>
                            </p:stCondLst>
                            <p:childTnLst>
                              <p:par>
                                <p:cTn id="224" presetID="3" presetClass="entr" presetSubtype="10" fill="hold" nodeType="afterEffect">
                                  <p:stCondLst>
                                    <p:cond delay="0"/>
                                  </p:stCondLst>
                                  <p:childTnLst>
                                    <p:set>
                                      <p:cBhvr>
                                        <p:cTn id="225" dur="1" fill="hold">
                                          <p:stCondLst>
                                            <p:cond delay="0"/>
                                          </p:stCondLst>
                                        </p:cTn>
                                        <p:tgtEl>
                                          <p:spTgt spid="666667"/>
                                        </p:tgtEl>
                                        <p:attrNameLst>
                                          <p:attrName>style.visibility</p:attrName>
                                        </p:attrNameLst>
                                      </p:cBhvr>
                                      <p:to>
                                        <p:strVal val="visible"/>
                                      </p:to>
                                    </p:set>
                                    <p:animEffect transition="in" filter="blinds(horizontal)">
                                      <p:cBhvr>
                                        <p:cTn id="226" dur="500"/>
                                        <p:tgtEl>
                                          <p:spTgt spid="666667"/>
                                        </p:tgtEl>
                                      </p:cBhvr>
                                    </p:animEffect>
                                  </p:childTnLst>
                                </p:cTn>
                              </p:par>
                            </p:childTnLst>
                          </p:cTn>
                        </p:par>
                      </p:childTnLst>
                    </p:cTn>
                  </p:par>
                  <p:par>
                    <p:cTn id="227" fill="hold" nodeType="clickPar">
                      <p:stCondLst>
                        <p:cond delay="indefinite"/>
                      </p:stCondLst>
                      <p:childTnLst>
                        <p:par>
                          <p:cTn id="228" fill="hold" nodeType="withGroup">
                            <p:stCondLst>
                              <p:cond delay="0"/>
                            </p:stCondLst>
                            <p:childTnLst>
                              <p:par>
                                <p:cTn id="229" presetID="3" presetClass="entr" presetSubtype="10" fill="hold" nodeType="clickEffect">
                                  <p:stCondLst>
                                    <p:cond delay="0"/>
                                  </p:stCondLst>
                                  <p:childTnLst>
                                    <p:set>
                                      <p:cBhvr>
                                        <p:cTn id="230" dur="1" fill="hold">
                                          <p:stCondLst>
                                            <p:cond delay="0"/>
                                          </p:stCondLst>
                                        </p:cTn>
                                        <p:tgtEl>
                                          <p:spTgt spid="666668"/>
                                        </p:tgtEl>
                                        <p:attrNameLst>
                                          <p:attrName>style.visibility</p:attrName>
                                        </p:attrNameLst>
                                      </p:cBhvr>
                                      <p:to>
                                        <p:strVal val="visible"/>
                                      </p:to>
                                    </p:set>
                                    <p:animEffect transition="in" filter="blinds(horizontal)">
                                      <p:cBhvr>
                                        <p:cTn id="231" dur="500"/>
                                        <p:tgtEl>
                                          <p:spTgt spid="666668"/>
                                        </p:tgtEl>
                                      </p:cBhvr>
                                    </p:animEffect>
                                  </p:childTnLst>
                                </p:cTn>
                              </p:par>
                            </p:childTnLst>
                          </p:cTn>
                        </p:par>
                        <p:par>
                          <p:cTn id="232" fill="hold" nodeType="afterGroup">
                            <p:stCondLst>
                              <p:cond delay="500"/>
                            </p:stCondLst>
                            <p:childTnLst>
                              <p:par>
                                <p:cTn id="233" presetID="3" presetClass="entr" presetSubtype="10" fill="hold" nodeType="afterEffect">
                                  <p:stCondLst>
                                    <p:cond delay="0"/>
                                  </p:stCondLst>
                                  <p:childTnLst>
                                    <p:set>
                                      <p:cBhvr>
                                        <p:cTn id="234" dur="1" fill="hold">
                                          <p:stCondLst>
                                            <p:cond delay="0"/>
                                          </p:stCondLst>
                                        </p:cTn>
                                        <p:tgtEl>
                                          <p:spTgt spid="666669"/>
                                        </p:tgtEl>
                                        <p:attrNameLst>
                                          <p:attrName>style.visibility</p:attrName>
                                        </p:attrNameLst>
                                      </p:cBhvr>
                                      <p:to>
                                        <p:strVal val="visible"/>
                                      </p:to>
                                    </p:set>
                                    <p:animEffect transition="in" filter="blinds(horizontal)">
                                      <p:cBhvr>
                                        <p:cTn id="235" dur="500"/>
                                        <p:tgtEl>
                                          <p:spTgt spid="666669"/>
                                        </p:tgtEl>
                                      </p:cBhvr>
                                    </p:animEffect>
                                  </p:childTnLst>
                                </p:cTn>
                              </p:par>
                            </p:childTnLst>
                          </p:cTn>
                        </p:par>
                        <p:par>
                          <p:cTn id="236" fill="hold" nodeType="afterGroup">
                            <p:stCondLst>
                              <p:cond delay="1000"/>
                            </p:stCondLst>
                            <p:childTnLst>
                              <p:par>
                                <p:cTn id="237" presetID="3" presetClass="entr" presetSubtype="10" fill="hold" nodeType="afterEffect">
                                  <p:stCondLst>
                                    <p:cond delay="0"/>
                                  </p:stCondLst>
                                  <p:childTnLst>
                                    <p:set>
                                      <p:cBhvr>
                                        <p:cTn id="238" dur="1" fill="hold">
                                          <p:stCondLst>
                                            <p:cond delay="0"/>
                                          </p:stCondLst>
                                        </p:cTn>
                                        <p:tgtEl>
                                          <p:spTgt spid="666683"/>
                                        </p:tgtEl>
                                        <p:attrNameLst>
                                          <p:attrName>style.visibility</p:attrName>
                                        </p:attrNameLst>
                                      </p:cBhvr>
                                      <p:to>
                                        <p:strVal val="visible"/>
                                      </p:to>
                                    </p:set>
                                    <p:animEffect transition="in" filter="blinds(horizontal)">
                                      <p:cBhvr>
                                        <p:cTn id="239" dur="500"/>
                                        <p:tgtEl>
                                          <p:spTgt spid="666683"/>
                                        </p:tgtEl>
                                      </p:cBhvr>
                                    </p:animEffect>
                                  </p:childTnLst>
                                </p:cTn>
                              </p:par>
                            </p:childTnLst>
                          </p:cTn>
                        </p:par>
                        <p:par>
                          <p:cTn id="240" fill="hold" nodeType="afterGroup">
                            <p:stCondLst>
                              <p:cond delay="1500"/>
                            </p:stCondLst>
                            <p:childTnLst>
                              <p:par>
                                <p:cTn id="241" presetID="3" presetClass="entr" presetSubtype="10" fill="hold" nodeType="afterEffect">
                                  <p:stCondLst>
                                    <p:cond delay="0"/>
                                  </p:stCondLst>
                                  <p:childTnLst>
                                    <p:set>
                                      <p:cBhvr>
                                        <p:cTn id="242" dur="1" fill="hold">
                                          <p:stCondLst>
                                            <p:cond delay="0"/>
                                          </p:stCondLst>
                                        </p:cTn>
                                        <p:tgtEl>
                                          <p:spTgt spid="666670"/>
                                        </p:tgtEl>
                                        <p:attrNameLst>
                                          <p:attrName>style.visibility</p:attrName>
                                        </p:attrNameLst>
                                      </p:cBhvr>
                                      <p:to>
                                        <p:strVal val="visible"/>
                                      </p:to>
                                    </p:set>
                                    <p:animEffect transition="in" filter="blinds(horizontal)">
                                      <p:cBhvr>
                                        <p:cTn id="243" dur="500"/>
                                        <p:tgtEl>
                                          <p:spTgt spid="6666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628" grpId="0" animBg="1"/>
      <p:bldP spid="666630" grpId="0"/>
      <p:bldP spid="666632" grpId="0"/>
      <p:bldP spid="666633" grpId="0" animBg="1"/>
      <p:bldP spid="666635" grpId="0"/>
      <p:bldP spid="666637" grpId="0" animBg="1"/>
      <p:bldP spid="666638" grpId="0"/>
      <p:bldP spid="666641" grpId="0" animBg="1"/>
      <p:bldP spid="666643" grpId="0" animBg="1"/>
      <p:bldP spid="666644" grpId="0"/>
      <p:bldP spid="666647" grpId="0" animBg="1"/>
      <p:bldP spid="666650" grpId="0" animBg="1"/>
      <p:bldP spid="666653" grpId="0" animBg="1"/>
      <p:bldP spid="666655" grpId="0" animBg="1"/>
      <p:bldP spid="666658" grpId="0" animBg="1"/>
      <p:bldP spid="666661" grpId="0" animBg="1"/>
      <p:bldP spid="666664" grpId="0" animBg="1"/>
      <p:bldP spid="666667" grpId="0" animBg="1"/>
      <p:bldP spid="666670" grpId="0" animBg="1"/>
      <p:bldP spid="666671" grpId="0"/>
      <p:bldP spid="666673" grpId="0"/>
      <p:bldP spid="666674" grpId="0"/>
      <p:bldP spid="666675" grpId="0"/>
      <p:bldP spid="666676" grpId="0"/>
      <p:bldP spid="666677" grpId="0"/>
      <p:bldP spid="666679" grpId="0"/>
      <p:bldP spid="666680" grpId="0"/>
      <p:bldP spid="666681" grpId="0"/>
      <p:bldP spid="666682" grpId="0"/>
      <p:bldP spid="666683" grpId="0"/>
      <p:bldP spid="666684" grpId="0"/>
      <p:bldP spid="66668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98D3DC4C-8DD2-B7EF-3598-B59AD7DF9C58}"/>
              </a:ext>
            </a:extLst>
          </p:cNvPr>
          <p:cNvSpPr>
            <a:spLocks noGrp="1" noChangeArrowheads="1"/>
          </p:cNvSpPr>
          <p:nvPr>
            <p:ph type="title"/>
          </p:nvPr>
        </p:nvSpPr>
        <p:spPr/>
        <p:txBody>
          <a:bodyPr/>
          <a:lstStyle/>
          <a:p>
            <a:pPr eaLnBrk="1" hangingPunct="1"/>
            <a:r>
              <a:rPr lang="zh-CN" altLang="en-US"/>
              <a:t>状态转换图实现中的变量和过程</a:t>
            </a:r>
          </a:p>
        </p:txBody>
      </p:sp>
      <p:sp>
        <p:nvSpPr>
          <p:cNvPr id="32771" name="Rectangle 3">
            <a:extLst>
              <a:ext uri="{FF2B5EF4-FFF2-40B4-BE49-F238E27FC236}">
                <a16:creationId xmlns:a16="http://schemas.microsoft.com/office/drawing/2014/main" id="{A00790BA-FC6B-D320-F1A4-647D7B2CFE3D}"/>
              </a:ext>
            </a:extLst>
          </p:cNvPr>
          <p:cNvSpPr>
            <a:spLocks noGrp="1" noChangeArrowheads="1"/>
          </p:cNvSpPr>
          <p:nvPr>
            <p:ph type="body" idx="1"/>
          </p:nvPr>
        </p:nvSpPr>
        <p:spPr>
          <a:xfrm>
            <a:off x="250825" y="1628775"/>
            <a:ext cx="4043363" cy="4679950"/>
          </a:xfrm>
        </p:spPr>
        <p:txBody>
          <a:bodyPr/>
          <a:lstStyle/>
          <a:p>
            <a:pPr marL="1520825" indent="-1520825" eaLnBrk="1" hangingPunct="1">
              <a:spcBef>
                <a:spcPct val="10000"/>
              </a:spcBef>
              <a:buClr>
                <a:srgbClr val="FF3300"/>
              </a:buClr>
              <a:buFont typeface="Wingdings" pitchFamily="2" charset="2"/>
              <a:buNone/>
            </a:pPr>
            <a:r>
              <a:rPr lang="en-US" altLang="zh-CN" sz="2000">
                <a:ea typeface="宋体" panose="02010600030101010101" pitchFamily="2" charset="-122"/>
              </a:rPr>
              <a:t>ch</a:t>
            </a:r>
            <a:r>
              <a:rPr lang="zh-CN" altLang="en-US" sz="2000">
                <a:ea typeface="宋体" panose="02010600030101010101" pitchFamily="2" charset="-122"/>
              </a:rPr>
              <a:t>：字符变量</a:t>
            </a:r>
          </a:p>
          <a:p>
            <a:pPr marL="1520825" indent="-1520825" eaLnBrk="1" hangingPunct="1">
              <a:spcBef>
                <a:spcPct val="10000"/>
              </a:spcBef>
              <a:buClr>
                <a:srgbClr val="FF3300"/>
              </a:buClr>
              <a:buFont typeface="Wingdings" pitchFamily="2" charset="2"/>
              <a:buNone/>
            </a:pPr>
            <a:r>
              <a:rPr lang="zh-CN" altLang="en-US" sz="2000">
                <a:ea typeface="宋体" panose="02010600030101010101" pitchFamily="2" charset="-122"/>
              </a:rPr>
              <a:t>         功能：存放当前读入字符</a:t>
            </a:r>
          </a:p>
          <a:p>
            <a:pPr marL="1520825" indent="-1520825" eaLnBrk="1" hangingPunct="1">
              <a:spcBef>
                <a:spcPct val="10000"/>
              </a:spcBef>
              <a:buClr>
                <a:srgbClr val="FF3300"/>
              </a:buClr>
              <a:buFont typeface="Wingdings" pitchFamily="2" charset="2"/>
              <a:buNone/>
            </a:pPr>
            <a:r>
              <a:rPr lang="en-US" altLang="zh-CN" sz="2000">
                <a:ea typeface="宋体" panose="02010600030101010101" pitchFamily="2" charset="-122"/>
              </a:rPr>
              <a:t>strToken</a:t>
            </a:r>
            <a:r>
              <a:rPr lang="zh-CN" altLang="en-US" sz="2000">
                <a:ea typeface="宋体" panose="02010600030101010101" pitchFamily="2" charset="-122"/>
              </a:rPr>
              <a:t>：字符数组</a:t>
            </a:r>
          </a:p>
          <a:p>
            <a:pPr marL="1520825" indent="-1520825" eaLnBrk="1" hangingPunct="1">
              <a:spcBef>
                <a:spcPct val="10000"/>
              </a:spcBef>
              <a:buClr>
                <a:srgbClr val="FF3300"/>
              </a:buClr>
              <a:buFont typeface="Wingdings" pitchFamily="2" charset="2"/>
              <a:buNone/>
            </a:pPr>
            <a:r>
              <a:rPr lang="zh-CN" altLang="en-US" sz="2000">
                <a:ea typeface="宋体" panose="02010600030101010101" pitchFamily="2" charset="-122"/>
              </a:rPr>
              <a:t>         功能：存放单词的字符串</a:t>
            </a:r>
          </a:p>
          <a:p>
            <a:pPr marL="1520825" indent="-1520825" eaLnBrk="1" hangingPunct="1">
              <a:spcBef>
                <a:spcPct val="10000"/>
              </a:spcBef>
              <a:buClr>
                <a:srgbClr val="FF3300"/>
              </a:buClr>
              <a:buFont typeface="Wingdings" pitchFamily="2" charset="2"/>
              <a:buNone/>
            </a:pPr>
            <a:r>
              <a:rPr lang="en-US" altLang="zh-CN" sz="2000">
                <a:ea typeface="宋体" panose="02010600030101010101" pitchFamily="2" charset="-122"/>
              </a:rPr>
              <a:t>GetChar</a:t>
            </a:r>
            <a:r>
              <a:rPr lang="zh-CN" altLang="en-US" sz="2000">
                <a:ea typeface="宋体" panose="02010600030101010101" pitchFamily="2" charset="-122"/>
              </a:rPr>
              <a:t>：取字符过程</a:t>
            </a:r>
          </a:p>
          <a:p>
            <a:pPr marL="1520825" indent="-1520825" eaLnBrk="1" hangingPunct="1">
              <a:spcBef>
                <a:spcPct val="10000"/>
              </a:spcBef>
              <a:buClr>
                <a:srgbClr val="FF3300"/>
              </a:buClr>
              <a:buFont typeface="Wingdings" pitchFamily="2" charset="2"/>
              <a:buNone/>
            </a:pPr>
            <a:r>
              <a:rPr lang="zh-CN" altLang="en-US" sz="2000">
                <a:ea typeface="宋体" panose="02010600030101010101" pitchFamily="2" charset="-122"/>
              </a:rPr>
              <a:t>         功能：取下一字符到</a:t>
            </a:r>
            <a:r>
              <a:rPr lang="en-US" altLang="zh-CN" sz="2000">
                <a:ea typeface="宋体" panose="02010600030101010101" pitchFamily="2" charset="-122"/>
              </a:rPr>
              <a:t>ch </a:t>
            </a:r>
            <a:r>
              <a:rPr lang="zh-CN" altLang="en-US" sz="2000">
                <a:ea typeface="宋体" panose="02010600030101010101" pitchFamily="2" charset="-122"/>
              </a:rPr>
              <a:t>；搜 </a:t>
            </a:r>
          </a:p>
          <a:p>
            <a:pPr marL="1520825" indent="-1520825" eaLnBrk="1" hangingPunct="1">
              <a:spcBef>
                <a:spcPct val="10000"/>
              </a:spcBef>
              <a:buClr>
                <a:srgbClr val="FF3300"/>
              </a:buClr>
              <a:buFont typeface="Wingdings" pitchFamily="2" charset="2"/>
              <a:buNone/>
            </a:pPr>
            <a:r>
              <a:rPr lang="zh-CN" altLang="en-US" sz="2000">
                <a:ea typeface="宋体" panose="02010600030101010101" pitchFamily="2" charset="-122"/>
              </a:rPr>
              <a:t>                     索指针</a:t>
            </a:r>
            <a:r>
              <a:rPr lang="en-US" altLang="zh-CN" sz="2000">
                <a:ea typeface="宋体" panose="02010600030101010101" pitchFamily="2" charset="-122"/>
              </a:rPr>
              <a:t>+1</a:t>
            </a:r>
          </a:p>
          <a:p>
            <a:pPr marL="1520825" indent="-1520825" eaLnBrk="1" hangingPunct="1">
              <a:spcBef>
                <a:spcPct val="10000"/>
              </a:spcBef>
              <a:buClr>
                <a:srgbClr val="FF3300"/>
              </a:buClr>
              <a:buFont typeface="Wingdings" pitchFamily="2" charset="2"/>
              <a:buNone/>
            </a:pPr>
            <a:r>
              <a:rPr lang="en-US" altLang="zh-CN" sz="2000">
                <a:ea typeface="宋体" panose="02010600030101010101" pitchFamily="2" charset="-122"/>
              </a:rPr>
              <a:t>GetBC</a:t>
            </a:r>
            <a:r>
              <a:rPr lang="zh-CN" altLang="en-US" sz="2000">
                <a:ea typeface="宋体" panose="02010600030101010101" pitchFamily="2" charset="-122"/>
              </a:rPr>
              <a:t>：滤除空字符过程</a:t>
            </a:r>
          </a:p>
          <a:p>
            <a:pPr marL="1520825" indent="-1520825" eaLnBrk="1" hangingPunct="1">
              <a:spcBef>
                <a:spcPct val="10000"/>
              </a:spcBef>
              <a:buClr>
                <a:srgbClr val="FF3300"/>
              </a:buClr>
              <a:buFont typeface="Wingdings" pitchFamily="2" charset="2"/>
              <a:buNone/>
            </a:pPr>
            <a:r>
              <a:rPr lang="zh-CN" altLang="en-US" sz="2000">
                <a:ea typeface="宋体" panose="02010600030101010101" pitchFamily="2" charset="-122"/>
              </a:rPr>
              <a:t>          功能：判</a:t>
            </a:r>
            <a:r>
              <a:rPr lang="en-US" altLang="zh-CN" sz="2000">
                <a:ea typeface="宋体" panose="02010600030101010101" pitchFamily="2" charset="-122"/>
              </a:rPr>
              <a:t>ch =</a:t>
            </a:r>
            <a:r>
              <a:rPr lang="zh-CN" altLang="en-US" sz="2000">
                <a:ea typeface="宋体" panose="02010600030101010101" pitchFamily="2" charset="-122"/>
              </a:rPr>
              <a:t>空</a:t>
            </a:r>
            <a:r>
              <a:rPr lang="en-US" altLang="zh-CN" sz="2000">
                <a:ea typeface="宋体" panose="02010600030101010101" pitchFamily="2" charset="-122"/>
              </a:rPr>
              <a:t>?   </a:t>
            </a:r>
            <a:r>
              <a:rPr lang="zh-CN" altLang="en-US" sz="2000">
                <a:ea typeface="宋体" panose="02010600030101010101" pitchFamily="2" charset="-122"/>
              </a:rPr>
              <a:t>若是，则调用</a:t>
            </a:r>
            <a:r>
              <a:rPr lang="en-US" altLang="zh-CN" sz="2000">
                <a:ea typeface="宋体" panose="02010600030101010101" pitchFamily="2" charset="-122"/>
              </a:rPr>
              <a:t>GetChar</a:t>
            </a:r>
          </a:p>
          <a:p>
            <a:pPr marL="1520825" indent="-1520825" eaLnBrk="1" hangingPunct="1">
              <a:spcBef>
                <a:spcPct val="10000"/>
              </a:spcBef>
              <a:buClr>
                <a:srgbClr val="FF3300"/>
              </a:buClr>
              <a:buFont typeface="Wingdings" pitchFamily="2" charset="2"/>
              <a:buNone/>
            </a:pPr>
            <a:r>
              <a:rPr lang="en-US" altLang="zh-CN" sz="2000">
                <a:ea typeface="宋体" panose="02010600030101010101" pitchFamily="2" charset="-122"/>
              </a:rPr>
              <a:t>Concat</a:t>
            </a:r>
            <a:r>
              <a:rPr lang="zh-CN" altLang="en-US" sz="2000">
                <a:ea typeface="宋体" panose="02010600030101010101" pitchFamily="2" charset="-122"/>
              </a:rPr>
              <a:t>：子程序过程</a:t>
            </a:r>
          </a:p>
          <a:p>
            <a:pPr marL="1520825" indent="-1520825" eaLnBrk="1" hangingPunct="1">
              <a:spcBef>
                <a:spcPct val="10000"/>
              </a:spcBef>
              <a:buClr>
                <a:srgbClr val="FF3300"/>
              </a:buClr>
              <a:buFont typeface="Wingdings" pitchFamily="2" charset="2"/>
              <a:buNone/>
            </a:pPr>
            <a:r>
              <a:rPr lang="zh-CN" altLang="en-US" sz="2000">
                <a:ea typeface="宋体" panose="02010600030101010101" pitchFamily="2" charset="-122"/>
              </a:rPr>
              <a:t>          功能：把</a:t>
            </a:r>
            <a:r>
              <a:rPr lang="en-US" altLang="zh-CN" sz="2000">
                <a:ea typeface="宋体" panose="02010600030101010101" pitchFamily="2" charset="-122"/>
              </a:rPr>
              <a:t>ch</a:t>
            </a:r>
            <a:r>
              <a:rPr lang="zh-CN" altLang="en-US" sz="2000">
                <a:ea typeface="宋体" panose="02010600030101010101" pitchFamily="2" charset="-122"/>
              </a:rPr>
              <a:t>中的字符拼入</a:t>
            </a:r>
            <a:r>
              <a:rPr lang="en-US" altLang="zh-CN" sz="2000">
                <a:ea typeface="宋体" panose="02010600030101010101" pitchFamily="2" charset="-122"/>
              </a:rPr>
              <a:t>strToken </a:t>
            </a:r>
          </a:p>
        </p:txBody>
      </p:sp>
      <p:sp>
        <p:nvSpPr>
          <p:cNvPr id="32772" name="Rectangle 4">
            <a:extLst>
              <a:ext uri="{FF2B5EF4-FFF2-40B4-BE49-F238E27FC236}">
                <a16:creationId xmlns:a16="http://schemas.microsoft.com/office/drawing/2014/main" id="{C004A341-235D-3A57-0F34-962EEFF76E3B}"/>
              </a:ext>
            </a:extLst>
          </p:cNvPr>
          <p:cNvSpPr>
            <a:spLocks noChangeArrowheads="1"/>
          </p:cNvSpPr>
          <p:nvPr/>
        </p:nvSpPr>
        <p:spPr bwMode="auto">
          <a:xfrm>
            <a:off x="4356100" y="1557338"/>
            <a:ext cx="4510088"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1438275" indent="-1438275">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lnSpc>
                <a:spcPct val="110000"/>
              </a:lnSpc>
              <a:spcBef>
                <a:spcPct val="0"/>
              </a:spcBef>
              <a:buClr>
                <a:srgbClr val="FF3300"/>
              </a:buClr>
              <a:buFont typeface="Wingdings" pitchFamily="2" charset="2"/>
              <a:buNone/>
            </a:pPr>
            <a:r>
              <a:rPr lang="en-US" altLang="zh-CN" sz="2000">
                <a:ea typeface="宋体" panose="02010600030101010101" pitchFamily="2" charset="-122"/>
              </a:rPr>
              <a:t>IsLetter, IsDigit</a:t>
            </a:r>
            <a:r>
              <a:rPr lang="zh-CN" altLang="en-US" sz="2000">
                <a:ea typeface="宋体" panose="02010600030101010101" pitchFamily="2" charset="-122"/>
              </a:rPr>
              <a:t>：布尔函数</a:t>
            </a:r>
          </a:p>
          <a:p>
            <a:pPr eaLnBrk="1" hangingPunct="1">
              <a:lnSpc>
                <a:spcPct val="110000"/>
              </a:lnSpc>
              <a:spcBef>
                <a:spcPct val="0"/>
              </a:spcBef>
              <a:buClr>
                <a:srgbClr val="FF3300"/>
              </a:buClr>
              <a:buFont typeface="Wingdings" pitchFamily="2" charset="2"/>
              <a:buNone/>
            </a:pPr>
            <a:r>
              <a:rPr lang="zh-CN" altLang="en-US" sz="2000">
                <a:ea typeface="宋体" panose="02010600030101010101" pitchFamily="2" charset="-122"/>
              </a:rPr>
              <a:t>        功能： </a:t>
            </a:r>
            <a:r>
              <a:rPr lang="en-US" altLang="zh-CN" sz="2000">
                <a:ea typeface="宋体" panose="02010600030101010101" pitchFamily="2" charset="-122"/>
              </a:rPr>
              <a:t>ch</a:t>
            </a:r>
            <a:r>
              <a:rPr lang="zh-CN" altLang="en-US" sz="2000">
                <a:ea typeface="宋体" panose="02010600030101010101" pitchFamily="2" charset="-122"/>
              </a:rPr>
              <a:t>中为字母、数字时返回</a:t>
            </a:r>
            <a:r>
              <a:rPr lang="en-US" altLang="zh-CN" sz="2000">
                <a:ea typeface="宋体" panose="02010600030101010101" pitchFamily="2" charset="-122"/>
              </a:rPr>
              <a:t>.T.</a:t>
            </a:r>
          </a:p>
          <a:p>
            <a:pPr eaLnBrk="1" hangingPunct="1">
              <a:lnSpc>
                <a:spcPct val="110000"/>
              </a:lnSpc>
              <a:spcBef>
                <a:spcPct val="0"/>
              </a:spcBef>
              <a:buClr>
                <a:srgbClr val="FF3300"/>
              </a:buClr>
              <a:buFont typeface="Wingdings" pitchFamily="2" charset="2"/>
              <a:buNone/>
            </a:pPr>
            <a:r>
              <a:rPr lang="en-US" altLang="zh-CN" sz="2000">
                <a:ea typeface="宋体" panose="02010600030101010101" pitchFamily="2" charset="-122"/>
              </a:rPr>
              <a:t>Reserve</a:t>
            </a:r>
            <a:r>
              <a:rPr lang="zh-CN" altLang="en-US" sz="2000">
                <a:ea typeface="宋体" panose="02010600030101010101" pitchFamily="2" charset="-122"/>
              </a:rPr>
              <a:t>：整型函数</a:t>
            </a:r>
          </a:p>
          <a:p>
            <a:pPr eaLnBrk="1" hangingPunct="1">
              <a:lnSpc>
                <a:spcPct val="110000"/>
              </a:lnSpc>
              <a:spcBef>
                <a:spcPct val="0"/>
              </a:spcBef>
              <a:buClr>
                <a:srgbClr val="FF3300"/>
              </a:buClr>
              <a:buFont typeface="Wingdings" pitchFamily="2" charset="2"/>
              <a:buNone/>
            </a:pPr>
            <a:r>
              <a:rPr lang="zh-CN" altLang="en-US" sz="2000">
                <a:ea typeface="宋体" panose="02010600030101010101" pitchFamily="2" charset="-122"/>
              </a:rPr>
              <a:t>        功能：按</a:t>
            </a:r>
            <a:r>
              <a:rPr lang="en-US" altLang="zh-CN" sz="2000">
                <a:ea typeface="宋体" panose="02010600030101010101" pitchFamily="2" charset="-122"/>
              </a:rPr>
              <a:t>strToken</a:t>
            </a:r>
            <a:r>
              <a:rPr lang="zh-CN" altLang="en-US" sz="2000">
                <a:ea typeface="宋体" panose="02010600030101010101" pitchFamily="2" charset="-122"/>
              </a:rPr>
              <a:t>中字符串查保留字表；查到返回保留字编码</a:t>
            </a:r>
            <a:r>
              <a:rPr lang="en-US" altLang="zh-CN" sz="2000">
                <a:ea typeface="宋体" panose="02010600030101010101" pitchFamily="2" charset="-122"/>
              </a:rPr>
              <a:t>;</a:t>
            </a:r>
            <a:r>
              <a:rPr lang="zh-CN" altLang="en-US" sz="2000">
                <a:ea typeface="宋体" panose="02010600030101010101" pitchFamily="2" charset="-122"/>
              </a:rPr>
              <a:t>否则返回</a:t>
            </a:r>
            <a:r>
              <a:rPr lang="en-US" altLang="zh-CN" sz="2000">
                <a:ea typeface="宋体" panose="02010600030101010101" pitchFamily="2" charset="-122"/>
              </a:rPr>
              <a:t>0</a:t>
            </a:r>
          </a:p>
          <a:p>
            <a:pPr eaLnBrk="1" hangingPunct="1">
              <a:lnSpc>
                <a:spcPct val="110000"/>
              </a:lnSpc>
              <a:spcBef>
                <a:spcPct val="0"/>
              </a:spcBef>
              <a:buClr>
                <a:srgbClr val="FF3300"/>
              </a:buClr>
              <a:buFont typeface="Wingdings" pitchFamily="2" charset="2"/>
              <a:buNone/>
            </a:pPr>
            <a:r>
              <a:rPr lang="en-US" altLang="zh-CN" sz="2000">
                <a:ea typeface="宋体" panose="02010600030101010101" pitchFamily="2" charset="-122"/>
              </a:rPr>
              <a:t>Retract</a:t>
            </a:r>
            <a:r>
              <a:rPr lang="zh-CN" altLang="en-US" sz="2000">
                <a:ea typeface="宋体" panose="02010600030101010101" pitchFamily="2" charset="-122"/>
              </a:rPr>
              <a:t>：子程序过程</a:t>
            </a:r>
          </a:p>
          <a:p>
            <a:pPr eaLnBrk="1" hangingPunct="1">
              <a:lnSpc>
                <a:spcPct val="110000"/>
              </a:lnSpc>
              <a:spcBef>
                <a:spcPct val="0"/>
              </a:spcBef>
              <a:buClr>
                <a:srgbClr val="FF3300"/>
              </a:buClr>
              <a:buFont typeface="Wingdings" pitchFamily="2" charset="2"/>
              <a:buNone/>
            </a:pPr>
            <a:r>
              <a:rPr lang="zh-CN" altLang="en-US" sz="2000">
                <a:ea typeface="宋体" panose="02010600030101010101" pitchFamily="2" charset="-122"/>
              </a:rPr>
              <a:t>         功能：搜索指针回退一字符</a:t>
            </a:r>
          </a:p>
          <a:p>
            <a:pPr eaLnBrk="1" hangingPunct="1">
              <a:lnSpc>
                <a:spcPct val="110000"/>
              </a:lnSpc>
              <a:spcBef>
                <a:spcPct val="0"/>
              </a:spcBef>
              <a:buClr>
                <a:srgbClr val="FF3300"/>
              </a:buClr>
              <a:buFont typeface="Wingdings" pitchFamily="2" charset="2"/>
              <a:buNone/>
            </a:pPr>
            <a:r>
              <a:rPr lang="en-US" altLang="zh-CN" sz="2000">
                <a:ea typeface="宋体" panose="02010600030101010101" pitchFamily="2" charset="-122"/>
              </a:rPr>
              <a:t>InsertId</a:t>
            </a:r>
            <a:r>
              <a:rPr lang="zh-CN" altLang="en-US" sz="2000">
                <a:ea typeface="宋体" panose="02010600030101010101" pitchFamily="2" charset="-122"/>
              </a:rPr>
              <a:t>：函数</a:t>
            </a:r>
          </a:p>
          <a:p>
            <a:pPr eaLnBrk="1" hangingPunct="1">
              <a:lnSpc>
                <a:spcPct val="110000"/>
              </a:lnSpc>
              <a:spcBef>
                <a:spcPct val="0"/>
              </a:spcBef>
              <a:buClr>
                <a:srgbClr val="FF3300"/>
              </a:buClr>
              <a:buFont typeface="Wingdings" pitchFamily="2" charset="2"/>
              <a:buNone/>
            </a:pPr>
            <a:r>
              <a:rPr lang="zh-CN" altLang="en-US" sz="2000">
                <a:ea typeface="宋体" panose="02010600030101010101" pitchFamily="2" charset="-122"/>
              </a:rPr>
              <a:t>         功能：将标识符插入符号表，返回符号表指针</a:t>
            </a:r>
          </a:p>
          <a:p>
            <a:pPr eaLnBrk="1" hangingPunct="1">
              <a:lnSpc>
                <a:spcPct val="110000"/>
              </a:lnSpc>
              <a:spcBef>
                <a:spcPct val="0"/>
              </a:spcBef>
              <a:buClr>
                <a:srgbClr val="FF3300"/>
              </a:buClr>
              <a:buFont typeface="Wingdings" pitchFamily="2" charset="2"/>
              <a:buNone/>
            </a:pPr>
            <a:r>
              <a:rPr lang="en-US" altLang="zh-CN" sz="2000">
                <a:ea typeface="宋体" panose="02010600030101010101" pitchFamily="2" charset="-122"/>
              </a:rPr>
              <a:t>InsertConst</a:t>
            </a:r>
            <a:r>
              <a:rPr lang="zh-CN" altLang="en-US" sz="2000">
                <a:ea typeface="宋体" panose="02010600030101010101" pitchFamily="2" charset="-122"/>
              </a:rPr>
              <a:t>函数</a:t>
            </a:r>
          </a:p>
          <a:p>
            <a:pPr eaLnBrk="1" hangingPunct="1">
              <a:lnSpc>
                <a:spcPct val="110000"/>
              </a:lnSpc>
              <a:spcBef>
                <a:spcPct val="0"/>
              </a:spcBef>
              <a:buClr>
                <a:srgbClr val="FF3300"/>
              </a:buClr>
              <a:buFont typeface="Wingdings" pitchFamily="2" charset="2"/>
              <a:buNone/>
            </a:pPr>
            <a:r>
              <a:rPr lang="zh-CN" altLang="en-US" sz="2000">
                <a:ea typeface="宋体" panose="02010600030101010101" pitchFamily="2" charset="-122"/>
              </a:rPr>
              <a:t>         功能： 将常数插入常数表，返回常数表指针</a:t>
            </a:r>
          </a:p>
          <a:p>
            <a:pPr eaLnBrk="1" hangingPunct="1">
              <a:lnSpc>
                <a:spcPct val="110000"/>
              </a:lnSpc>
              <a:spcBef>
                <a:spcPct val="0"/>
              </a:spcBef>
              <a:buClr>
                <a:srgbClr val="FF3300"/>
              </a:buClr>
              <a:buFont typeface="Wingdings" pitchFamily="2" charset="2"/>
              <a:buNone/>
            </a:pPr>
            <a:endParaRPr lang="en-US" altLang="zh-CN" sz="2000">
              <a:ea typeface="宋体" panose="02010600030101010101" pitchFamily="2" charset="-122"/>
            </a:endParaRPr>
          </a:p>
        </p:txBody>
      </p:sp>
      <p:sp>
        <p:nvSpPr>
          <p:cNvPr id="32773" name="灯片编号占位符 4">
            <a:extLst>
              <a:ext uri="{FF2B5EF4-FFF2-40B4-BE49-F238E27FC236}">
                <a16:creationId xmlns:a16="http://schemas.microsoft.com/office/drawing/2014/main" id="{44510A92-813A-94EB-2DCA-C950FDE65B2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2046D29A-78E0-754D-95B9-53452052173A}"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24</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2622461B-DF49-7421-4EC0-4CDE7047BCBE}"/>
              </a:ext>
            </a:extLst>
          </p:cNvPr>
          <p:cNvSpPr>
            <a:spLocks noGrp="1" noChangeArrowheads="1"/>
          </p:cNvSpPr>
          <p:nvPr>
            <p:ph type="title"/>
          </p:nvPr>
        </p:nvSpPr>
        <p:spPr/>
        <p:txBody>
          <a:bodyPr/>
          <a:lstStyle/>
          <a:p>
            <a:pPr eaLnBrk="1" hangingPunct="1"/>
            <a:r>
              <a:rPr lang="zh-CN" altLang="en-US"/>
              <a:t>程序段</a:t>
            </a:r>
          </a:p>
        </p:txBody>
      </p:sp>
      <p:sp>
        <p:nvSpPr>
          <p:cNvPr id="33795" name="Rectangle 3">
            <a:extLst>
              <a:ext uri="{FF2B5EF4-FFF2-40B4-BE49-F238E27FC236}">
                <a16:creationId xmlns:a16="http://schemas.microsoft.com/office/drawing/2014/main" id="{3A5E90D5-30CC-02E7-DC02-FC8A6EC0F7BB}"/>
              </a:ext>
            </a:extLst>
          </p:cNvPr>
          <p:cNvSpPr>
            <a:spLocks noGrp="1" noChangeArrowheads="1"/>
          </p:cNvSpPr>
          <p:nvPr>
            <p:ph type="body" idx="1"/>
          </p:nvPr>
        </p:nvSpPr>
        <p:spPr/>
        <p:txBody>
          <a:bodyPr/>
          <a:lstStyle/>
          <a:p>
            <a:pPr eaLnBrk="1" hangingPunct="1">
              <a:lnSpc>
                <a:spcPct val="120000"/>
              </a:lnSpc>
            </a:pPr>
            <a:r>
              <a:rPr lang="zh-CN" altLang="en-US" sz="2400">
                <a:ea typeface="宋体" panose="02010600030101010101" pitchFamily="2" charset="-122"/>
              </a:rPr>
              <a:t>不含回路的分叉结点对应的程序段可表示为</a:t>
            </a:r>
          </a:p>
          <a:p>
            <a:pPr eaLnBrk="1" hangingPunct="1">
              <a:lnSpc>
                <a:spcPct val="120000"/>
              </a:lnSpc>
              <a:buFont typeface="Wingdings" pitchFamily="2" charset="2"/>
              <a:buNone/>
            </a:pPr>
            <a:r>
              <a:rPr lang="zh-CN" altLang="en-US" sz="2400">
                <a:ea typeface="宋体" panose="02010600030101010101" pitchFamily="2" charset="-122"/>
              </a:rPr>
              <a:t>        </a:t>
            </a:r>
            <a:r>
              <a:rPr lang="en-US" altLang="zh-CN" sz="2400">
                <a:ea typeface="宋体" panose="02010600030101010101" pitchFamily="2" charset="-122"/>
              </a:rPr>
              <a:t>GetChar();</a:t>
            </a:r>
          </a:p>
          <a:p>
            <a:pPr eaLnBrk="1" hangingPunct="1">
              <a:lnSpc>
                <a:spcPct val="120000"/>
              </a:lnSpc>
              <a:buFont typeface="Wingdings" pitchFamily="2" charset="2"/>
              <a:buNone/>
            </a:pPr>
            <a:r>
              <a:rPr lang="en-US" altLang="zh-CN" sz="2400">
                <a:ea typeface="宋体" panose="02010600030101010101" pitchFamily="2" charset="-122"/>
              </a:rPr>
              <a:t>        if (IsLetter())  {</a:t>
            </a:r>
            <a:r>
              <a:rPr lang="en-US" altLang="zh-CN" sz="2400">
                <a:latin typeface="华文楷体" panose="02010600040101010101" pitchFamily="2" charset="-122"/>
                <a:ea typeface="华文楷体" panose="02010600040101010101" pitchFamily="2" charset="-122"/>
              </a:rPr>
              <a:t>…</a:t>
            </a:r>
            <a:r>
              <a:rPr lang="zh-CN" altLang="en-US" sz="2400">
                <a:ea typeface="宋体" panose="02010600030101010101" pitchFamily="2" charset="-122"/>
              </a:rPr>
              <a:t>状态</a:t>
            </a:r>
            <a:r>
              <a:rPr lang="en-US" altLang="zh-CN" sz="2400">
                <a:ea typeface="宋体" panose="02010600030101010101" pitchFamily="2" charset="-122"/>
              </a:rPr>
              <a:t>j</a:t>
            </a:r>
            <a:r>
              <a:rPr lang="zh-CN" altLang="en-US" sz="2400">
                <a:ea typeface="宋体" panose="02010600030101010101" pitchFamily="2" charset="-122"/>
              </a:rPr>
              <a:t>的对应程序段</a:t>
            </a:r>
            <a:r>
              <a:rPr lang="en-US" altLang="zh-CN" sz="2400">
                <a:latin typeface="华文楷体" panose="02010600040101010101" pitchFamily="2" charset="-122"/>
                <a:ea typeface="华文楷体" panose="02010600040101010101" pitchFamily="2" charset="-122"/>
              </a:rPr>
              <a:t>…</a:t>
            </a:r>
            <a:r>
              <a:rPr lang="en-US" altLang="zh-CN" sz="2400">
                <a:ea typeface="宋体" panose="02010600030101010101" pitchFamily="2" charset="-122"/>
              </a:rPr>
              <a:t>}</a:t>
            </a:r>
          </a:p>
          <a:p>
            <a:pPr eaLnBrk="1" hangingPunct="1">
              <a:lnSpc>
                <a:spcPct val="120000"/>
              </a:lnSpc>
              <a:buFont typeface="Wingdings" pitchFamily="2" charset="2"/>
              <a:buNone/>
            </a:pPr>
            <a:r>
              <a:rPr lang="en-US" altLang="zh-CN" sz="2400">
                <a:ea typeface="宋体" panose="02010600030101010101" pitchFamily="2" charset="-122"/>
              </a:rPr>
              <a:t>        else if (IsDigit()){</a:t>
            </a:r>
            <a:r>
              <a:rPr lang="en-US" altLang="zh-CN" sz="2400">
                <a:latin typeface="华文楷体" panose="02010600040101010101" pitchFamily="2" charset="-122"/>
                <a:ea typeface="华文楷体" panose="02010600040101010101" pitchFamily="2" charset="-122"/>
              </a:rPr>
              <a:t>…</a:t>
            </a:r>
            <a:r>
              <a:rPr lang="zh-CN" altLang="en-US" sz="2400">
                <a:ea typeface="宋体" panose="02010600030101010101" pitchFamily="2" charset="-122"/>
              </a:rPr>
              <a:t>状态</a:t>
            </a:r>
            <a:r>
              <a:rPr lang="en-US" altLang="zh-CN" sz="2400">
                <a:ea typeface="宋体" panose="02010600030101010101" pitchFamily="2" charset="-122"/>
              </a:rPr>
              <a:t>k</a:t>
            </a:r>
            <a:r>
              <a:rPr lang="zh-CN" altLang="en-US" sz="2400">
                <a:ea typeface="宋体" panose="02010600030101010101" pitchFamily="2" charset="-122"/>
              </a:rPr>
              <a:t>的对应程序段</a:t>
            </a:r>
            <a:r>
              <a:rPr lang="en-US" altLang="zh-CN" sz="2400">
                <a:latin typeface="华文楷体" panose="02010600040101010101" pitchFamily="2" charset="-122"/>
                <a:ea typeface="华文楷体" panose="02010600040101010101" pitchFamily="2" charset="-122"/>
              </a:rPr>
              <a:t>…</a:t>
            </a:r>
            <a:r>
              <a:rPr lang="en-US" altLang="zh-CN" sz="2400">
                <a:ea typeface="宋体" panose="02010600030101010101" pitchFamily="2" charset="-122"/>
              </a:rPr>
              <a:t>}</a:t>
            </a:r>
          </a:p>
          <a:p>
            <a:pPr eaLnBrk="1" hangingPunct="1">
              <a:lnSpc>
                <a:spcPct val="120000"/>
              </a:lnSpc>
              <a:buFont typeface="Wingdings" pitchFamily="2" charset="2"/>
              <a:buNone/>
            </a:pPr>
            <a:r>
              <a:rPr lang="en-US" altLang="zh-CN" sz="2400">
                <a:ea typeface="宋体" panose="02010600030101010101" pitchFamily="2" charset="-122"/>
              </a:rPr>
              <a:t>        else if(ch=</a:t>
            </a:r>
            <a:r>
              <a:rPr lang="en-US" altLang="zh-CN" sz="2400">
                <a:latin typeface="华文楷体" panose="02010600040101010101" pitchFamily="2" charset="-122"/>
                <a:ea typeface="华文楷体" panose="02010600040101010101" pitchFamily="2" charset="-122"/>
              </a:rPr>
              <a:t>‘</a:t>
            </a:r>
            <a:r>
              <a:rPr lang="en-US" altLang="zh-CN" sz="2400">
                <a:ea typeface="宋体" panose="02010600030101010101" pitchFamily="2" charset="-122"/>
              </a:rPr>
              <a:t>/</a:t>
            </a:r>
            <a:r>
              <a:rPr lang="en-US" altLang="zh-CN" sz="2400">
                <a:latin typeface="华文楷体" panose="02010600040101010101" pitchFamily="2" charset="-122"/>
                <a:ea typeface="华文楷体" panose="02010600040101010101" pitchFamily="2" charset="-122"/>
              </a:rPr>
              <a:t>’</a:t>
            </a:r>
            <a:r>
              <a:rPr lang="en-US" altLang="zh-CN" sz="2400">
                <a:ea typeface="宋体" panose="02010600030101010101" pitchFamily="2" charset="-122"/>
              </a:rPr>
              <a:t>) {</a:t>
            </a:r>
            <a:r>
              <a:rPr lang="en-US" altLang="zh-CN" sz="2400">
                <a:latin typeface="华文楷体" panose="02010600040101010101" pitchFamily="2" charset="-122"/>
                <a:ea typeface="华文楷体" panose="02010600040101010101" pitchFamily="2" charset="-122"/>
              </a:rPr>
              <a:t>…</a:t>
            </a:r>
            <a:r>
              <a:rPr lang="zh-CN" altLang="en-US" sz="2400">
                <a:ea typeface="宋体" panose="02010600030101010101" pitchFamily="2" charset="-122"/>
              </a:rPr>
              <a:t>状态</a:t>
            </a:r>
            <a:r>
              <a:rPr lang="en-US" altLang="zh-CN" sz="2400">
                <a:ea typeface="宋体" panose="02010600030101010101" pitchFamily="2" charset="-122"/>
              </a:rPr>
              <a:t>l</a:t>
            </a:r>
            <a:r>
              <a:rPr lang="zh-CN" altLang="en-US" sz="2400">
                <a:ea typeface="宋体" panose="02010600030101010101" pitchFamily="2" charset="-122"/>
              </a:rPr>
              <a:t>的对应程序段</a:t>
            </a:r>
            <a:r>
              <a:rPr lang="en-US" altLang="zh-CN" sz="2400">
                <a:latin typeface="华文楷体" panose="02010600040101010101" pitchFamily="2" charset="-122"/>
                <a:ea typeface="华文楷体" panose="02010600040101010101" pitchFamily="2" charset="-122"/>
              </a:rPr>
              <a:t>…</a:t>
            </a:r>
            <a:r>
              <a:rPr lang="en-US" altLang="zh-CN" sz="2400">
                <a:ea typeface="宋体" panose="02010600030101010101" pitchFamily="2" charset="-122"/>
              </a:rPr>
              <a:t>}</a:t>
            </a:r>
          </a:p>
          <a:p>
            <a:pPr eaLnBrk="1" hangingPunct="1">
              <a:lnSpc>
                <a:spcPct val="120000"/>
              </a:lnSpc>
              <a:buFont typeface="Wingdings" pitchFamily="2" charset="2"/>
              <a:buNone/>
            </a:pPr>
            <a:r>
              <a:rPr lang="en-US" altLang="zh-CN" sz="2400">
                <a:ea typeface="宋体" panose="02010600030101010101" pitchFamily="2" charset="-122"/>
              </a:rPr>
              <a:t>        else{</a:t>
            </a:r>
            <a:r>
              <a:rPr lang="en-US" altLang="zh-CN" sz="2400">
                <a:latin typeface="华文楷体" panose="02010600040101010101" pitchFamily="2" charset="-122"/>
                <a:ea typeface="华文楷体" panose="02010600040101010101" pitchFamily="2" charset="-122"/>
              </a:rPr>
              <a:t>…</a:t>
            </a:r>
            <a:r>
              <a:rPr lang="zh-CN" altLang="en-US" sz="2400">
                <a:ea typeface="宋体" panose="02010600030101010101" pitchFamily="2" charset="-122"/>
              </a:rPr>
              <a:t>错误处理</a:t>
            </a:r>
            <a:r>
              <a:rPr lang="en-US" altLang="zh-CN" sz="2400">
                <a:latin typeface="华文楷体" panose="02010600040101010101" pitchFamily="2" charset="-122"/>
                <a:ea typeface="华文楷体" panose="02010600040101010101" pitchFamily="2" charset="-122"/>
              </a:rPr>
              <a:t>…</a:t>
            </a:r>
            <a:r>
              <a:rPr lang="en-US" altLang="zh-CN" sz="2400">
                <a:ea typeface="宋体" panose="02010600030101010101" pitchFamily="2" charset="-122"/>
              </a:rPr>
              <a:t>}</a:t>
            </a:r>
          </a:p>
        </p:txBody>
      </p:sp>
      <p:sp>
        <p:nvSpPr>
          <p:cNvPr id="33796" name="Oval 4">
            <a:extLst>
              <a:ext uri="{FF2B5EF4-FFF2-40B4-BE49-F238E27FC236}">
                <a16:creationId xmlns:a16="http://schemas.microsoft.com/office/drawing/2014/main" id="{947AFA6F-2EEE-771B-ED6F-2C13B9B32C7E}"/>
              </a:ext>
            </a:extLst>
          </p:cNvPr>
          <p:cNvSpPr>
            <a:spLocks noChangeArrowheads="1"/>
          </p:cNvSpPr>
          <p:nvPr/>
        </p:nvSpPr>
        <p:spPr bwMode="auto">
          <a:xfrm>
            <a:off x="6300788" y="5280025"/>
            <a:ext cx="381000" cy="381000"/>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kumimoji="1" lang="en-US" altLang="zh-CN" sz="2400" b="0">
                <a:solidFill>
                  <a:schemeClr val="tx1"/>
                </a:solidFill>
                <a:latin typeface="Times New Roman" panose="02020603050405020304" pitchFamily="18" charset="0"/>
                <a:ea typeface="宋体" panose="02010600030101010101" pitchFamily="2" charset="-122"/>
              </a:rPr>
              <a:t>i</a:t>
            </a:r>
          </a:p>
        </p:txBody>
      </p:sp>
      <p:sp>
        <p:nvSpPr>
          <p:cNvPr id="33797" name="Oval 5">
            <a:extLst>
              <a:ext uri="{FF2B5EF4-FFF2-40B4-BE49-F238E27FC236}">
                <a16:creationId xmlns:a16="http://schemas.microsoft.com/office/drawing/2014/main" id="{698093AA-9110-CC29-4758-32CEFACED302}"/>
              </a:ext>
            </a:extLst>
          </p:cNvPr>
          <p:cNvSpPr>
            <a:spLocks noChangeArrowheads="1"/>
          </p:cNvSpPr>
          <p:nvPr/>
        </p:nvSpPr>
        <p:spPr bwMode="auto">
          <a:xfrm>
            <a:off x="7575550" y="4586288"/>
            <a:ext cx="381000" cy="381000"/>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kumimoji="1" lang="en-US" altLang="zh-CN" sz="2400" b="0">
                <a:solidFill>
                  <a:schemeClr val="tx1"/>
                </a:solidFill>
                <a:latin typeface="Times New Roman" panose="02020603050405020304" pitchFamily="18" charset="0"/>
                <a:ea typeface="宋体" panose="02010600030101010101" pitchFamily="2" charset="-122"/>
              </a:rPr>
              <a:t>j</a:t>
            </a:r>
          </a:p>
        </p:txBody>
      </p:sp>
      <p:sp>
        <p:nvSpPr>
          <p:cNvPr id="33798" name="Oval 6">
            <a:extLst>
              <a:ext uri="{FF2B5EF4-FFF2-40B4-BE49-F238E27FC236}">
                <a16:creationId xmlns:a16="http://schemas.microsoft.com/office/drawing/2014/main" id="{C127BE2B-4A11-C658-9C3D-DF92AD96C701}"/>
              </a:ext>
            </a:extLst>
          </p:cNvPr>
          <p:cNvSpPr>
            <a:spLocks noChangeArrowheads="1"/>
          </p:cNvSpPr>
          <p:nvPr/>
        </p:nvSpPr>
        <p:spPr bwMode="auto">
          <a:xfrm>
            <a:off x="7556500" y="5329238"/>
            <a:ext cx="381000" cy="381000"/>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kumimoji="1" lang="en-US" altLang="zh-CN" sz="2400" b="0">
                <a:solidFill>
                  <a:schemeClr val="tx1"/>
                </a:solidFill>
                <a:latin typeface="Times New Roman" panose="02020603050405020304" pitchFamily="18" charset="0"/>
                <a:ea typeface="宋体" panose="02010600030101010101" pitchFamily="2" charset="-122"/>
              </a:rPr>
              <a:t>k</a:t>
            </a:r>
          </a:p>
        </p:txBody>
      </p:sp>
      <p:sp>
        <p:nvSpPr>
          <p:cNvPr id="33799" name="Oval 7">
            <a:extLst>
              <a:ext uri="{FF2B5EF4-FFF2-40B4-BE49-F238E27FC236}">
                <a16:creationId xmlns:a16="http://schemas.microsoft.com/office/drawing/2014/main" id="{D63F0DCA-AD4F-6734-53A1-15ED7B1D13F5}"/>
              </a:ext>
            </a:extLst>
          </p:cNvPr>
          <p:cNvSpPr>
            <a:spLocks noChangeArrowheads="1"/>
          </p:cNvSpPr>
          <p:nvPr/>
        </p:nvSpPr>
        <p:spPr bwMode="auto">
          <a:xfrm>
            <a:off x="7572375" y="6115050"/>
            <a:ext cx="381000" cy="381000"/>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kumimoji="1" lang="en-US" altLang="zh-CN" sz="2400" b="0">
                <a:solidFill>
                  <a:schemeClr val="tx1"/>
                </a:solidFill>
                <a:latin typeface="Times New Roman" panose="02020603050405020304" pitchFamily="18" charset="0"/>
                <a:ea typeface="宋体" panose="02010600030101010101" pitchFamily="2" charset="-122"/>
              </a:rPr>
              <a:t>l</a:t>
            </a:r>
          </a:p>
        </p:txBody>
      </p:sp>
      <p:sp>
        <p:nvSpPr>
          <p:cNvPr id="33800" name="Line 9">
            <a:extLst>
              <a:ext uri="{FF2B5EF4-FFF2-40B4-BE49-F238E27FC236}">
                <a16:creationId xmlns:a16="http://schemas.microsoft.com/office/drawing/2014/main" id="{F38345AD-B893-9E53-65C8-CEB946053F38}"/>
              </a:ext>
            </a:extLst>
          </p:cNvPr>
          <p:cNvSpPr>
            <a:spLocks noChangeShapeType="1"/>
          </p:cNvSpPr>
          <p:nvPr/>
        </p:nvSpPr>
        <p:spPr bwMode="auto">
          <a:xfrm>
            <a:off x="6659563" y="5495925"/>
            <a:ext cx="865187" cy="2063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3801" name="Text Box 13">
            <a:extLst>
              <a:ext uri="{FF2B5EF4-FFF2-40B4-BE49-F238E27FC236}">
                <a16:creationId xmlns:a16="http://schemas.microsoft.com/office/drawing/2014/main" id="{5DD3F7B8-53E6-B583-99AF-71EBB9A9B698}"/>
              </a:ext>
            </a:extLst>
          </p:cNvPr>
          <p:cNvSpPr txBox="1">
            <a:spLocks noChangeArrowheads="1"/>
          </p:cNvSpPr>
          <p:nvPr/>
        </p:nvSpPr>
        <p:spPr bwMode="auto">
          <a:xfrm>
            <a:off x="6488113" y="4581525"/>
            <a:ext cx="820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kumimoji="1" lang="zh-CN" altLang="en-US" sz="2000">
                <a:solidFill>
                  <a:schemeClr val="tx1"/>
                </a:solidFill>
                <a:latin typeface="Times New Roman" panose="02020603050405020304" pitchFamily="18" charset="0"/>
                <a:ea typeface="宋体" panose="02010600030101010101" pitchFamily="2" charset="-122"/>
              </a:rPr>
              <a:t>字母</a:t>
            </a:r>
          </a:p>
        </p:txBody>
      </p:sp>
      <p:sp>
        <p:nvSpPr>
          <p:cNvPr id="33802" name="Text Box 14">
            <a:extLst>
              <a:ext uri="{FF2B5EF4-FFF2-40B4-BE49-F238E27FC236}">
                <a16:creationId xmlns:a16="http://schemas.microsoft.com/office/drawing/2014/main" id="{7FA8950F-811E-74AD-6E03-C1840E2D12BE}"/>
              </a:ext>
            </a:extLst>
          </p:cNvPr>
          <p:cNvSpPr txBox="1">
            <a:spLocks noChangeArrowheads="1"/>
          </p:cNvSpPr>
          <p:nvPr/>
        </p:nvSpPr>
        <p:spPr bwMode="auto">
          <a:xfrm>
            <a:off x="6742113" y="5148263"/>
            <a:ext cx="792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kumimoji="1" lang="zh-CN" altLang="en-US" sz="2000">
                <a:solidFill>
                  <a:schemeClr val="tx1"/>
                </a:solidFill>
                <a:latin typeface="Times New Roman" panose="02020603050405020304" pitchFamily="18" charset="0"/>
                <a:ea typeface="宋体" panose="02010600030101010101" pitchFamily="2" charset="-122"/>
              </a:rPr>
              <a:t>数字</a:t>
            </a:r>
          </a:p>
        </p:txBody>
      </p:sp>
      <p:sp>
        <p:nvSpPr>
          <p:cNvPr id="33803" name="Text Box 15">
            <a:extLst>
              <a:ext uri="{FF2B5EF4-FFF2-40B4-BE49-F238E27FC236}">
                <a16:creationId xmlns:a16="http://schemas.microsoft.com/office/drawing/2014/main" id="{4D442EBB-0BF8-7C1A-9B55-45E835FB3FCB}"/>
              </a:ext>
            </a:extLst>
          </p:cNvPr>
          <p:cNvSpPr txBox="1">
            <a:spLocks noChangeArrowheads="1"/>
          </p:cNvSpPr>
          <p:nvPr/>
        </p:nvSpPr>
        <p:spPr bwMode="auto">
          <a:xfrm>
            <a:off x="6854825" y="5840413"/>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kumimoji="1" lang="en-US" altLang="zh-CN" sz="2000">
                <a:solidFill>
                  <a:schemeClr val="tx1"/>
                </a:solidFill>
                <a:latin typeface="Times New Roman" panose="02020603050405020304" pitchFamily="18" charset="0"/>
                <a:ea typeface="宋体" panose="02010600030101010101" pitchFamily="2" charset="-122"/>
              </a:rPr>
              <a:t>/</a:t>
            </a:r>
          </a:p>
        </p:txBody>
      </p:sp>
      <p:sp>
        <p:nvSpPr>
          <p:cNvPr id="33804" name="Freeform 16">
            <a:extLst>
              <a:ext uri="{FF2B5EF4-FFF2-40B4-BE49-F238E27FC236}">
                <a16:creationId xmlns:a16="http://schemas.microsoft.com/office/drawing/2014/main" id="{53C981FC-0C54-1415-2C05-D9C39829C88D}"/>
              </a:ext>
            </a:extLst>
          </p:cNvPr>
          <p:cNvSpPr>
            <a:spLocks/>
          </p:cNvSpPr>
          <p:nvPr/>
        </p:nvSpPr>
        <p:spPr bwMode="auto">
          <a:xfrm>
            <a:off x="6588125" y="4797425"/>
            <a:ext cx="1008063" cy="503238"/>
          </a:xfrm>
          <a:custGeom>
            <a:avLst/>
            <a:gdLst>
              <a:gd name="T0" fmla="*/ 0 w 544"/>
              <a:gd name="T1" fmla="*/ 2147483646 h 272"/>
              <a:gd name="T2" fmla="*/ 2147483646 w 544"/>
              <a:gd name="T3" fmla="*/ 2147483646 h 272"/>
              <a:gd name="T4" fmla="*/ 2147483646 w 544"/>
              <a:gd name="T5" fmla="*/ 0 h 272"/>
              <a:gd name="T6" fmla="*/ 0 60000 65536"/>
              <a:gd name="T7" fmla="*/ 0 60000 65536"/>
              <a:gd name="T8" fmla="*/ 0 60000 65536"/>
              <a:gd name="T9" fmla="*/ 0 w 544"/>
              <a:gd name="T10" fmla="*/ 0 h 272"/>
              <a:gd name="T11" fmla="*/ 544 w 544"/>
              <a:gd name="T12" fmla="*/ 272 h 272"/>
            </a:gdLst>
            <a:ahLst/>
            <a:cxnLst>
              <a:cxn ang="T6">
                <a:pos x="T0" y="T1"/>
              </a:cxn>
              <a:cxn ang="T7">
                <a:pos x="T2" y="T3"/>
              </a:cxn>
              <a:cxn ang="T8">
                <a:pos x="T4" y="T5"/>
              </a:cxn>
            </a:cxnLst>
            <a:rect l="T9" t="T10" r="T11" b="T12"/>
            <a:pathLst>
              <a:path w="544" h="272">
                <a:moveTo>
                  <a:pt x="0" y="272"/>
                </a:moveTo>
                <a:cubicBezTo>
                  <a:pt x="45" y="204"/>
                  <a:pt x="91" y="136"/>
                  <a:pt x="182" y="91"/>
                </a:cubicBezTo>
                <a:cubicBezTo>
                  <a:pt x="273" y="46"/>
                  <a:pt x="408" y="23"/>
                  <a:pt x="544" y="0"/>
                </a:cubicBez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3805" name="Freeform 17">
            <a:extLst>
              <a:ext uri="{FF2B5EF4-FFF2-40B4-BE49-F238E27FC236}">
                <a16:creationId xmlns:a16="http://schemas.microsoft.com/office/drawing/2014/main" id="{A2268021-B418-E60F-7418-70FB631D5576}"/>
              </a:ext>
            </a:extLst>
          </p:cNvPr>
          <p:cNvSpPr>
            <a:spLocks/>
          </p:cNvSpPr>
          <p:nvPr/>
        </p:nvSpPr>
        <p:spPr bwMode="auto">
          <a:xfrm>
            <a:off x="6588125" y="5661025"/>
            <a:ext cx="1008063" cy="647700"/>
          </a:xfrm>
          <a:custGeom>
            <a:avLst/>
            <a:gdLst>
              <a:gd name="T0" fmla="*/ 0 w 635"/>
              <a:gd name="T1" fmla="*/ 0 h 408"/>
              <a:gd name="T2" fmla="*/ 2147483646 w 635"/>
              <a:gd name="T3" fmla="*/ 2147483646 h 408"/>
              <a:gd name="T4" fmla="*/ 2147483646 w 635"/>
              <a:gd name="T5" fmla="*/ 2147483646 h 408"/>
              <a:gd name="T6" fmla="*/ 0 60000 65536"/>
              <a:gd name="T7" fmla="*/ 0 60000 65536"/>
              <a:gd name="T8" fmla="*/ 0 60000 65536"/>
              <a:gd name="T9" fmla="*/ 0 w 635"/>
              <a:gd name="T10" fmla="*/ 0 h 408"/>
              <a:gd name="T11" fmla="*/ 635 w 635"/>
              <a:gd name="T12" fmla="*/ 408 h 408"/>
            </a:gdLst>
            <a:ahLst/>
            <a:cxnLst>
              <a:cxn ang="T6">
                <a:pos x="T0" y="T1"/>
              </a:cxn>
              <a:cxn ang="T7">
                <a:pos x="T2" y="T3"/>
              </a:cxn>
              <a:cxn ang="T8">
                <a:pos x="T4" y="T5"/>
              </a:cxn>
            </a:cxnLst>
            <a:rect l="T9" t="T10" r="T11" b="T12"/>
            <a:pathLst>
              <a:path w="635" h="408">
                <a:moveTo>
                  <a:pt x="0" y="0"/>
                </a:moveTo>
                <a:cubicBezTo>
                  <a:pt x="15" y="102"/>
                  <a:pt x="30" y="204"/>
                  <a:pt x="136" y="272"/>
                </a:cubicBezTo>
                <a:cubicBezTo>
                  <a:pt x="242" y="340"/>
                  <a:pt x="438" y="374"/>
                  <a:pt x="635" y="408"/>
                </a:cubicBez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3806" name="灯片编号占位符 13">
            <a:extLst>
              <a:ext uri="{FF2B5EF4-FFF2-40B4-BE49-F238E27FC236}">
                <a16:creationId xmlns:a16="http://schemas.microsoft.com/office/drawing/2014/main" id="{2A6D2C4D-EF27-B36E-18CF-B785DB280BA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1F9B8982-8090-5640-84F9-0C7703378B09}"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25</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FFBA1815-B264-DCEE-5898-7D4234521349}"/>
              </a:ext>
            </a:extLst>
          </p:cNvPr>
          <p:cNvSpPr>
            <a:spLocks noGrp="1" noChangeArrowheads="1"/>
          </p:cNvSpPr>
          <p:nvPr>
            <p:ph type="title"/>
          </p:nvPr>
        </p:nvSpPr>
        <p:spPr/>
        <p:txBody>
          <a:bodyPr/>
          <a:lstStyle/>
          <a:p>
            <a:pPr eaLnBrk="1" hangingPunct="1"/>
            <a:r>
              <a:rPr lang="zh-CN" altLang="en-US"/>
              <a:t>程序段</a:t>
            </a:r>
          </a:p>
        </p:txBody>
      </p:sp>
      <p:sp>
        <p:nvSpPr>
          <p:cNvPr id="34819" name="Rectangle 3">
            <a:extLst>
              <a:ext uri="{FF2B5EF4-FFF2-40B4-BE49-F238E27FC236}">
                <a16:creationId xmlns:a16="http://schemas.microsoft.com/office/drawing/2014/main" id="{FFFBCC55-583B-DDD6-B4C6-4810686BB315}"/>
              </a:ext>
            </a:extLst>
          </p:cNvPr>
          <p:cNvSpPr>
            <a:spLocks noGrp="1" noChangeArrowheads="1"/>
          </p:cNvSpPr>
          <p:nvPr>
            <p:ph type="body" idx="1"/>
          </p:nvPr>
        </p:nvSpPr>
        <p:spPr>
          <a:xfrm>
            <a:off x="457200" y="1981200"/>
            <a:ext cx="8229600" cy="4184650"/>
          </a:xfrm>
        </p:spPr>
        <p:txBody>
          <a:bodyPr/>
          <a:lstStyle/>
          <a:p>
            <a:pPr eaLnBrk="1" hangingPunct="1">
              <a:lnSpc>
                <a:spcPct val="120000"/>
              </a:lnSpc>
            </a:pPr>
            <a:r>
              <a:rPr lang="zh-CN" altLang="en-US" sz="2400">
                <a:ea typeface="宋体" panose="02010600030101010101" pitchFamily="2" charset="-122"/>
              </a:rPr>
              <a:t>含回路的状态结点对应的程序段可表示为</a:t>
            </a:r>
          </a:p>
          <a:p>
            <a:pPr eaLnBrk="1" hangingPunct="1">
              <a:lnSpc>
                <a:spcPct val="90000"/>
              </a:lnSpc>
              <a:buFont typeface="Wingdings" pitchFamily="2" charset="2"/>
              <a:buNone/>
            </a:pPr>
            <a:r>
              <a:rPr lang="zh-CN" altLang="en-US" b="0">
                <a:ea typeface="宋体" panose="02010600030101010101" pitchFamily="2" charset="-122"/>
              </a:rPr>
              <a:t>      </a:t>
            </a:r>
            <a:r>
              <a:rPr lang="en-US" altLang="zh-CN" sz="2400">
                <a:ea typeface="宋体" panose="02010600030101010101" pitchFamily="2" charset="-122"/>
              </a:rPr>
              <a:t>GetChar();</a:t>
            </a:r>
          </a:p>
          <a:p>
            <a:pPr eaLnBrk="1" hangingPunct="1">
              <a:lnSpc>
                <a:spcPct val="90000"/>
              </a:lnSpc>
              <a:buFont typeface="Wingdings" pitchFamily="2" charset="2"/>
              <a:buNone/>
            </a:pPr>
            <a:r>
              <a:rPr lang="en-US" altLang="zh-CN" sz="2400">
                <a:ea typeface="宋体" panose="02010600030101010101" pitchFamily="2" charset="-122"/>
              </a:rPr>
              <a:t>        While(IsLetter() or IsDigit())</a:t>
            </a:r>
          </a:p>
          <a:p>
            <a:pPr eaLnBrk="1" hangingPunct="1">
              <a:lnSpc>
                <a:spcPct val="90000"/>
              </a:lnSpc>
              <a:buFont typeface="Wingdings" pitchFamily="2" charset="2"/>
              <a:buNone/>
            </a:pPr>
            <a:r>
              <a:rPr lang="en-US" altLang="zh-CN" sz="2400">
                <a:ea typeface="宋体" panose="02010600030101010101" pitchFamily="2" charset="-122"/>
              </a:rPr>
              <a:t>            GetChar();</a:t>
            </a:r>
          </a:p>
          <a:p>
            <a:pPr eaLnBrk="1" hangingPunct="1">
              <a:lnSpc>
                <a:spcPct val="90000"/>
              </a:lnSpc>
              <a:buFont typeface="Wingdings" pitchFamily="2" charset="2"/>
              <a:buNone/>
            </a:pPr>
            <a:r>
              <a:rPr lang="en-US" altLang="zh-CN" sz="2400">
                <a:ea typeface="宋体" panose="02010600030101010101" pitchFamily="2" charset="-122"/>
              </a:rPr>
              <a:t>        </a:t>
            </a:r>
            <a:r>
              <a:rPr lang="en-US" altLang="zh-CN" sz="2400">
                <a:latin typeface="华文楷体" panose="02010600040101010101" pitchFamily="2" charset="-122"/>
                <a:ea typeface="华文楷体" panose="02010600040101010101" pitchFamily="2" charset="-122"/>
              </a:rPr>
              <a:t>…</a:t>
            </a:r>
            <a:r>
              <a:rPr lang="zh-CN" altLang="en-US" sz="2400">
                <a:ea typeface="宋体" panose="02010600030101010101" pitchFamily="2" charset="-122"/>
              </a:rPr>
              <a:t>状态</a:t>
            </a:r>
            <a:r>
              <a:rPr lang="en-US" altLang="zh-CN" sz="2400">
                <a:ea typeface="宋体" panose="02010600030101010101" pitchFamily="2" charset="-122"/>
              </a:rPr>
              <a:t>j</a:t>
            </a:r>
            <a:r>
              <a:rPr lang="zh-CN" altLang="en-US" sz="2400">
                <a:ea typeface="宋体" panose="02010600030101010101" pitchFamily="2" charset="-122"/>
              </a:rPr>
              <a:t>的对应程序段</a:t>
            </a:r>
            <a:r>
              <a:rPr lang="en-US" altLang="zh-CN" sz="2400">
                <a:latin typeface="华文楷体" panose="02010600040101010101" pitchFamily="2" charset="-122"/>
                <a:ea typeface="华文楷体" panose="02010600040101010101" pitchFamily="2" charset="-122"/>
              </a:rPr>
              <a:t>…</a:t>
            </a:r>
            <a:endParaRPr lang="en-US" altLang="zh-CN" sz="2400">
              <a:ea typeface="宋体" panose="02010600030101010101" pitchFamily="2" charset="-122"/>
            </a:endParaRPr>
          </a:p>
          <a:p>
            <a:pPr eaLnBrk="1" hangingPunct="1">
              <a:lnSpc>
                <a:spcPct val="90000"/>
              </a:lnSpc>
              <a:buFont typeface="Wingdings" pitchFamily="2" charset="2"/>
              <a:buNone/>
            </a:pPr>
            <a:endParaRPr lang="en-US" altLang="zh-CN" sz="2400">
              <a:ea typeface="宋体" panose="02010600030101010101" pitchFamily="2" charset="-122"/>
            </a:endParaRPr>
          </a:p>
          <a:p>
            <a:pPr eaLnBrk="1" hangingPunct="1">
              <a:lnSpc>
                <a:spcPct val="90000"/>
              </a:lnSpc>
            </a:pPr>
            <a:endParaRPr lang="en-US" altLang="zh-CN" sz="2400">
              <a:ea typeface="宋体" panose="02010600030101010101" pitchFamily="2" charset="-122"/>
            </a:endParaRPr>
          </a:p>
          <a:p>
            <a:pPr eaLnBrk="1" hangingPunct="1">
              <a:lnSpc>
                <a:spcPct val="90000"/>
              </a:lnSpc>
            </a:pPr>
            <a:r>
              <a:rPr lang="zh-CN" altLang="en-US" sz="2400">
                <a:ea typeface="宋体" panose="02010600030101010101" pitchFamily="2" charset="-122"/>
              </a:rPr>
              <a:t>终态结点对应一条语句</a:t>
            </a:r>
          </a:p>
          <a:p>
            <a:pPr eaLnBrk="1" hangingPunct="1">
              <a:lnSpc>
                <a:spcPct val="90000"/>
              </a:lnSpc>
              <a:buFont typeface="Wingdings" pitchFamily="2" charset="2"/>
              <a:buNone/>
            </a:pPr>
            <a:r>
              <a:rPr lang="zh-CN" altLang="en-US">
                <a:solidFill>
                  <a:schemeClr val="tx1"/>
                </a:solidFill>
                <a:ea typeface="宋体" panose="02010600030101010101" pitchFamily="2" charset="-122"/>
              </a:rPr>
              <a:t>      </a:t>
            </a:r>
            <a:r>
              <a:rPr lang="en-US" altLang="zh-CN" sz="2400">
                <a:ea typeface="宋体" panose="02010600030101010101" pitchFamily="2" charset="-122"/>
              </a:rPr>
              <a:t>return(code,value);</a:t>
            </a:r>
          </a:p>
        </p:txBody>
      </p:sp>
      <p:sp>
        <p:nvSpPr>
          <p:cNvPr id="34820" name="Oval 4">
            <a:extLst>
              <a:ext uri="{FF2B5EF4-FFF2-40B4-BE49-F238E27FC236}">
                <a16:creationId xmlns:a16="http://schemas.microsoft.com/office/drawing/2014/main" id="{DA0CD5B9-F228-D01B-C7C8-C3F67F28391E}"/>
              </a:ext>
            </a:extLst>
          </p:cNvPr>
          <p:cNvSpPr>
            <a:spLocks noChangeArrowheads="1"/>
          </p:cNvSpPr>
          <p:nvPr/>
        </p:nvSpPr>
        <p:spPr bwMode="auto">
          <a:xfrm>
            <a:off x="6435725" y="3719513"/>
            <a:ext cx="381000" cy="381000"/>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kumimoji="1" lang="en-US" altLang="zh-CN" sz="2400" b="0">
                <a:solidFill>
                  <a:schemeClr val="tx1"/>
                </a:solidFill>
                <a:latin typeface="Times New Roman" panose="02020603050405020304" pitchFamily="18" charset="0"/>
                <a:ea typeface="宋体" panose="02010600030101010101" pitchFamily="2" charset="-122"/>
              </a:rPr>
              <a:t>i</a:t>
            </a:r>
          </a:p>
        </p:txBody>
      </p:sp>
      <p:sp>
        <p:nvSpPr>
          <p:cNvPr id="34821" name="Oval 6">
            <a:extLst>
              <a:ext uri="{FF2B5EF4-FFF2-40B4-BE49-F238E27FC236}">
                <a16:creationId xmlns:a16="http://schemas.microsoft.com/office/drawing/2014/main" id="{77153582-09E1-B4BA-05BC-07323DFEEF3D}"/>
              </a:ext>
            </a:extLst>
          </p:cNvPr>
          <p:cNvSpPr>
            <a:spLocks noChangeArrowheads="1"/>
          </p:cNvSpPr>
          <p:nvPr/>
        </p:nvSpPr>
        <p:spPr bwMode="auto">
          <a:xfrm>
            <a:off x="8007350" y="3708400"/>
            <a:ext cx="381000" cy="381000"/>
          </a:xfrm>
          <a:prstGeom prst="ellipse">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kumimoji="1" lang="en-US" altLang="zh-CN" sz="2400" b="0">
                <a:solidFill>
                  <a:schemeClr val="tx1"/>
                </a:solidFill>
                <a:latin typeface="Times New Roman" panose="02020603050405020304" pitchFamily="18" charset="0"/>
                <a:ea typeface="宋体" panose="02010600030101010101" pitchFamily="2" charset="-122"/>
              </a:rPr>
              <a:t>j</a:t>
            </a:r>
          </a:p>
        </p:txBody>
      </p:sp>
      <p:sp>
        <p:nvSpPr>
          <p:cNvPr id="34822" name="Text Box 10">
            <a:extLst>
              <a:ext uri="{FF2B5EF4-FFF2-40B4-BE49-F238E27FC236}">
                <a16:creationId xmlns:a16="http://schemas.microsoft.com/office/drawing/2014/main" id="{B11608C2-C6DA-7C89-04A9-E002E295C209}"/>
              </a:ext>
            </a:extLst>
          </p:cNvPr>
          <p:cNvSpPr txBox="1">
            <a:spLocks noChangeArrowheads="1"/>
          </p:cNvSpPr>
          <p:nvPr/>
        </p:nvSpPr>
        <p:spPr bwMode="auto">
          <a:xfrm>
            <a:off x="6156325" y="2708275"/>
            <a:ext cx="10080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kumimoji="1" lang="zh-CN" altLang="en-US" sz="2000">
                <a:solidFill>
                  <a:schemeClr val="tx1"/>
                </a:solidFill>
                <a:latin typeface="Times New Roman" panose="02020603050405020304" pitchFamily="18" charset="0"/>
                <a:ea typeface="宋体" panose="02010600030101010101" pitchFamily="2" charset="-122"/>
              </a:rPr>
              <a:t>字母或数字</a:t>
            </a:r>
          </a:p>
        </p:txBody>
      </p:sp>
      <p:sp>
        <p:nvSpPr>
          <p:cNvPr id="34823" name="Line 14">
            <a:extLst>
              <a:ext uri="{FF2B5EF4-FFF2-40B4-BE49-F238E27FC236}">
                <a16:creationId xmlns:a16="http://schemas.microsoft.com/office/drawing/2014/main" id="{9BEF1FD9-BAF1-65BB-47B3-D521749577D3}"/>
              </a:ext>
            </a:extLst>
          </p:cNvPr>
          <p:cNvSpPr>
            <a:spLocks noChangeShapeType="1"/>
          </p:cNvSpPr>
          <p:nvPr/>
        </p:nvSpPr>
        <p:spPr bwMode="auto">
          <a:xfrm>
            <a:off x="6848475" y="3898900"/>
            <a:ext cx="115093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24" name="Freeform 15">
            <a:extLst>
              <a:ext uri="{FF2B5EF4-FFF2-40B4-BE49-F238E27FC236}">
                <a16:creationId xmlns:a16="http://schemas.microsoft.com/office/drawing/2014/main" id="{DB5EEA4E-0802-C99D-D242-59730D697C1A}"/>
              </a:ext>
            </a:extLst>
          </p:cNvPr>
          <p:cNvSpPr>
            <a:spLocks/>
          </p:cNvSpPr>
          <p:nvPr/>
        </p:nvSpPr>
        <p:spPr bwMode="auto">
          <a:xfrm>
            <a:off x="6267450" y="3344863"/>
            <a:ext cx="636588" cy="515937"/>
          </a:xfrm>
          <a:custGeom>
            <a:avLst/>
            <a:gdLst>
              <a:gd name="T0" fmla="*/ 2147483646 w 401"/>
              <a:gd name="T1" fmla="*/ 2147483646 h 325"/>
              <a:gd name="T2" fmla="*/ 2147483646 w 401"/>
              <a:gd name="T3" fmla="*/ 2147483646 h 325"/>
              <a:gd name="T4" fmla="*/ 2147483646 w 401"/>
              <a:gd name="T5" fmla="*/ 2147483646 h 325"/>
              <a:gd name="T6" fmla="*/ 2147483646 w 401"/>
              <a:gd name="T7" fmla="*/ 2147483646 h 325"/>
              <a:gd name="T8" fmla="*/ 2147483646 w 401"/>
              <a:gd name="T9" fmla="*/ 2147483646 h 325"/>
              <a:gd name="T10" fmla="*/ 0 60000 65536"/>
              <a:gd name="T11" fmla="*/ 0 60000 65536"/>
              <a:gd name="T12" fmla="*/ 0 60000 65536"/>
              <a:gd name="T13" fmla="*/ 0 60000 65536"/>
              <a:gd name="T14" fmla="*/ 0 60000 65536"/>
              <a:gd name="T15" fmla="*/ 0 w 401"/>
              <a:gd name="T16" fmla="*/ 0 h 325"/>
              <a:gd name="T17" fmla="*/ 401 w 401"/>
              <a:gd name="T18" fmla="*/ 325 h 325"/>
            </a:gdLst>
            <a:ahLst/>
            <a:cxnLst>
              <a:cxn ang="T10">
                <a:pos x="T0" y="T1"/>
              </a:cxn>
              <a:cxn ang="T11">
                <a:pos x="T2" y="T3"/>
              </a:cxn>
              <a:cxn ang="T12">
                <a:pos x="T4" y="T5"/>
              </a:cxn>
              <a:cxn ang="T13">
                <a:pos x="T6" y="T7"/>
              </a:cxn>
              <a:cxn ang="T14">
                <a:pos x="T8" y="T9"/>
              </a:cxn>
            </a:cxnLst>
            <a:rect l="T15" t="T16" r="T17" b="T18"/>
            <a:pathLst>
              <a:path w="401" h="325">
                <a:moveTo>
                  <a:pt x="332" y="280"/>
                </a:moveTo>
                <a:cubicBezTo>
                  <a:pt x="366" y="234"/>
                  <a:pt x="401" y="189"/>
                  <a:pt x="378" y="144"/>
                </a:cubicBezTo>
                <a:cubicBezTo>
                  <a:pt x="355" y="99"/>
                  <a:pt x="257" y="0"/>
                  <a:pt x="196" y="8"/>
                </a:cubicBezTo>
                <a:cubicBezTo>
                  <a:pt x="135" y="16"/>
                  <a:pt x="30" y="136"/>
                  <a:pt x="15" y="189"/>
                </a:cubicBezTo>
                <a:cubicBezTo>
                  <a:pt x="0" y="242"/>
                  <a:pt x="91" y="302"/>
                  <a:pt x="106" y="325"/>
                </a:cubicBez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25" name="Text Box 16">
            <a:extLst>
              <a:ext uri="{FF2B5EF4-FFF2-40B4-BE49-F238E27FC236}">
                <a16:creationId xmlns:a16="http://schemas.microsoft.com/office/drawing/2014/main" id="{0FCB4C09-E0E1-4575-6D7B-E610BC812C67}"/>
              </a:ext>
            </a:extLst>
          </p:cNvPr>
          <p:cNvSpPr txBox="1">
            <a:spLocks noChangeArrowheads="1"/>
          </p:cNvSpPr>
          <p:nvPr/>
        </p:nvSpPr>
        <p:spPr bwMode="auto">
          <a:xfrm>
            <a:off x="7019925" y="3536950"/>
            <a:ext cx="1008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kumimoji="1" lang="zh-CN" altLang="en-US" sz="2000">
                <a:solidFill>
                  <a:schemeClr val="tx1"/>
                </a:solidFill>
                <a:latin typeface="Times New Roman" panose="02020603050405020304" pitchFamily="18" charset="0"/>
                <a:ea typeface="宋体" panose="02010600030101010101" pitchFamily="2" charset="-122"/>
              </a:rPr>
              <a:t>其它</a:t>
            </a:r>
          </a:p>
        </p:txBody>
      </p:sp>
      <p:sp>
        <p:nvSpPr>
          <p:cNvPr id="34826" name="Oval 17">
            <a:extLst>
              <a:ext uri="{FF2B5EF4-FFF2-40B4-BE49-F238E27FC236}">
                <a16:creationId xmlns:a16="http://schemas.microsoft.com/office/drawing/2014/main" id="{C22E00AB-6A6E-95AD-C01F-00AE5996C79A}"/>
              </a:ext>
            </a:extLst>
          </p:cNvPr>
          <p:cNvSpPr>
            <a:spLocks noChangeArrowheads="1"/>
          </p:cNvSpPr>
          <p:nvPr/>
        </p:nvSpPr>
        <p:spPr bwMode="auto">
          <a:xfrm>
            <a:off x="7019925" y="5229225"/>
            <a:ext cx="431800" cy="431800"/>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2000" b="0">
                <a:solidFill>
                  <a:schemeClr val="tx1"/>
                </a:solidFill>
                <a:latin typeface="Times New Roman" panose="02020603050405020304" pitchFamily="18" charset="0"/>
                <a:ea typeface="宋体" panose="02010600030101010101" pitchFamily="2" charset="-122"/>
              </a:rPr>
              <a:t>i</a:t>
            </a:r>
          </a:p>
        </p:txBody>
      </p:sp>
      <p:sp>
        <p:nvSpPr>
          <p:cNvPr id="34827" name="灯片编号占位符 10">
            <a:extLst>
              <a:ext uri="{FF2B5EF4-FFF2-40B4-BE49-F238E27FC236}">
                <a16:creationId xmlns:a16="http://schemas.microsoft.com/office/drawing/2014/main" id="{ABA12F34-88A0-4811-A4FC-19D7F583A0F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2490D500-FDE2-D442-87F6-A9DDE336BD85}"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26</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9699" name="Rectangle 3">
            <a:extLst>
              <a:ext uri="{FF2B5EF4-FFF2-40B4-BE49-F238E27FC236}">
                <a16:creationId xmlns:a16="http://schemas.microsoft.com/office/drawing/2014/main" id="{CE882BF9-8C26-8843-2AE6-6A3CC9AFDEE6}"/>
              </a:ext>
            </a:extLst>
          </p:cNvPr>
          <p:cNvSpPr>
            <a:spLocks noGrp="1" noChangeArrowheads="1"/>
          </p:cNvSpPr>
          <p:nvPr>
            <p:ph type="body" idx="1"/>
          </p:nvPr>
        </p:nvSpPr>
        <p:spPr>
          <a:xfrm>
            <a:off x="179388" y="1916113"/>
            <a:ext cx="5472112" cy="4826000"/>
          </a:xfrm>
        </p:spPr>
        <p:txBody>
          <a:bodyPr/>
          <a:lstStyle/>
          <a:p>
            <a:pPr marL="627063" indent="-627063" eaLnBrk="1" hangingPunct="1">
              <a:lnSpc>
                <a:spcPct val="80000"/>
              </a:lnSpc>
              <a:buFont typeface="Wingdings" pitchFamily="2" charset="2"/>
              <a:buNone/>
            </a:pPr>
            <a:r>
              <a:rPr kumimoji="1" lang="en-US" altLang="zh-CN" sz="1800">
                <a:latin typeface="Times New Roman" panose="02020603050405020304" pitchFamily="18" charset="0"/>
                <a:ea typeface="宋体" panose="02010600030101010101" pitchFamily="2" charset="-122"/>
              </a:rPr>
              <a:t>int code,value;</a:t>
            </a:r>
          </a:p>
          <a:p>
            <a:pPr marL="627063" indent="-627063" eaLnBrk="1" hangingPunct="1">
              <a:lnSpc>
                <a:spcPct val="80000"/>
              </a:lnSpc>
              <a:buFont typeface="Wingdings" pitchFamily="2" charset="2"/>
              <a:buNone/>
            </a:pPr>
            <a:r>
              <a:rPr kumimoji="1" lang="en-US" altLang="zh-CN" sz="1800">
                <a:latin typeface="Times New Roman" panose="02020603050405020304" pitchFamily="18" charset="0"/>
                <a:ea typeface="宋体" panose="02010600030101010101" pitchFamily="2" charset="-122"/>
              </a:rPr>
              <a:t>strToken=“”;</a:t>
            </a:r>
          </a:p>
          <a:p>
            <a:pPr marL="627063" indent="-627063" eaLnBrk="1" hangingPunct="1">
              <a:lnSpc>
                <a:spcPct val="80000"/>
              </a:lnSpc>
              <a:buFont typeface="Wingdings" pitchFamily="2" charset="2"/>
              <a:buNone/>
            </a:pPr>
            <a:r>
              <a:rPr kumimoji="1" lang="en-US" altLang="zh-CN" sz="1800">
                <a:latin typeface="Times New Roman" panose="02020603050405020304" pitchFamily="18" charset="0"/>
                <a:ea typeface="宋体" panose="02010600030101010101" pitchFamily="2" charset="-122"/>
              </a:rPr>
              <a:t>GetChar();GetBC()</a:t>
            </a:r>
            <a:r>
              <a:rPr kumimoji="1" lang="zh-CN" altLang="en-US" sz="1800">
                <a:latin typeface="Times New Roman" panose="02020603050405020304" pitchFamily="18" charset="0"/>
                <a:ea typeface="宋体" panose="02010600030101010101" pitchFamily="2" charset="-122"/>
              </a:rPr>
              <a:t>；</a:t>
            </a:r>
          </a:p>
          <a:p>
            <a:pPr marL="627063" indent="-627063" eaLnBrk="1" hangingPunct="1">
              <a:lnSpc>
                <a:spcPct val="80000"/>
              </a:lnSpc>
              <a:buFont typeface="Wingdings" pitchFamily="2" charset="2"/>
              <a:buNone/>
            </a:pPr>
            <a:r>
              <a:rPr kumimoji="1" lang="en-US" altLang="zh-CN" sz="1800">
                <a:latin typeface="Times New Roman" panose="02020603050405020304" pitchFamily="18" charset="0"/>
                <a:ea typeface="宋体" panose="02010600030101010101" pitchFamily="2" charset="-122"/>
              </a:rPr>
              <a:t>If  (IsLetter())</a:t>
            </a:r>
          </a:p>
          <a:p>
            <a:pPr marL="627063" indent="-627063" eaLnBrk="1" hangingPunct="1">
              <a:lnSpc>
                <a:spcPct val="80000"/>
              </a:lnSpc>
              <a:buFont typeface="Wingdings" pitchFamily="2" charset="2"/>
              <a:buNone/>
            </a:pPr>
            <a:r>
              <a:rPr kumimoji="1" lang="en-US" altLang="zh-CN" sz="1800">
                <a:latin typeface="Times New Roman" panose="02020603050405020304" pitchFamily="18" charset="0"/>
                <a:ea typeface="宋体" panose="02010600030101010101" pitchFamily="2" charset="-122"/>
              </a:rPr>
              <a:t>    { while(IsLetter() or IsDigit())</a:t>
            </a:r>
          </a:p>
          <a:p>
            <a:pPr marL="627063" indent="-627063" eaLnBrk="1" hangingPunct="1">
              <a:lnSpc>
                <a:spcPct val="80000"/>
              </a:lnSpc>
              <a:buFont typeface="Wingdings" pitchFamily="2" charset="2"/>
              <a:buNone/>
            </a:pPr>
            <a:r>
              <a:rPr kumimoji="1" lang="en-US" altLang="zh-CN" sz="1800">
                <a:latin typeface="Times New Roman" panose="02020603050405020304" pitchFamily="18" charset="0"/>
                <a:ea typeface="宋体" panose="02010600030101010101" pitchFamily="2" charset="-122"/>
              </a:rPr>
              <a:t>             {Concat();GetChar();}</a:t>
            </a:r>
          </a:p>
          <a:p>
            <a:pPr marL="627063" indent="-627063" eaLnBrk="1" hangingPunct="1">
              <a:lnSpc>
                <a:spcPct val="80000"/>
              </a:lnSpc>
              <a:buFont typeface="Wingdings" pitchFamily="2" charset="2"/>
              <a:buNone/>
            </a:pPr>
            <a:r>
              <a:rPr kumimoji="1" lang="en-US" altLang="zh-CN" sz="1800">
                <a:latin typeface="Times New Roman" panose="02020603050405020304" pitchFamily="18" charset="0"/>
                <a:ea typeface="宋体" panose="02010600030101010101" pitchFamily="2" charset="-122"/>
              </a:rPr>
              <a:t>      Retract();</a:t>
            </a:r>
          </a:p>
          <a:p>
            <a:pPr marL="627063" indent="-627063" eaLnBrk="1" hangingPunct="1">
              <a:lnSpc>
                <a:spcPct val="80000"/>
              </a:lnSpc>
              <a:buFont typeface="Wingdings" pitchFamily="2" charset="2"/>
              <a:buNone/>
            </a:pPr>
            <a:r>
              <a:rPr kumimoji="1" lang="en-US" altLang="zh-CN" sz="1800">
                <a:latin typeface="Times New Roman" panose="02020603050405020304" pitchFamily="18" charset="0"/>
                <a:ea typeface="宋体" panose="02010600030101010101" pitchFamily="2" charset="-122"/>
              </a:rPr>
              <a:t>      code=Reserve();</a:t>
            </a:r>
          </a:p>
          <a:p>
            <a:pPr marL="627063" indent="-627063" eaLnBrk="1" hangingPunct="1">
              <a:lnSpc>
                <a:spcPct val="80000"/>
              </a:lnSpc>
              <a:buFont typeface="Wingdings" pitchFamily="2" charset="2"/>
              <a:buNone/>
            </a:pPr>
            <a:r>
              <a:rPr kumimoji="1" lang="en-US" altLang="zh-CN" sz="1800">
                <a:latin typeface="Times New Roman" panose="02020603050405020304" pitchFamily="18" charset="0"/>
                <a:ea typeface="宋体" panose="02010600030101010101" pitchFamily="2" charset="-122"/>
              </a:rPr>
              <a:t>     if(code==0)</a:t>
            </a:r>
          </a:p>
          <a:p>
            <a:pPr marL="627063" indent="-627063" eaLnBrk="1" hangingPunct="1">
              <a:lnSpc>
                <a:spcPct val="80000"/>
              </a:lnSpc>
              <a:buFont typeface="Wingdings" pitchFamily="2" charset="2"/>
              <a:buNone/>
            </a:pPr>
            <a:r>
              <a:rPr kumimoji="1" lang="en-US" altLang="zh-CN" sz="1800">
                <a:latin typeface="Times New Roman" panose="02020603050405020304" pitchFamily="18" charset="0"/>
                <a:ea typeface="宋体" panose="02010600030101010101" pitchFamily="2" charset="-122"/>
              </a:rPr>
              <a:t>        { value=InsertId(strToken);       	       return($ID,value);}</a:t>
            </a:r>
          </a:p>
          <a:p>
            <a:pPr marL="627063" indent="-627063" eaLnBrk="1" hangingPunct="1">
              <a:lnSpc>
                <a:spcPct val="80000"/>
              </a:lnSpc>
              <a:buFont typeface="Wingdings" pitchFamily="2" charset="2"/>
              <a:buNone/>
            </a:pPr>
            <a:r>
              <a:rPr kumimoji="1" lang="en-US" altLang="zh-CN" sz="1800">
                <a:latin typeface="Times New Roman" panose="02020603050405020304" pitchFamily="18" charset="0"/>
                <a:ea typeface="宋体" panose="02010600030101010101" pitchFamily="2" charset="-122"/>
              </a:rPr>
              <a:t>      else return(code,-);}</a:t>
            </a:r>
          </a:p>
          <a:p>
            <a:pPr marL="627063" indent="-627063" eaLnBrk="1" hangingPunct="1">
              <a:lnSpc>
                <a:spcPct val="80000"/>
              </a:lnSpc>
              <a:buFont typeface="Wingdings" pitchFamily="2" charset="2"/>
              <a:buNone/>
            </a:pPr>
            <a:r>
              <a:rPr kumimoji="1" lang="en-US" altLang="zh-CN" sz="1800">
                <a:latin typeface="Times New Roman" panose="02020603050405020304" pitchFamily="18" charset="0"/>
                <a:ea typeface="宋体" panose="02010600030101010101" pitchFamily="2" charset="-122"/>
              </a:rPr>
              <a:t>else if(IsDigit())</a:t>
            </a:r>
          </a:p>
          <a:p>
            <a:pPr marL="627063" indent="-627063" eaLnBrk="1" hangingPunct="1">
              <a:lnSpc>
                <a:spcPct val="80000"/>
              </a:lnSpc>
              <a:buFont typeface="Wingdings" pitchFamily="2" charset="2"/>
              <a:buNone/>
            </a:pPr>
            <a:r>
              <a:rPr kumimoji="1" lang="en-US" altLang="zh-CN" sz="1800">
                <a:latin typeface="Times New Roman" panose="02020603050405020304" pitchFamily="18" charset="0"/>
                <a:ea typeface="宋体" panose="02010600030101010101" pitchFamily="2" charset="-122"/>
              </a:rPr>
              <a:t>      { while(IsDigit()) {Concat(); GetChar();}</a:t>
            </a:r>
          </a:p>
          <a:p>
            <a:pPr marL="627063" indent="-627063" eaLnBrk="1" hangingPunct="1">
              <a:lnSpc>
                <a:spcPct val="80000"/>
              </a:lnSpc>
              <a:buFont typeface="Wingdings" pitchFamily="2" charset="2"/>
              <a:buNone/>
            </a:pPr>
            <a:r>
              <a:rPr kumimoji="1" lang="en-US" altLang="zh-CN" sz="1800">
                <a:latin typeface="Times New Roman" panose="02020603050405020304" pitchFamily="18" charset="0"/>
                <a:ea typeface="宋体" panose="02010600030101010101" pitchFamily="2" charset="-122"/>
              </a:rPr>
              <a:t>       Retract();</a:t>
            </a:r>
          </a:p>
          <a:p>
            <a:pPr marL="627063" indent="-627063" eaLnBrk="1" hangingPunct="1">
              <a:lnSpc>
                <a:spcPct val="80000"/>
              </a:lnSpc>
              <a:buFont typeface="Wingdings" pitchFamily="2" charset="2"/>
              <a:buNone/>
            </a:pPr>
            <a:r>
              <a:rPr kumimoji="1" lang="en-US" altLang="zh-CN" sz="1800">
                <a:latin typeface="Times New Roman" panose="02020603050405020304" pitchFamily="18" charset="0"/>
                <a:ea typeface="宋体" panose="02010600030101010101" pitchFamily="2" charset="-122"/>
              </a:rPr>
              <a:t>       value=InsertConst(strToken);</a:t>
            </a:r>
          </a:p>
          <a:p>
            <a:pPr marL="627063" indent="-627063" eaLnBrk="1" hangingPunct="1">
              <a:lnSpc>
                <a:spcPct val="80000"/>
              </a:lnSpc>
              <a:buFont typeface="Wingdings" pitchFamily="2" charset="2"/>
              <a:buNone/>
            </a:pPr>
            <a:r>
              <a:rPr kumimoji="1" lang="en-US" altLang="zh-CN" sz="1800">
                <a:latin typeface="Times New Roman" panose="02020603050405020304" pitchFamily="18" charset="0"/>
                <a:ea typeface="宋体" panose="02010600030101010101" pitchFamily="2" charset="-122"/>
              </a:rPr>
              <a:t>       return($INT,value);}</a:t>
            </a:r>
          </a:p>
          <a:p>
            <a:pPr marL="627063" indent="-627063" eaLnBrk="1" hangingPunct="1">
              <a:lnSpc>
                <a:spcPct val="80000"/>
              </a:lnSpc>
            </a:pPr>
            <a:endParaRPr lang="en-US" altLang="zh-CN" sz="1800">
              <a:latin typeface="Times New Roman" panose="02020603050405020304" pitchFamily="18" charset="0"/>
              <a:ea typeface="宋体" panose="02010600030101010101" pitchFamily="2" charset="-122"/>
            </a:endParaRPr>
          </a:p>
        </p:txBody>
      </p:sp>
      <p:sp>
        <p:nvSpPr>
          <p:cNvPr id="669700" name="Rectangle 4">
            <a:extLst>
              <a:ext uri="{FF2B5EF4-FFF2-40B4-BE49-F238E27FC236}">
                <a16:creationId xmlns:a16="http://schemas.microsoft.com/office/drawing/2014/main" id="{FBDEE586-387A-4739-EDCF-FC254EFBB416}"/>
              </a:ext>
            </a:extLst>
          </p:cNvPr>
          <p:cNvSpPr>
            <a:spLocks noChangeArrowheads="1"/>
          </p:cNvSpPr>
          <p:nvPr/>
        </p:nvSpPr>
        <p:spPr bwMode="auto">
          <a:xfrm>
            <a:off x="4718050" y="1774825"/>
            <a:ext cx="4246563" cy="439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lnSpc>
                <a:spcPct val="110000"/>
              </a:lnSpc>
              <a:buFont typeface="Wingdings" pitchFamily="2" charset="2"/>
              <a:buNone/>
            </a:pPr>
            <a:r>
              <a:rPr kumimoji="1" lang="en-US" altLang="zh-CN" sz="1800">
                <a:latin typeface="Times New Roman" panose="02020603050405020304" pitchFamily="18" charset="0"/>
                <a:ea typeface="宋体" panose="02010600030101010101" pitchFamily="2" charset="-122"/>
              </a:rPr>
              <a:t>else if (ch==‘=‘) return($ASSIGN,-);</a:t>
            </a:r>
          </a:p>
          <a:p>
            <a:pPr eaLnBrk="1" hangingPunct="1">
              <a:lnSpc>
                <a:spcPct val="110000"/>
              </a:lnSpc>
              <a:buFont typeface="Wingdings" pitchFamily="2" charset="2"/>
              <a:buNone/>
            </a:pPr>
            <a:r>
              <a:rPr kumimoji="1" lang="en-US" altLang="zh-CN" sz="1800">
                <a:latin typeface="Times New Roman" panose="02020603050405020304" pitchFamily="18" charset="0"/>
                <a:ea typeface="宋体" panose="02010600030101010101" pitchFamily="2" charset="-122"/>
              </a:rPr>
              <a:t>else if (ch==‘+‘) return($PLUS,-);</a:t>
            </a:r>
          </a:p>
          <a:p>
            <a:pPr eaLnBrk="1" hangingPunct="1">
              <a:lnSpc>
                <a:spcPct val="110000"/>
              </a:lnSpc>
              <a:buFont typeface="Wingdings" pitchFamily="2" charset="2"/>
              <a:buNone/>
            </a:pPr>
            <a:r>
              <a:rPr kumimoji="1" lang="en-US" altLang="zh-CN" sz="1800">
                <a:latin typeface="Times New Roman" panose="02020603050405020304" pitchFamily="18" charset="0"/>
                <a:ea typeface="宋体" panose="02010600030101010101" pitchFamily="2" charset="-122"/>
              </a:rPr>
              <a:t>else if(ch==“*”) </a:t>
            </a:r>
          </a:p>
          <a:p>
            <a:pPr eaLnBrk="1" hangingPunct="1">
              <a:lnSpc>
                <a:spcPct val="110000"/>
              </a:lnSpc>
              <a:buFont typeface="Wingdings" pitchFamily="2" charset="2"/>
              <a:buNone/>
            </a:pPr>
            <a:r>
              <a:rPr kumimoji="1" lang="en-US" altLang="zh-CN" sz="1800">
                <a:latin typeface="Times New Roman" panose="02020603050405020304" pitchFamily="18" charset="0"/>
                <a:ea typeface="宋体" panose="02010600030101010101" pitchFamily="2" charset="-122"/>
              </a:rPr>
              <a:t>        { Getchar();</a:t>
            </a:r>
          </a:p>
          <a:p>
            <a:pPr eaLnBrk="1" hangingPunct="1">
              <a:lnSpc>
                <a:spcPct val="110000"/>
              </a:lnSpc>
              <a:buFont typeface="Wingdings" pitchFamily="2" charset="2"/>
              <a:buNone/>
            </a:pPr>
            <a:r>
              <a:rPr kumimoji="1" lang="en-US" altLang="zh-CN" sz="1800">
                <a:latin typeface="Times New Roman" panose="02020603050405020304" pitchFamily="18" charset="0"/>
                <a:ea typeface="宋体" panose="02010600030101010101" pitchFamily="2" charset="-122"/>
              </a:rPr>
              <a:t>           if(ch==‘*’) </a:t>
            </a:r>
          </a:p>
          <a:p>
            <a:pPr eaLnBrk="1" hangingPunct="1">
              <a:lnSpc>
                <a:spcPct val="110000"/>
              </a:lnSpc>
              <a:buFont typeface="Wingdings" pitchFamily="2" charset="2"/>
              <a:buNone/>
            </a:pPr>
            <a:r>
              <a:rPr kumimoji="1" lang="en-US" altLang="zh-CN" sz="1800">
                <a:latin typeface="Times New Roman" panose="02020603050405020304" pitchFamily="18" charset="0"/>
                <a:ea typeface="宋体" panose="02010600030101010101" pitchFamily="2" charset="-122"/>
              </a:rPr>
              <a:t>                return($POWER,-);</a:t>
            </a:r>
          </a:p>
          <a:p>
            <a:pPr eaLnBrk="1" hangingPunct="1">
              <a:lnSpc>
                <a:spcPct val="110000"/>
              </a:lnSpc>
              <a:buFont typeface="Wingdings" pitchFamily="2" charset="2"/>
              <a:buNone/>
            </a:pPr>
            <a:r>
              <a:rPr kumimoji="1" lang="en-US" altLang="zh-CN" sz="1800">
                <a:latin typeface="Times New Roman" panose="02020603050405020304" pitchFamily="18" charset="0"/>
                <a:ea typeface="宋体" panose="02010600030101010101" pitchFamily="2" charset="-122"/>
              </a:rPr>
              <a:t>           Retract();return($STAR,-);}</a:t>
            </a:r>
          </a:p>
          <a:p>
            <a:pPr eaLnBrk="1" hangingPunct="1">
              <a:lnSpc>
                <a:spcPct val="110000"/>
              </a:lnSpc>
              <a:buFont typeface="Wingdings" pitchFamily="2" charset="2"/>
              <a:buNone/>
            </a:pPr>
            <a:r>
              <a:rPr kumimoji="1" lang="en-US" altLang="zh-CN" sz="1800">
                <a:latin typeface="Times New Roman" panose="02020603050405020304" pitchFamily="18" charset="0"/>
                <a:ea typeface="宋体" panose="02010600030101010101" pitchFamily="2" charset="-122"/>
              </a:rPr>
              <a:t>else if(ch==‘:’) return($SEMICOLON,-);</a:t>
            </a:r>
          </a:p>
          <a:p>
            <a:pPr eaLnBrk="1" hangingPunct="1">
              <a:lnSpc>
                <a:spcPct val="110000"/>
              </a:lnSpc>
              <a:buFont typeface="Wingdings" pitchFamily="2" charset="2"/>
              <a:buNone/>
            </a:pPr>
            <a:r>
              <a:rPr kumimoji="1" lang="en-US" altLang="zh-CN" sz="1800">
                <a:latin typeface="Times New Roman" panose="02020603050405020304" pitchFamily="18" charset="0"/>
                <a:ea typeface="宋体" panose="02010600030101010101" pitchFamily="2" charset="-122"/>
              </a:rPr>
              <a:t>else if(ch==‘(’) return($LPAR,-);</a:t>
            </a:r>
          </a:p>
          <a:p>
            <a:pPr eaLnBrk="1" hangingPunct="1">
              <a:lnSpc>
                <a:spcPct val="110000"/>
              </a:lnSpc>
              <a:buFont typeface="Wingdings" pitchFamily="2" charset="2"/>
              <a:buNone/>
            </a:pPr>
            <a:r>
              <a:rPr kumimoji="1" lang="en-US" altLang="zh-CN" sz="1800">
                <a:latin typeface="Times New Roman" panose="02020603050405020304" pitchFamily="18" charset="0"/>
                <a:ea typeface="宋体" panose="02010600030101010101" pitchFamily="2" charset="-122"/>
              </a:rPr>
              <a:t>else if(ch==‘)’) return($RPAR,-);</a:t>
            </a:r>
          </a:p>
          <a:p>
            <a:pPr eaLnBrk="1" hangingPunct="1">
              <a:lnSpc>
                <a:spcPct val="110000"/>
              </a:lnSpc>
              <a:buFont typeface="Wingdings" pitchFamily="2" charset="2"/>
              <a:buNone/>
            </a:pPr>
            <a:r>
              <a:rPr kumimoji="1" lang="en-US" altLang="zh-CN" sz="1800">
                <a:latin typeface="Times New Roman" panose="02020603050405020304" pitchFamily="18" charset="0"/>
                <a:ea typeface="宋体" panose="02010600030101010101" pitchFamily="2" charset="-122"/>
              </a:rPr>
              <a:t>else if(ch==‘{’) return($LBRACE,-);</a:t>
            </a:r>
          </a:p>
          <a:p>
            <a:pPr eaLnBrk="1" hangingPunct="1">
              <a:lnSpc>
                <a:spcPct val="110000"/>
              </a:lnSpc>
              <a:buFont typeface="Wingdings" pitchFamily="2" charset="2"/>
              <a:buNone/>
            </a:pPr>
            <a:r>
              <a:rPr kumimoji="1" lang="en-US" altLang="zh-CN" sz="1800">
                <a:latin typeface="Times New Roman" panose="02020603050405020304" pitchFamily="18" charset="0"/>
                <a:ea typeface="宋体" panose="02010600030101010101" pitchFamily="2" charset="-122"/>
              </a:rPr>
              <a:t>else if(ch==‘}’) return($RBRACE,-);</a:t>
            </a:r>
          </a:p>
          <a:p>
            <a:pPr eaLnBrk="1" hangingPunct="1">
              <a:lnSpc>
                <a:spcPct val="110000"/>
              </a:lnSpc>
              <a:buFont typeface="Wingdings" pitchFamily="2" charset="2"/>
              <a:buNone/>
            </a:pPr>
            <a:r>
              <a:rPr kumimoji="1" lang="en-US" altLang="zh-CN" sz="1800">
                <a:latin typeface="Times New Roman" panose="02020603050405020304" pitchFamily="18" charset="0"/>
                <a:ea typeface="宋体" panose="02010600030101010101" pitchFamily="2" charset="-122"/>
              </a:rPr>
              <a:t>else ProcError();	</a:t>
            </a:r>
            <a:endParaRPr lang="en-US" altLang="zh-CN" sz="1800">
              <a:latin typeface="Times New Roman" panose="02020603050405020304" pitchFamily="18" charset="0"/>
              <a:ea typeface="宋体" panose="02010600030101010101" pitchFamily="2" charset="-122"/>
            </a:endParaRPr>
          </a:p>
        </p:txBody>
      </p:sp>
      <p:sp>
        <p:nvSpPr>
          <p:cNvPr id="35844" name="Rectangle 5">
            <a:extLst>
              <a:ext uri="{FF2B5EF4-FFF2-40B4-BE49-F238E27FC236}">
                <a16:creationId xmlns:a16="http://schemas.microsoft.com/office/drawing/2014/main" id="{5DF9C658-F9CB-44BD-0ABB-18B584A4BBC3}"/>
              </a:ext>
            </a:extLst>
          </p:cNvPr>
          <p:cNvSpPr>
            <a:spLocks noGrp="1" noChangeArrowheads="1"/>
          </p:cNvSpPr>
          <p:nvPr>
            <p:ph type="title"/>
          </p:nvPr>
        </p:nvSpPr>
        <p:spPr/>
        <p:txBody>
          <a:bodyPr/>
          <a:lstStyle/>
          <a:p>
            <a:pPr eaLnBrk="1" hangingPunct="1"/>
            <a:r>
              <a:rPr lang="zh-CN" altLang="en-US"/>
              <a:t>扫描器总控程序</a:t>
            </a:r>
          </a:p>
        </p:txBody>
      </p:sp>
      <p:sp>
        <p:nvSpPr>
          <p:cNvPr id="35845" name="Line 6">
            <a:extLst>
              <a:ext uri="{FF2B5EF4-FFF2-40B4-BE49-F238E27FC236}">
                <a16:creationId xmlns:a16="http://schemas.microsoft.com/office/drawing/2014/main" id="{20C9155C-334E-5A50-9691-ECC2AEFF40B3}"/>
              </a:ext>
            </a:extLst>
          </p:cNvPr>
          <p:cNvSpPr>
            <a:spLocks noChangeShapeType="1"/>
          </p:cNvSpPr>
          <p:nvPr/>
        </p:nvSpPr>
        <p:spPr bwMode="auto">
          <a:xfrm flipV="1">
            <a:off x="4643438" y="1557338"/>
            <a:ext cx="0" cy="51117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46" name="灯片编号占位符 5">
            <a:extLst>
              <a:ext uri="{FF2B5EF4-FFF2-40B4-BE49-F238E27FC236}">
                <a16:creationId xmlns:a16="http://schemas.microsoft.com/office/drawing/2014/main" id="{9C97812A-27A8-DCA6-FD2A-8D055D35CF9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E869CEA2-16FD-2048-8AA7-42375071F725}"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27</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669699">
                                            <p:txEl>
                                              <p:pRg st="0" end="0"/>
                                            </p:txEl>
                                          </p:spTgt>
                                        </p:tgtEl>
                                        <p:attrNameLst>
                                          <p:attrName>style.visibility</p:attrName>
                                        </p:attrNameLst>
                                      </p:cBhvr>
                                      <p:tavLst>
                                        <p:tav tm="0">
                                          <p:val>
                                            <p:strVal val="hidden"/>
                                          </p:val>
                                        </p:tav>
                                        <p:tav tm="50000">
                                          <p:val>
                                            <p:strVal val="visible"/>
                                          </p:val>
                                        </p:tav>
                                      </p:tavLst>
                                    </p:anim>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emph" presetSubtype="0" fill="hold" nodeType="clickEffect">
                                  <p:stCondLst>
                                    <p:cond delay="0"/>
                                  </p:stCondLst>
                                  <p:childTnLst>
                                    <p:anim calcmode="discrete" valueType="str">
                                      <p:cBhvr>
                                        <p:cTn id="10" dur="1000" fill="hold"/>
                                        <p:tgtEl>
                                          <p:spTgt spid="669699">
                                            <p:txEl>
                                              <p:pRg st="1" end="1"/>
                                            </p:txEl>
                                          </p:spTgt>
                                        </p:tgtEl>
                                        <p:attrNameLst>
                                          <p:attrName>style.visibility</p:attrName>
                                        </p:attrNameLst>
                                      </p:cBhvr>
                                      <p:tavLst>
                                        <p:tav tm="0">
                                          <p:val>
                                            <p:strVal val="hidden"/>
                                          </p:val>
                                        </p:tav>
                                        <p:tav tm="50000">
                                          <p:val>
                                            <p:strVal val="visible"/>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5" presetClass="emph" presetSubtype="0" fill="hold" nodeType="clickEffect">
                                  <p:stCondLst>
                                    <p:cond delay="0"/>
                                  </p:stCondLst>
                                  <p:childTnLst>
                                    <p:anim calcmode="discrete" valueType="str">
                                      <p:cBhvr>
                                        <p:cTn id="14" dur="1000" fill="hold"/>
                                        <p:tgtEl>
                                          <p:spTgt spid="669699">
                                            <p:txEl>
                                              <p:pRg st="2" end="2"/>
                                            </p:txEl>
                                          </p:spTgt>
                                        </p:tgtEl>
                                        <p:attrNameLst>
                                          <p:attrName>style.visibility</p:attrName>
                                        </p:attrNameLst>
                                      </p:cBhvr>
                                      <p:tavLst>
                                        <p:tav tm="0">
                                          <p:val>
                                            <p:strVal val="hidden"/>
                                          </p:val>
                                        </p:tav>
                                        <p:tav tm="50000">
                                          <p:val>
                                            <p:strVal val="visible"/>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5" presetClass="emph" presetSubtype="0" fill="hold" nodeType="clickEffect">
                                  <p:stCondLst>
                                    <p:cond delay="0"/>
                                  </p:stCondLst>
                                  <p:childTnLst>
                                    <p:anim calcmode="discrete" valueType="str">
                                      <p:cBhvr>
                                        <p:cTn id="18" dur="1000" fill="hold"/>
                                        <p:tgtEl>
                                          <p:spTgt spid="669699">
                                            <p:txEl>
                                              <p:pRg st="3" end="3"/>
                                            </p:txEl>
                                          </p:spTgt>
                                        </p:tgtEl>
                                        <p:attrNameLst>
                                          <p:attrName>style.visibility</p:attrName>
                                        </p:attrNameLst>
                                      </p:cBhvr>
                                      <p:tavLst>
                                        <p:tav tm="0">
                                          <p:val>
                                            <p:strVal val="hidden"/>
                                          </p:val>
                                        </p:tav>
                                        <p:tav tm="50000">
                                          <p:val>
                                            <p:strVal val="visible"/>
                                          </p:val>
                                        </p:tav>
                                      </p:tavLst>
                                    </p:anim>
                                  </p:childTnLst>
                                </p:cTn>
                              </p:par>
                              <p:par>
                                <p:cTn id="19" presetID="35" presetClass="emph" presetSubtype="0" fill="hold" nodeType="withEffect">
                                  <p:stCondLst>
                                    <p:cond delay="0"/>
                                  </p:stCondLst>
                                  <p:childTnLst>
                                    <p:anim calcmode="discrete" valueType="str">
                                      <p:cBhvr>
                                        <p:cTn id="20" dur="1000" fill="hold"/>
                                        <p:tgtEl>
                                          <p:spTgt spid="669699">
                                            <p:txEl>
                                              <p:pRg st="4" end="4"/>
                                            </p:txEl>
                                          </p:spTgt>
                                        </p:tgtEl>
                                        <p:attrNameLst>
                                          <p:attrName>style.visibility</p:attrName>
                                        </p:attrNameLst>
                                      </p:cBhvr>
                                      <p:tavLst>
                                        <p:tav tm="0">
                                          <p:val>
                                            <p:strVal val="hidden"/>
                                          </p:val>
                                        </p:tav>
                                        <p:tav tm="50000">
                                          <p:val>
                                            <p:strVal val="visible"/>
                                          </p:val>
                                        </p:tav>
                                      </p:tavLst>
                                    </p:anim>
                                  </p:childTnLst>
                                </p:cTn>
                              </p:par>
                              <p:par>
                                <p:cTn id="21" presetID="35" presetClass="emph" presetSubtype="0" fill="hold" nodeType="withEffect">
                                  <p:stCondLst>
                                    <p:cond delay="0"/>
                                  </p:stCondLst>
                                  <p:childTnLst>
                                    <p:anim calcmode="discrete" valueType="str">
                                      <p:cBhvr>
                                        <p:cTn id="22" dur="1000" fill="hold"/>
                                        <p:tgtEl>
                                          <p:spTgt spid="669699">
                                            <p:txEl>
                                              <p:pRg st="5" end="5"/>
                                            </p:txEl>
                                          </p:spTgt>
                                        </p:tgtEl>
                                        <p:attrNameLst>
                                          <p:attrName>style.visibility</p:attrName>
                                        </p:attrNameLst>
                                      </p:cBhvr>
                                      <p:tavLst>
                                        <p:tav tm="0">
                                          <p:val>
                                            <p:strVal val="hidden"/>
                                          </p:val>
                                        </p:tav>
                                        <p:tav tm="50000">
                                          <p:val>
                                            <p:strVal val="visible"/>
                                          </p:val>
                                        </p:tav>
                                      </p:tavLst>
                                    </p:anim>
                                  </p:childTnLst>
                                </p:cTn>
                              </p:par>
                              <p:par>
                                <p:cTn id="23" presetID="35" presetClass="emph" presetSubtype="0" fill="hold" nodeType="withEffect">
                                  <p:stCondLst>
                                    <p:cond delay="0"/>
                                  </p:stCondLst>
                                  <p:childTnLst>
                                    <p:anim calcmode="discrete" valueType="str">
                                      <p:cBhvr>
                                        <p:cTn id="24" dur="1000" fill="hold"/>
                                        <p:tgtEl>
                                          <p:spTgt spid="669699">
                                            <p:txEl>
                                              <p:pRg st="6" end="6"/>
                                            </p:txEl>
                                          </p:spTgt>
                                        </p:tgtEl>
                                        <p:attrNameLst>
                                          <p:attrName>style.visibility</p:attrName>
                                        </p:attrNameLst>
                                      </p:cBhvr>
                                      <p:tavLst>
                                        <p:tav tm="0">
                                          <p:val>
                                            <p:strVal val="hidden"/>
                                          </p:val>
                                        </p:tav>
                                        <p:tav tm="50000">
                                          <p:val>
                                            <p:strVal val="visible"/>
                                          </p:val>
                                        </p:tav>
                                      </p:tavLst>
                                    </p:anim>
                                  </p:childTnLst>
                                </p:cTn>
                              </p:par>
                              <p:par>
                                <p:cTn id="25" presetID="35" presetClass="emph" presetSubtype="0" fill="hold" nodeType="withEffect">
                                  <p:stCondLst>
                                    <p:cond delay="0"/>
                                  </p:stCondLst>
                                  <p:childTnLst>
                                    <p:anim calcmode="discrete" valueType="str">
                                      <p:cBhvr>
                                        <p:cTn id="26" dur="1000" fill="hold"/>
                                        <p:tgtEl>
                                          <p:spTgt spid="669699">
                                            <p:txEl>
                                              <p:pRg st="7" end="7"/>
                                            </p:txEl>
                                          </p:spTgt>
                                        </p:tgtEl>
                                        <p:attrNameLst>
                                          <p:attrName>style.visibility</p:attrName>
                                        </p:attrNameLst>
                                      </p:cBhvr>
                                      <p:tavLst>
                                        <p:tav tm="0">
                                          <p:val>
                                            <p:strVal val="hidden"/>
                                          </p:val>
                                        </p:tav>
                                        <p:tav tm="50000">
                                          <p:val>
                                            <p:strVal val="visible"/>
                                          </p:val>
                                        </p:tav>
                                      </p:tavLst>
                                    </p:anim>
                                  </p:childTnLst>
                                </p:cTn>
                              </p:par>
                              <p:par>
                                <p:cTn id="27" presetID="35" presetClass="emph" presetSubtype="0" fill="hold" nodeType="withEffect">
                                  <p:stCondLst>
                                    <p:cond delay="0"/>
                                  </p:stCondLst>
                                  <p:childTnLst>
                                    <p:anim calcmode="discrete" valueType="str">
                                      <p:cBhvr>
                                        <p:cTn id="28" dur="1000" fill="hold"/>
                                        <p:tgtEl>
                                          <p:spTgt spid="669699">
                                            <p:txEl>
                                              <p:pRg st="8" end="8"/>
                                            </p:txEl>
                                          </p:spTgt>
                                        </p:tgtEl>
                                        <p:attrNameLst>
                                          <p:attrName>style.visibility</p:attrName>
                                        </p:attrNameLst>
                                      </p:cBhvr>
                                      <p:tavLst>
                                        <p:tav tm="0">
                                          <p:val>
                                            <p:strVal val="hidden"/>
                                          </p:val>
                                        </p:tav>
                                        <p:tav tm="50000">
                                          <p:val>
                                            <p:strVal val="visible"/>
                                          </p:val>
                                        </p:tav>
                                      </p:tavLst>
                                    </p:anim>
                                  </p:childTnLst>
                                </p:cTn>
                              </p:par>
                              <p:par>
                                <p:cTn id="29" presetID="35" presetClass="emph" presetSubtype="0" fill="hold" nodeType="withEffect">
                                  <p:stCondLst>
                                    <p:cond delay="0"/>
                                  </p:stCondLst>
                                  <p:childTnLst>
                                    <p:anim calcmode="discrete" valueType="str">
                                      <p:cBhvr>
                                        <p:cTn id="30" dur="1000" fill="hold"/>
                                        <p:tgtEl>
                                          <p:spTgt spid="669699">
                                            <p:txEl>
                                              <p:pRg st="9" end="9"/>
                                            </p:txEl>
                                          </p:spTgt>
                                        </p:tgtEl>
                                        <p:attrNameLst>
                                          <p:attrName>style.visibility</p:attrName>
                                        </p:attrNameLst>
                                      </p:cBhvr>
                                      <p:tavLst>
                                        <p:tav tm="0">
                                          <p:val>
                                            <p:strVal val="hidden"/>
                                          </p:val>
                                        </p:tav>
                                        <p:tav tm="50000">
                                          <p:val>
                                            <p:strVal val="visible"/>
                                          </p:val>
                                        </p:tav>
                                      </p:tavLst>
                                    </p:anim>
                                  </p:childTnLst>
                                </p:cTn>
                              </p:par>
                              <p:par>
                                <p:cTn id="31" presetID="35" presetClass="emph" presetSubtype="0" fill="hold" nodeType="withEffect">
                                  <p:stCondLst>
                                    <p:cond delay="0"/>
                                  </p:stCondLst>
                                  <p:childTnLst>
                                    <p:anim calcmode="discrete" valueType="str">
                                      <p:cBhvr>
                                        <p:cTn id="32" dur="1000" fill="hold"/>
                                        <p:tgtEl>
                                          <p:spTgt spid="669699">
                                            <p:txEl>
                                              <p:pRg st="10" end="10"/>
                                            </p:txEl>
                                          </p:spTgt>
                                        </p:tgtEl>
                                        <p:attrNameLst>
                                          <p:attrName>style.visibility</p:attrName>
                                        </p:attrNameLst>
                                      </p:cBhvr>
                                      <p:tavLst>
                                        <p:tav tm="0">
                                          <p:val>
                                            <p:strVal val="hidden"/>
                                          </p:val>
                                        </p:tav>
                                        <p:tav tm="50000">
                                          <p:val>
                                            <p:strVal val="visible"/>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35" presetClass="emph" presetSubtype="0" fill="hold" nodeType="clickEffect">
                                  <p:stCondLst>
                                    <p:cond delay="0"/>
                                  </p:stCondLst>
                                  <p:childTnLst>
                                    <p:anim calcmode="discrete" valueType="str">
                                      <p:cBhvr>
                                        <p:cTn id="36" dur="1000" fill="hold"/>
                                        <p:tgtEl>
                                          <p:spTgt spid="669699">
                                            <p:txEl>
                                              <p:pRg st="11" end="11"/>
                                            </p:txEl>
                                          </p:spTgt>
                                        </p:tgtEl>
                                        <p:attrNameLst>
                                          <p:attrName>style.visibility</p:attrName>
                                        </p:attrNameLst>
                                      </p:cBhvr>
                                      <p:tavLst>
                                        <p:tav tm="0">
                                          <p:val>
                                            <p:strVal val="hidden"/>
                                          </p:val>
                                        </p:tav>
                                        <p:tav tm="50000">
                                          <p:val>
                                            <p:strVal val="visible"/>
                                          </p:val>
                                        </p:tav>
                                      </p:tavLst>
                                    </p:anim>
                                  </p:childTnLst>
                                </p:cTn>
                              </p:par>
                              <p:par>
                                <p:cTn id="37" presetID="35" presetClass="emph" presetSubtype="0" fill="hold" nodeType="withEffect">
                                  <p:stCondLst>
                                    <p:cond delay="0"/>
                                  </p:stCondLst>
                                  <p:childTnLst>
                                    <p:anim calcmode="discrete" valueType="str">
                                      <p:cBhvr>
                                        <p:cTn id="38" dur="1000" fill="hold"/>
                                        <p:tgtEl>
                                          <p:spTgt spid="669699">
                                            <p:txEl>
                                              <p:pRg st="12" end="12"/>
                                            </p:txEl>
                                          </p:spTgt>
                                        </p:tgtEl>
                                        <p:attrNameLst>
                                          <p:attrName>style.visibility</p:attrName>
                                        </p:attrNameLst>
                                      </p:cBhvr>
                                      <p:tavLst>
                                        <p:tav tm="0">
                                          <p:val>
                                            <p:strVal val="hidden"/>
                                          </p:val>
                                        </p:tav>
                                        <p:tav tm="50000">
                                          <p:val>
                                            <p:strVal val="visible"/>
                                          </p:val>
                                        </p:tav>
                                      </p:tavLst>
                                    </p:anim>
                                  </p:childTnLst>
                                </p:cTn>
                              </p:par>
                              <p:par>
                                <p:cTn id="39" presetID="35" presetClass="emph" presetSubtype="0" fill="hold" nodeType="withEffect">
                                  <p:stCondLst>
                                    <p:cond delay="0"/>
                                  </p:stCondLst>
                                  <p:childTnLst>
                                    <p:anim calcmode="discrete" valueType="str">
                                      <p:cBhvr>
                                        <p:cTn id="40" dur="1000" fill="hold"/>
                                        <p:tgtEl>
                                          <p:spTgt spid="669699">
                                            <p:txEl>
                                              <p:pRg st="13" end="13"/>
                                            </p:txEl>
                                          </p:spTgt>
                                        </p:tgtEl>
                                        <p:attrNameLst>
                                          <p:attrName>style.visibility</p:attrName>
                                        </p:attrNameLst>
                                      </p:cBhvr>
                                      <p:tavLst>
                                        <p:tav tm="0">
                                          <p:val>
                                            <p:strVal val="hidden"/>
                                          </p:val>
                                        </p:tav>
                                        <p:tav tm="50000">
                                          <p:val>
                                            <p:strVal val="visible"/>
                                          </p:val>
                                        </p:tav>
                                      </p:tavLst>
                                    </p:anim>
                                  </p:childTnLst>
                                </p:cTn>
                              </p:par>
                              <p:par>
                                <p:cTn id="41" presetID="35" presetClass="emph" presetSubtype="0" fill="hold" nodeType="withEffect">
                                  <p:stCondLst>
                                    <p:cond delay="0"/>
                                  </p:stCondLst>
                                  <p:childTnLst>
                                    <p:anim calcmode="discrete" valueType="str">
                                      <p:cBhvr>
                                        <p:cTn id="42" dur="1000" fill="hold"/>
                                        <p:tgtEl>
                                          <p:spTgt spid="669699">
                                            <p:txEl>
                                              <p:pRg st="14" end="14"/>
                                            </p:txEl>
                                          </p:spTgt>
                                        </p:tgtEl>
                                        <p:attrNameLst>
                                          <p:attrName>style.visibility</p:attrName>
                                        </p:attrNameLst>
                                      </p:cBhvr>
                                      <p:tavLst>
                                        <p:tav tm="0">
                                          <p:val>
                                            <p:strVal val="hidden"/>
                                          </p:val>
                                        </p:tav>
                                        <p:tav tm="50000">
                                          <p:val>
                                            <p:strVal val="visible"/>
                                          </p:val>
                                        </p:tav>
                                      </p:tavLst>
                                    </p:anim>
                                  </p:childTnLst>
                                </p:cTn>
                              </p:par>
                              <p:par>
                                <p:cTn id="43" presetID="35" presetClass="emph" presetSubtype="0" fill="hold" nodeType="withEffect">
                                  <p:stCondLst>
                                    <p:cond delay="0"/>
                                  </p:stCondLst>
                                  <p:childTnLst>
                                    <p:anim calcmode="discrete" valueType="str">
                                      <p:cBhvr>
                                        <p:cTn id="44" dur="1000" fill="hold"/>
                                        <p:tgtEl>
                                          <p:spTgt spid="669699">
                                            <p:txEl>
                                              <p:pRg st="15" end="15"/>
                                            </p:txEl>
                                          </p:spTgt>
                                        </p:tgtEl>
                                        <p:attrNameLst>
                                          <p:attrName>style.visibility</p:attrName>
                                        </p:attrNameLst>
                                      </p:cBhvr>
                                      <p:tavLst>
                                        <p:tav tm="0">
                                          <p:val>
                                            <p:strVal val="hidden"/>
                                          </p:val>
                                        </p:tav>
                                        <p:tav tm="50000">
                                          <p:val>
                                            <p:strVal val="visible"/>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35" presetClass="emph" presetSubtype="0" fill="hold" nodeType="clickEffect">
                                  <p:stCondLst>
                                    <p:cond delay="0"/>
                                  </p:stCondLst>
                                  <p:childTnLst>
                                    <p:anim calcmode="discrete" valueType="str">
                                      <p:cBhvr>
                                        <p:cTn id="48" dur="1000" fill="hold"/>
                                        <p:tgtEl>
                                          <p:spTgt spid="669700">
                                            <p:txEl>
                                              <p:pRg st="0" end="0"/>
                                            </p:txEl>
                                          </p:spTgt>
                                        </p:tgtEl>
                                        <p:attrNameLst>
                                          <p:attrName>style.visibility</p:attrName>
                                        </p:attrNameLst>
                                      </p:cBhvr>
                                      <p:tavLst>
                                        <p:tav tm="0">
                                          <p:val>
                                            <p:strVal val="hidden"/>
                                          </p:val>
                                        </p:tav>
                                        <p:tav tm="50000">
                                          <p:val>
                                            <p:strVal val="visible"/>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35" presetClass="emph" presetSubtype="0" fill="hold" nodeType="clickEffect">
                                  <p:stCondLst>
                                    <p:cond delay="0"/>
                                  </p:stCondLst>
                                  <p:childTnLst>
                                    <p:anim calcmode="discrete" valueType="str">
                                      <p:cBhvr>
                                        <p:cTn id="52" dur="1000" fill="hold"/>
                                        <p:tgtEl>
                                          <p:spTgt spid="669700">
                                            <p:txEl>
                                              <p:pRg st="1" end="1"/>
                                            </p:txEl>
                                          </p:spTgt>
                                        </p:tgtEl>
                                        <p:attrNameLst>
                                          <p:attrName>style.visibility</p:attrName>
                                        </p:attrNameLst>
                                      </p:cBhvr>
                                      <p:tavLst>
                                        <p:tav tm="0">
                                          <p:val>
                                            <p:strVal val="hidden"/>
                                          </p:val>
                                        </p:tav>
                                        <p:tav tm="50000">
                                          <p:val>
                                            <p:strVal val="visible"/>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35" presetClass="emph" presetSubtype="0" fill="hold" nodeType="clickEffect">
                                  <p:stCondLst>
                                    <p:cond delay="0"/>
                                  </p:stCondLst>
                                  <p:childTnLst>
                                    <p:anim calcmode="discrete" valueType="str">
                                      <p:cBhvr>
                                        <p:cTn id="56" dur="1000" fill="hold"/>
                                        <p:tgtEl>
                                          <p:spTgt spid="669700">
                                            <p:txEl>
                                              <p:pRg st="2" end="2"/>
                                            </p:txEl>
                                          </p:spTgt>
                                        </p:tgtEl>
                                        <p:attrNameLst>
                                          <p:attrName>style.visibility</p:attrName>
                                        </p:attrNameLst>
                                      </p:cBhvr>
                                      <p:tavLst>
                                        <p:tav tm="0">
                                          <p:val>
                                            <p:strVal val="hidden"/>
                                          </p:val>
                                        </p:tav>
                                        <p:tav tm="50000">
                                          <p:val>
                                            <p:strVal val="visible"/>
                                          </p:val>
                                        </p:tav>
                                      </p:tavLst>
                                    </p:anim>
                                  </p:childTnLst>
                                </p:cTn>
                              </p:par>
                              <p:par>
                                <p:cTn id="57" presetID="35" presetClass="emph" presetSubtype="0" fill="hold" nodeType="withEffect">
                                  <p:stCondLst>
                                    <p:cond delay="0"/>
                                  </p:stCondLst>
                                  <p:childTnLst>
                                    <p:anim calcmode="discrete" valueType="str">
                                      <p:cBhvr>
                                        <p:cTn id="58" dur="1000" fill="hold"/>
                                        <p:tgtEl>
                                          <p:spTgt spid="669700">
                                            <p:txEl>
                                              <p:pRg st="3" end="3"/>
                                            </p:txEl>
                                          </p:spTgt>
                                        </p:tgtEl>
                                        <p:attrNameLst>
                                          <p:attrName>style.visibility</p:attrName>
                                        </p:attrNameLst>
                                      </p:cBhvr>
                                      <p:tavLst>
                                        <p:tav tm="0">
                                          <p:val>
                                            <p:strVal val="hidden"/>
                                          </p:val>
                                        </p:tav>
                                        <p:tav tm="50000">
                                          <p:val>
                                            <p:strVal val="visible"/>
                                          </p:val>
                                        </p:tav>
                                      </p:tavLst>
                                    </p:anim>
                                  </p:childTnLst>
                                </p:cTn>
                              </p:par>
                              <p:par>
                                <p:cTn id="59" presetID="35" presetClass="emph" presetSubtype="0" fill="hold" nodeType="withEffect">
                                  <p:stCondLst>
                                    <p:cond delay="0"/>
                                  </p:stCondLst>
                                  <p:childTnLst>
                                    <p:anim calcmode="discrete" valueType="str">
                                      <p:cBhvr>
                                        <p:cTn id="60" dur="1000" fill="hold"/>
                                        <p:tgtEl>
                                          <p:spTgt spid="669700">
                                            <p:txEl>
                                              <p:pRg st="4" end="4"/>
                                            </p:txEl>
                                          </p:spTgt>
                                        </p:tgtEl>
                                        <p:attrNameLst>
                                          <p:attrName>style.visibility</p:attrName>
                                        </p:attrNameLst>
                                      </p:cBhvr>
                                      <p:tavLst>
                                        <p:tav tm="0">
                                          <p:val>
                                            <p:strVal val="hidden"/>
                                          </p:val>
                                        </p:tav>
                                        <p:tav tm="50000">
                                          <p:val>
                                            <p:strVal val="visible"/>
                                          </p:val>
                                        </p:tav>
                                      </p:tavLst>
                                    </p:anim>
                                  </p:childTnLst>
                                </p:cTn>
                              </p:par>
                              <p:par>
                                <p:cTn id="61" presetID="35" presetClass="emph" presetSubtype="0" fill="hold" nodeType="withEffect">
                                  <p:stCondLst>
                                    <p:cond delay="0"/>
                                  </p:stCondLst>
                                  <p:childTnLst>
                                    <p:anim calcmode="discrete" valueType="str">
                                      <p:cBhvr>
                                        <p:cTn id="62" dur="1000" fill="hold"/>
                                        <p:tgtEl>
                                          <p:spTgt spid="669700">
                                            <p:txEl>
                                              <p:pRg st="5" end="5"/>
                                            </p:txEl>
                                          </p:spTgt>
                                        </p:tgtEl>
                                        <p:attrNameLst>
                                          <p:attrName>style.visibility</p:attrName>
                                        </p:attrNameLst>
                                      </p:cBhvr>
                                      <p:tavLst>
                                        <p:tav tm="0">
                                          <p:val>
                                            <p:strVal val="hidden"/>
                                          </p:val>
                                        </p:tav>
                                        <p:tav tm="50000">
                                          <p:val>
                                            <p:strVal val="visible"/>
                                          </p:val>
                                        </p:tav>
                                      </p:tavLst>
                                    </p:anim>
                                  </p:childTnLst>
                                </p:cTn>
                              </p:par>
                              <p:par>
                                <p:cTn id="63" presetID="35" presetClass="emph" presetSubtype="0" fill="hold" nodeType="withEffect">
                                  <p:stCondLst>
                                    <p:cond delay="0"/>
                                  </p:stCondLst>
                                  <p:childTnLst>
                                    <p:anim calcmode="discrete" valueType="str">
                                      <p:cBhvr>
                                        <p:cTn id="64" dur="1000" fill="hold"/>
                                        <p:tgtEl>
                                          <p:spTgt spid="669700">
                                            <p:txEl>
                                              <p:pRg st="6" end="6"/>
                                            </p:txEl>
                                          </p:spTgt>
                                        </p:tgtEl>
                                        <p:attrNameLst>
                                          <p:attrName>style.visibility</p:attrName>
                                        </p:attrNameLst>
                                      </p:cBhvr>
                                      <p:tavLst>
                                        <p:tav tm="0">
                                          <p:val>
                                            <p:strVal val="hidden"/>
                                          </p:val>
                                        </p:tav>
                                        <p:tav tm="50000">
                                          <p:val>
                                            <p:strVal val="visible"/>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35" presetClass="emph" presetSubtype="0" fill="hold" nodeType="clickEffect">
                                  <p:stCondLst>
                                    <p:cond delay="0"/>
                                  </p:stCondLst>
                                  <p:childTnLst>
                                    <p:anim calcmode="discrete" valueType="str">
                                      <p:cBhvr>
                                        <p:cTn id="68" dur="1000" fill="hold"/>
                                        <p:tgtEl>
                                          <p:spTgt spid="669700">
                                            <p:txEl>
                                              <p:pRg st="7" end="7"/>
                                            </p:txEl>
                                          </p:spTgt>
                                        </p:tgtEl>
                                        <p:attrNameLst>
                                          <p:attrName>style.visibility</p:attrName>
                                        </p:attrNameLst>
                                      </p:cBhvr>
                                      <p:tavLst>
                                        <p:tav tm="0">
                                          <p:val>
                                            <p:strVal val="hidden"/>
                                          </p:val>
                                        </p:tav>
                                        <p:tav tm="50000">
                                          <p:val>
                                            <p:strVal val="visible"/>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35" presetClass="emph" presetSubtype="0" fill="hold" nodeType="clickEffect">
                                  <p:stCondLst>
                                    <p:cond delay="0"/>
                                  </p:stCondLst>
                                  <p:childTnLst>
                                    <p:anim calcmode="discrete" valueType="str">
                                      <p:cBhvr>
                                        <p:cTn id="72" dur="1000" fill="hold"/>
                                        <p:tgtEl>
                                          <p:spTgt spid="669700">
                                            <p:txEl>
                                              <p:pRg st="8" end="8"/>
                                            </p:txEl>
                                          </p:spTgt>
                                        </p:tgtEl>
                                        <p:attrNameLst>
                                          <p:attrName>style.visibility</p:attrName>
                                        </p:attrNameLst>
                                      </p:cBhvr>
                                      <p:tavLst>
                                        <p:tav tm="0">
                                          <p:val>
                                            <p:strVal val="hidden"/>
                                          </p:val>
                                        </p:tav>
                                        <p:tav tm="50000">
                                          <p:val>
                                            <p:strVal val="visible"/>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35" presetClass="emph" presetSubtype="0" fill="hold" nodeType="clickEffect">
                                  <p:stCondLst>
                                    <p:cond delay="0"/>
                                  </p:stCondLst>
                                  <p:childTnLst>
                                    <p:anim calcmode="discrete" valueType="str">
                                      <p:cBhvr>
                                        <p:cTn id="76" dur="1000" fill="hold"/>
                                        <p:tgtEl>
                                          <p:spTgt spid="669700">
                                            <p:txEl>
                                              <p:pRg st="9" end="9"/>
                                            </p:txEl>
                                          </p:spTgt>
                                        </p:tgtEl>
                                        <p:attrNameLst>
                                          <p:attrName>style.visibility</p:attrName>
                                        </p:attrNameLst>
                                      </p:cBhvr>
                                      <p:tavLst>
                                        <p:tav tm="0">
                                          <p:val>
                                            <p:strVal val="hidden"/>
                                          </p:val>
                                        </p:tav>
                                        <p:tav tm="50000">
                                          <p:val>
                                            <p:strVal val="visible"/>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35" presetClass="emph" presetSubtype="0" fill="hold" nodeType="clickEffect">
                                  <p:stCondLst>
                                    <p:cond delay="0"/>
                                  </p:stCondLst>
                                  <p:childTnLst>
                                    <p:anim calcmode="discrete" valueType="str">
                                      <p:cBhvr>
                                        <p:cTn id="80" dur="1000" fill="hold"/>
                                        <p:tgtEl>
                                          <p:spTgt spid="669700">
                                            <p:txEl>
                                              <p:pRg st="10" end="10"/>
                                            </p:txEl>
                                          </p:spTgt>
                                        </p:tgtEl>
                                        <p:attrNameLst>
                                          <p:attrName>style.visibility</p:attrName>
                                        </p:attrNameLst>
                                      </p:cBhvr>
                                      <p:tavLst>
                                        <p:tav tm="0">
                                          <p:val>
                                            <p:strVal val="hidden"/>
                                          </p:val>
                                        </p:tav>
                                        <p:tav tm="50000">
                                          <p:val>
                                            <p:strVal val="visible"/>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35" presetClass="emph" presetSubtype="0" fill="hold" nodeType="clickEffect">
                                  <p:stCondLst>
                                    <p:cond delay="0"/>
                                  </p:stCondLst>
                                  <p:childTnLst>
                                    <p:anim calcmode="discrete" valueType="str">
                                      <p:cBhvr>
                                        <p:cTn id="84" dur="1000" fill="hold"/>
                                        <p:tgtEl>
                                          <p:spTgt spid="669700">
                                            <p:txEl>
                                              <p:pRg st="11" end="11"/>
                                            </p:txEl>
                                          </p:spTgt>
                                        </p:tgtEl>
                                        <p:attrNameLst>
                                          <p:attrName>style.visibility</p:attrName>
                                        </p:attrNameLst>
                                      </p:cBhvr>
                                      <p:tavLst>
                                        <p:tav tm="0">
                                          <p:val>
                                            <p:strVal val="hidden"/>
                                          </p:val>
                                        </p:tav>
                                        <p:tav tm="50000">
                                          <p:val>
                                            <p:strVal val="visible"/>
                                          </p:val>
                                        </p:tav>
                                      </p:tavLst>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35" presetClass="emph" presetSubtype="0" fill="hold" nodeType="clickEffect">
                                  <p:stCondLst>
                                    <p:cond delay="0"/>
                                  </p:stCondLst>
                                  <p:childTnLst>
                                    <p:anim calcmode="discrete" valueType="str">
                                      <p:cBhvr>
                                        <p:cTn id="88" dur="1000" fill="hold"/>
                                        <p:tgtEl>
                                          <p:spTgt spid="669700">
                                            <p:txEl>
                                              <p:pRg st="12" end="12"/>
                                            </p:txEl>
                                          </p:spTgt>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9699" grpId="0" build="p"/>
      <p:bldP spid="669700"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D2DBDF91-8A51-99A0-5DE5-07BB076AE38C}"/>
              </a:ext>
            </a:extLst>
          </p:cNvPr>
          <p:cNvSpPr>
            <a:spLocks noGrp="1" noChangeArrowheads="1"/>
          </p:cNvSpPr>
          <p:nvPr>
            <p:ph type="title"/>
          </p:nvPr>
        </p:nvSpPr>
        <p:spPr/>
        <p:txBody>
          <a:bodyPr/>
          <a:lstStyle/>
          <a:p>
            <a:pPr eaLnBrk="1" hangingPunct="1"/>
            <a:r>
              <a:rPr lang="zh-CN" altLang="en-US"/>
              <a:t>内容线索</a:t>
            </a:r>
          </a:p>
        </p:txBody>
      </p:sp>
      <p:sp>
        <p:nvSpPr>
          <p:cNvPr id="36867" name="Rectangle 3">
            <a:extLst>
              <a:ext uri="{FF2B5EF4-FFF2-40B4-BE49-F238E27FC236}">
                <a16:creationId xmlns:a16="http://schemas.microsoft.com/office/drawing/2014/main" id="{8EEA5445-20D0-8993-60B6-CD632E5CC077}"/>
              </a:ext>
            </a:extLst>
          </p:cNvPr>
          <p:cNvSpPr>
            <a:spLocks noGrp="1" noChangeArrowheads="1"/>
          </p:cNvSpPr>
          <p:nvPr>
            <p:ph type="body" idx="1"/>
          </p:nvPr>
        </p:nvSpPr>
        <p:spPr/>
        <p:txBody>
          <a:bodyPr/>
          <a:lstStyle/>
          <a:p>
            <a:pPr eaLnBrk="1" hangingPunct="1">
              <a:lnSpc>
                <a:spcPct val="130000"/>
              </a:lnSpc>
              <a:buFont typeface="Wingdings" pitchFamily="2" charset="2"/>
              <a:buChar char="ü"/>
            </a:pPr>
            <a:r>
              <a:rPr lang="zh-CN" altLang="en-US">
                <a:ea typeface="宋体" panose="02010600030101010101" pitchFamily="2" charset="-122"/>
              </a:rPr>
              <a:t>对于词法分析器的要求</a:t>
            </a:r>
          </a:p>
          <a:p>
            <a:pPr eaLnBrk="1" hangingPunct="1">
              <a:lnSpc>
                <a:spcPct val="130000"/>
              </a:lnSpc>
              <a:buFont typeface="Wingdings" pitchFamily="2" charset="2"/>
              <a:buChar char="ü"/>
            </a:pPr>
            <a:r>
              <a:rPr lang="zh-CN" altLang="en-US">
                <a:ea typeface="宋体" panose="02010600030101010101" pitchFamily="2" charset="-122"/>
              </a:rPr>
              <a:t>词法分析器的设计</a:t>
            </a:r>
          </a:p>
          <a:p>
            <a:pPr eaLnBrk="1" hangingPunct="1">
              <a:lnSpc>
                <a:spcPct val="130000"/>
              </a:lnSpc>
            </a:pPr>
            <a:r>
              <a:rPr lang="zh-CN" altLang="en-US">
                <a:solidFill>
                  <a:srgbClr val="FF0000"/>
                </a:solidFill>
                <a:ea typeface="宋体" panose="02010600030101010101" pitchFamily="2" charset="-122"/>
              </a:rPr>
              <a:t>正规表达式与有限自动机</a:t>
            </a:r>
          </a:p>
          <a:p>
            <a:pPr eaLnBrk="1" hangingPunct="1">
              <a:lnSpc>
                <a:spcPct val="130000"/>
              </a:lnSpc>
            </a:pPr>
            <a:r>
              <a:rPr lang="zh-CN" altLang="en-US">
                <a:ea typeface="宋体" panose="02010600030101010101" pitchFamily="2" charset="-122"/>
              </a:rPr>
              <a:t>词法分析器的自动生成</a:t>
            </a:r>
          </a:p>
        </p:txBody>
      </p:sp>
      <p:sp>
        <p:nvSpPr>
          <p:cNvPr id="36868" name="灯片编号占位符 3">
            <a:extLst>
              <a:ext uri="{FF2B5EF4-FFF2-40B4-BE49-F238E27FC236}">
                <a16:creationId xmlns:a16="http://schemas.microsoft.com/office/drawing/2014/main" id="{FCF7BBBB-B100-A1B6-0141-76D55090FEF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B56821EE-8681-AA41-89AE-0568AA55FFBA}"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28</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213EC695-8DBF-89B4-84ED-5F32F75E590F}"/>
              </a:ext>
            </a:extLst>
          </p:cNvPr>
          <p:cNvSpPr>
            <a:spLocks noGrp="1" noChangeArrowheads="1"/>
          </p:cNvSpPr>
          <p:nvPr>
            <p:ph type="title"/>
          </p:nvPr>
        </p:nvSpPr>
        <p:spPr/>
        <p:txBody>
          <a:bodyPr/>
          <a:lstStyle/>
          <a:p>
            <a:pPr eaLnBrk="1" hangingPunct="1"/>
            <a:r>
              <a:rPr lang="zh-CN" altLang="en-US"/>
              <a:t>正规表达式与有限自动机</a:t>
            </a:r>
          </a:p>
        </p:txBody>
      </p:sp>
      <p:sp>
        <p:nvSpPr>
          <p:cNvPr id="38915" name="Rectangle 3">
            <a:extLst>
              <a:ext uri="{FF2B5EF4-FFF2-40B4-BE49-F238E27FC236}">
                <a16:creationId xmlns:a16="http://schemas.microsoft.com/office/drawing/2014/main" id="{BC90F725-D225-0B07-B25E-71E555298BD4}"/>
              </a:ext>
            </a:extLst>
          </p:cNvPr>
          <p:cNvSpPr>
            <a:spLocks noGrp="1" noChangeArrowheads="1"/>
          </p:cNvSpPr>
          <p:nvPr>
            <p:ph type="body" idx="1"/>
          </p:nvPr>
        </p:nvSpPr>
        <p:spPr/>
        <p:txBody>
          <a:bodyPr/>
          <a:lstStyle/>
          <a:p>
            <a:pPr eaLnBrk="1" hangingPunct="1">
              <a:lnSpc>
                <a:spcPct val="125000"/>
              </a:lnSpc>
            </a:pPr>
            <a:r>
              <a:rPr lang="zh-CN" altLang="en-US" sz="2400">
                <a:latin typeface="仿宋_GB2312" charset="0"/>
                <a:ea typeface="宋体" panose="02010600030101010101" pitchFamily="2" charset="-122"/>
              </a:rPr>
              <a:t>为了更好地使用状态转换图构造词法分析器，和讨论词法分析器的自动生成，还需要将转换图的概念形式化。</a:t>
            </a:r>
          </a:p>
          <a:p>
            <a:pPr lvl="1" eaLnBrk="1" hangingPunct="1">
              <a:lnSpc>
                <a:spcPct val="125000"/>
              </a:lnSpc>
            </a:pPr>
            <a:r>
              <a:rPr lang="zh-CN" altLang="en-US" sz="2000">
                <a:latin typeface="仿宋_GB2312" charset="0"/>
                <a:ea typeface="宋体" panose="02010600030101010101" pitchFamily="2" charset="-122"/>
              </a:rPr>
              <a:t>正规式与正规集</a:t>
            </a:r>
          </a:p>
          <a:p>
            <a:pPr lvl="1" eaLnBrk="1" hangingPunct="1">
              <a:lnSpc>
                <a:spcPct val="125000"/>
              </a:lnSpc>
            </a:pPr>
            <a:r>
              <a:rPr lang="zh-CN" altLang="en-US" sz="2000">
                <a:latin typeface="仿宋_GB2312" charset="0"/>
                <a:ea typeface="宋体" panose="02010600030101010101" pitchFamily="2" charset="-122"/>
              </a:rPr>
              <a:t>确定有限自动机 </a:t>
            </a:r>
            <a:r>
              <a:rPr lang="en-US" altLang="zh-CN" sz="2000">
                <a:latin typeface="仿宋_GB2312" charset="0"/>
                <a:ea typeface="宋体" panose="02010600030101010101" pitchFamily="2" charset="-122"/>
              </a:rPr>
              <a:t>(DFA)</a:t>
            </a:r>
          </a:p>
          <a:p>
            <a:pPr lvl="1" eaLnBrk="1" hangingPunct="1">
              <a:lnSpc>
                <a:spcPct val="125000"/>
              </a:lnSpc>
            </a:pPr>
            <a:r>
              <a:rPr lang="zh-CN" altLang="en-US" sz="2000">
                <a:latin typeface="仿宋_GB2312" charset="0"/>
                <a:ea typeface="宋体" panose="02010600030101010101" pitchFamily="2" charset="-122"/>
              </a:rPr>
              <a:t>非确定有限自动机</a:t>
            </a:r>
            <a:r>
              <a:rPr lang="en-US" altLang="zh-CN" sz="2000">
                <a:latin typeface="仿宋_GB2312" charset="0"/>
                <a:ea typeface="宋体" panose="02010600030101010101" pitchFamily="2" charset="-122"/>
              </a:rPr>
              <a:t>(NFA)</a:t>
            </a:r>
          </a:p>
          <a:p>
            <a:pPr lvl="1" eaLnBrk="1" hangingPunct="1">
              <a:lnSpc>
                <a:spcPct val="125000"/>
              </a:lnSpc>
            </a:pPr>
            <a:r>
              <a:rPr lang="zh-CN" altLang="en-US" sz="2000">
                <a:latin typeface="仿宋_GB2312" charset="0"/>
                <a:ea typeface="宋体" panose="02010600030101010101" pitchFamily="2" charset="-122"/>
              </a:rPr>
              <a:t>正规式与有限自动机的等价性</a:t>
            </a:r>
          </a:p>
          <a:p>
            <a:pPr lvl="1" eaLnBrk="1" hangingPunct="1">
              <a:lnSpc>
                <a:spcPct val="125000"/>
              </a:lnSpc>
            </a:pPr>
            <a:r>
              <a:rPr lang="zh-CN" altLang="en-US" sz="2000">
                <a:latin typeface="仿宋_GB2312" charset="0"/>
                <a:ea typeface="宋体" panose="02010600030101010101" pitchFamily="2" charset="-122"/>
              </a:rPr>
              <a:t>确定有限自动机的化简</a:t>
            </a:r>
          </a:p>
          <a:p>
            <a:pPr eaLnBrk="1" hangingPunct="1">
              <a:lnSpc>
                <a:spcPct val="125000"/>
              </a:lnSpc>
            </a:pPr>
            <a:endParaRPr lang="en-US" altLang="zh-CN" sz="2400">
              <a:latin typeface="仿宋_GB2312" charset="0"/>
              <a:ea typeface="宋体" panose="02010600030101010101" pitchFamily="2" charset="-122"/>
            </a:endParaRPr>
          </a:p>
        </p:txBody>
      </p:sp>
      <p:sp>
        <p:nvSpPr>
          <p:cNvPr id="38916" name="灯片编号占位符 3">
            <a:extLst>
              <a:ext uri="{FF2B5EF4-FFF2-40B4-BE49-F238E27FC236}">
                <a16:creationId xmlns:a16="http://schemas.microsoft.com/office/drawing/2014/main" id="{F19914CA-14DA-9C75-7AA7-2F3D1975C47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75E4A9CB-9327-6B4A-9A56-32A61CD872CA}"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29</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8B341C32-BC29-C2E4-17A0-0D711582A539}"/>
              </a:ext>
            </a:extLst>
          </p:cNvPr>
          <p:cNvSpPr>
            <a:spLocks noGrp="1" noChangeArrowheads="1"/>
          </p:cNvSpPr>
          <p:nvPr>
            <p:ph type="title"/>
          </p:nvPr>
        </p:nvSpPr>
        <p:spPr/>
        <p:txBody>
          <a:bodyPr/>
          <a:lstStyle/>
          <a:p>
            <a:pPr eaLnBrk="1" hangingPunct="1"/>
            <a:r>
              <a:rPr lang="zh-CN" altLang="en-US"/>
              <a:t>正规式与正规集</a:t>
            </a:r>
          </a:p>
        </p:txBody>
      </p:sp>
      <p:sp>
        <p:nvSpPr>
          <p:cNvPr id="39939" name="Rectangle 3">
            <a:extLst>
              <a:ext uri="{FF2B5EF4-FFF2-40B4-BE49-F238E27FC236}">
                <a16:creationId xmlns:a16="http://schemas.microsoft.com/office/drawing/2014/main" id="{64D09A19-852A-1518-7378-0791E4598F5D}"/>
              </a:ext>
            </a:extLst>
          </p:cNvPr>
          <p:cNvSpPr>
            <a:spLocks noGrp="1" noChangeArrowheads="1"/>
          </p:cNvSpPr>
          <p:nvPr>
            <p:ph type="body" idx="1"/>
          </p:nvPr>
        </p:nvSpPr>
        <p:spPr>
          <a:xfrm>
            <a:off x="457200" y="1844675"/>
            <a:ext cx="8435975" cy="4752975"/>
          </a:xfrm>
        </p:spPr>
        <p:txBody>
          <a:bodyPr/>
          <a:lstStyle/>
          <a:p>
            <a:pPr eaLnBrk="1" hangingPunct="1">
              <a:spcBef>
                <a:spcPct val="10000"/>
              </a:spcBef>
            </a:pPr>
            <a:r>
              <a:rPr lang="zh-CN" altLang="en-US" sz="2400">
                <a:ea typeface="宋体" panose="02010600030101010101" pitchFamily="2" charset="-122"/>
              </a:rPr>
              <a:t>字母表∑上的</a:t>
            </a:r>
            <a:r>
              <a:rPr lang="zh-CN" altLang="en-US" sz="2400">
                <a:solidFill>
                  <a:srgbClr val="990000"/>
                </a:solidFill>
                <a:ea typeface="宋体" panose="02010600030101010101" pitchFamily="2" charset="-122"/>
              </a:rPr>
              <a:t>正规式</a:t>
            </a:r>
            <a:r>
              <a:rPr lang="zh-CN" altLang="en-US" sz="2400">
                <a:ea typeface="宋体" panose="02010600030101010101" pitchFamily="2" charset="-122"/>
              </a:rPr>
              <a:t>和</a:t>
            </a:r>
            <a:r>
              <a:rPr lang="zh-CN" altLang="en-US" sz="2400">
                <a:solidFill>
                  <a:srgbClr val="990000"/>
                </a:solidFill>
                <a:ea typeface="宋体" panose="02010600030101010101" pitchFamily="2" charset="-122"/>
              </a:rPr>
              <a:t>正规集</a:t>
            </a:r>
            <a:r>
              <a:rPr lang="zh-CN" altLang="en-US" sz="2400">
                <a:ea typeface="宋体" panose="02010600030101010101" pitchFamily="2" charset="-122"/>
              </a:rPr>
              <a:t>递归定义如下：</a:t>
            </a:r>
          </a:p>
          <a:p>
            <a:pPr eaLnBrk="1" hangingPunct="1">
              <a:buFont typeface="Wingdings" pitchFamily="2" charset="2"/>
              <a:buNone/>
            </a:pPr>
            <a:r>
              <a:rPr lang="zh-CN" altLang="en-US" sz="2400">
                <a:ea typeface="宋体" panose="02010600030101010101" pitchFamily="2" charset="-122"/>
              </a:rPr>
              <a:t>     （</a:t>
            </a:r>
            <a:r>
              <a:rPr lang="en-US" altLang="zh-CN" sz="2400">
                <a:ea typeface="宋体" panose="02010600030101010101" pitchFamily="2" charset="-122"/>
              </a:rPr>
              <a:t>1</a:t>
            </a:r>
            <a:r>
              <a:rPr lang="zh-CN" altLang="en-US" sz="2400">
                <a:ea typeface="宋体" panose="02010600030101010101" pitchFamily="2" charset="-122"/>
              </a:rPr>
              <a:t>）</a:t>
            </a:r>
            <a:r>
              <a:rPr lang="en-US" altLang="zh-CN" sz="2400">
                <a:ea typeface="宋体" panose="02010600030101010101" pitchFamily="2" charset="-122"/>
              </a:rPr>
              <a:t>ε</a:t>
            </a:r>
            <a:r>
              <a:rPr lang="zh-CN" altLang="en-US" sz="2400">
                <a:ea typeface="宋体" panose="02010600030101010101" pitchFamily="2" charset="-122"/>
              </a:rPr>
              <a:t>和</a:t>
            </a:r>
            <a:r>
              <a:rPr lang="en-US" altLang="zh-CN" sz="2400">
                <a:ea typeface="宋体" panose="02010600030101010101" pitchFamily="2" charset="-122"/>
              </a:rPr>
              <a:t>φ</a:t>
            </a:r>
            <a:r>
              <a:rPr lang="zh-CN" altLang="en-US" sz="2400">
                <a:ea typeface="宋体" panose="02010600030101010101" pitchFamily="2" charset="-122"/>
              </a:rPr>
              <a:t>都是∑上的正规式，它们所表示的正规集分别</a:t>
            </a:r>
          </a:p>
          <a:p>
            <a:pPr eaLnBrk="1" hangingPunct="1">
              <a:spcBef>
                <a:spcPct val="0"/>
              </a:spcBef>
              <a:buFont typeface="Wingdings" pitchFamily="2" charset="2"/>
              <a:buNone/>
            </a:pPr>
            <a:r>
              <a:rPr lang="zh-CN" altLang="en-US" sz="2400">
                <a:ea typeface="宋体" panose="02010600030101010101" pitchFamily="2" charset="-122"/>
              </a:rPr>
              <a:t>          为</a:t>
            </a:r>
            <a:r>
              <a:rPr lang="en-US" altLang="zh-CN" sz="2400">
                <a:ea typeface="宋体" panose="02010600030101010101" pitchFamily="2" charset="-122"/>
              </a:rPr>
              <a:t>{ε}</a:t>
            </a:r>
            <a:r>
              <a:rPr lang="zh-CN" altLang="en-US" sz="2400">
                <a:ea typeface="宋体" panose="02010600030101010101" pitchFamily="2" charset="-122"/>
              </a:rPr>
              <a:t>和 </a:t>
            </a:r>
            <a:r>
              <a:rPr lang="en-US" altLang="zh-CN" sz="2400">
                <a:ea typeface="宋体" panose="02010600030101010101" pitchFamily="2" charset="-122"/>
              </a:rPr>
              <a:t>φ</a:t>
            </a:r>
            <a:r>
              <a:rPr lang="zh-CN" altLang="en-US" sz="2400">
                <a:ea typeface="宋体" panose="02010600030101010101" pitchFamily="2" charset="-122"/>
              </a:rPr>
              <a:t>。其中：</a:t>
            </a:r>
            <a:r>
              <a:rPr lang="en-US" altLang="zh-CN" sz="2400">
                <a:ea typeface="宋体" panose="02010600030101010101" pitchFamily="2" charset="-122"/>
              </a:rPr>
              <a:t>ε</a:t>
            </a:r>
            <a:r>
              <a:rPr lang="zh-CN" altLang="en-US" sz="2400">
                <a:ea typeface="宋体" panose="02010600030101010101" pitchFamily="2" charset="-122"/>
              </a:rPr>
              <a:t>为空字符串，</a:t>
            </a:r>
            <a:r>
              <a:rPr lang="en-US" altLang="zh-CN" sz="2400">
                <a:ea typeface="宋体" panose="02010600030101010101" pitchFamily="2" charset="-122"/>
              </a:rPr>
              <a:t>φ</a:t>
            </a:r>
            <a:r>
              <a:rPr lang="zh-CN" altLang="en-US" sz="2400">
                <a:ea typeface="宋体" panose="02010600030101010101" pitchFamily="2" charset="-122"/>
              </a:rPr>
              <a:t>为空集；</a:t>
            </a:r>
          </a:p>
          <a:p>
            <a:pPr eaLnBrk="1" hangingPunct="1">
              <a:spcBef>
                <a:spcPct val="30000"/>
              </a:spcBef>
              <a:buFont typeface="Wingdings" pitchFamily="2" charset="2"/>
              <a:buNone/>
            </a:pPr>
            <a:r>
              <a:rPr lang="zh-CN" altLang="en-US" sz="2400">
                <a:ea typeface="宋体" panose="02010600030101010101" pitchFamily="2" charset="-122"/>
              </a:rPr>
              <a:t>     （</a:t>
            </a:r>
            <a:r>
              <a:rPr lang="en-US" altLang="zh-CN" sz="2400">
                <a:ea typeface="宋体" panose="02010600030101010101" pitchFamily="2" charset="-122"/>
              </a:rPr>
              <a:t>2</a:t>
            </a:r>
            <a:r>
              <a:rPr lang="zh-CN" altLang="en-US" sz="2400">
                <a:ea typeface="宋体" panose="02010600030101010101" pitchFamily="2" charset="-122"/>
              </a:rPr>
              <a:t>）任意元素</a:t>
            </a:r>
            <a:r>
              <a:rPr lang="en-US" altLang="zh-CN" sz="2400">
                <a:ea typeface="宋体" panose="02010600030101010101" pitchFamily="2" charset="-122"/>
              </a:rPr>
              <a:t>a∈∑</a:t>
            </a:r>
            <a:r>
              <a:rPr lang="zh-CN" altLang="en-US" sz="2400">
                <a:ea typeface="宋体" panose="02010600030101010101" pitchFamily="2" charset="-122"/>
              </a:rPr>
              <a:t>，</a:t>
            </a:r>
            <a:r>
              <a:rPr lang="en-US" altLang="zh-CN" sz="2400">
                <a:ea typeface="宋体" panose="02010600030101010101" pitchFamily="2" charset="-122"/>
              </a:rPr>
              <a:t>a</a:t>
            </a:r>
            <a:r>
              <a:rPr lang="zh-CN" altLang="en-US" sz="2400">
                <a:ea typeface="宋体" panose="02010600030101010101" pitchFamily="2" charset="-122"/>
              </a:rPr>
              <a:t>是∑上的一个正规式，它所表示的</a:t>
            </a:r>
          </a:p>
          <a:p>
            <a:pPr eaLnBrk="1" hangingPunct="1">
              <a:spcBef>
                <a:spcPct val="0"/>
              </a:spcBef>
              <a:buFont typeface="Wingdings" pitchFamily="2" charset="2"/>
              <a:buNone/>
            </a:pPr>
            <a:r>
              <a:rPr lang="zh-CN" altLang="en-US" sz="2400">
                <a:ea typeface="宋体" panose="02010600030101010101" pitchFamily="2" charset="-122"/>
              </a:rPr>
              <a:t>          正规集是</a:t>
            </a:r>
            <a:r>
              <a:rPr lang="en-US" altLang="zh-CN" sz="2400">
                <a:ea typeface="宋体" panose="02010600030101010101" pitchFamily="2" charset="-122"/>
              </a:rPr>
              <a:t>{a};</a:t>
            </a:r>
          </a:p>
          <a:p>
            <a:pPr eaLnBrk="1" hangingPunct="1">
              <a:spcBef>
                <a:spcPct val="30000"/>
              </a:spcBef>
              <a:buFont typeface="Wingdings" pitchFamily="2" charset="2"/>
              <a:buNone/>
            </a:pPr>
            <a:r>
              <a:rPr lang="en-US" altLang="zh-CN" sz="2400">
                <a:ea typeface="宋体" panose="02010600030101010101" pitchFamily="2" charset="-122"/>
              </a:rPr>
              <a:t>     </a:t>
            </a:r>
            <a:r>
              <a:rPr lang="zh-CN" altLang="en-US" sz="2400">
                <a:ea typeface="宋体" panose="02010600030101010101" pitchFamily="2" charset="-122"/>
              </a:rPr>
              <a:t>（</a:t>
            </a:r>
            <a:r>
              <a:rPr lang="en-US" altLang="zh-CN" sz="2400">
                <a:ea typeface="宋体" panose="02010600030101010101" pitchFamily="2" charset="-122"/>
              </a:rPr>
              <a:t>3</a:t>
            </a:r>
            <a:r>
              <a:rPr lang="zh-CN" altLang="en-US" sz="2400">
                <a:ea typeface="宋体" panose="02010600030101010101" pitchFamily="2" charset="-122"/>
              </a:rPr>
              <a:t>）假定</a:t>
            </a:r>
            <a:r>
              <a:rPr lang="en-US" altLang="zh-CN" sz="2400">
                <a:ea typeface="宋体" panose="02010600030101010101" pitchFamily="2" charset="-122"/>
              </a:rPr>
              <a:t>U</a:t>
            </a:r>
            <a:r>
              <a:rPr lang="zh-CN" altLang="en-US" sz="2400">
                <a:ea typeface="宋体" panose="02010600030101010101" pitchFamily="2" charset="-122"/>
              </a:rPr>
              <a:t>和</a:t>
            </a:r>
            <a:r>
              <a:rPr lang="en-US" altLang="zh-CN" sz="2400">
                <a:ea typeface="宋体" panose="02010600030101010101" pitchFamily="2" charset="-122"/>
              </a:rPr>
              <a:t>V</a:t>
            </a:r>
            <a:r>
              <a:rPr lang="zh-CN" altLang="en-US" sz="2400">
                <a:ea typeface="宋体" panose="02010600030101010101" pitchFamily="2" charset="-122"/>
              </a:rPr>
              <a:t>都是∑上的正规式，它们所表示的正规集 </a:t>
            </a:r>
          </a:p>
          <a:p>
            <a:pPr eaLnBrk="1" hangingPunct="1">
              <a:spcBef>
                <a:spcPct val="0"/>
              </a:spcBef>
              <a:buFont typeface="Wingdings" pitchFamily="2" charset="2"/>
              <a:buNone/>
            </a:pPr>
            <a:r>
              <a:rPr lang="zh-CN" altLang="en-US" sz="2400">
                <a:ea typeface="宋体" panose="02010600030101010101" pitchFamily="2" charset="-122"/>
              </a:rPr>
              <a:t>          记为</a:t>
            </a:r>
            <a:r>
              <a:rPr lang="en-US" altLang="zh-CN" sz="2400">
                <a:ea typeface="宋体" panose="02010600030101010101" pitchFamily="2" charset="-122"/>
              </a:rPr>
              <a:t>L(U)</a:t>
            </a:r>
            <a:r>
              <a:rPr lang="zh-CN" altLang="en-US" sz="2400">
                <a:ea typeface="宋体" panose="02010600030101010101" pitchFamily="2" charset="-122"/>
              </a:rPr>
              <a:t>和</a:t>
            </a:r>
            <a:r>
              <a:rPr lang="en-US" altLang="zh-CN" sz="2400">
                <a:ea typeface="宋体" panose="02010600030101010101" pitchFamily="2" charset="-122"/>
              </a:rPr>
              <a:t>L(V)</a:t>
            </a:r>
            <a:r>
              <a:rPr lang="zh-CN" altLang="en-US" sz="2400">
                <a:ea typeface="宋体" panose="02010600030101010101" pitchFamily="2" charset="-122"/>
              </a:rPr>
              <a:t>，那么，（</a:t>
            </a:r>
            <a:r>
              <a:rPr lang="en-US" altLang="zh-CN" sz="2400">
                <a:ea typeface="宋体" panose="02010600030101010101" pitchFamily="2" charset="-122"/>
              </a:rPr>
              <a:t>U|V</a:t>
            </a:r>
            <a:r>
              <a:rPr lang="zh-CN" altLang="en-US" sz="2400">
                <a:ea typeface="宋体" panose="02010600030101010101" pitchFamily="2" charset="-122"/>
              </a:rPr>
              <a:t>），（</a:t>
            </a:r>
            <a:r>
              <a:rPr lang="en-US" altLang="zh-CN" sz="2400">
                <a:ea typeface="宋体" panose="02010600030101010101" pitchFamily="2" charset="-122"/>
              </a:rPr>
              <a:t>U·V</a:t>
            </a:r>
            <a:r>
              <a:rPr lang="zh-CN" altLang="en-US" sz="2400">
                <a:ea typeface="宋体" panose="02010600030101010101" pitchFamily="2" charset="-122"/>
              </a:rPr>
              <a:t>）和</a:t>
            </a:r>
            <a:r>
              <a:rPr lang="en-US" altLang="zh-CN" sz="2400">
                <a:ea typeface="宋体" panose="02010600030101010101" pitchFamily="2" charset="-122"/>
              </a:rPr>
              <a:t>(U)*</a:t>
            </a:r>
            <a:r>
              <a:rPr lang="zh-CN" altLang="en-US" sz="2400">
                <a:ea typeface="宋体" panose="02010600030101010101" pitchFamily="2" charset="-122"/>
              </a:rPr>
              <a:t>都是</a:t>
            </a:r>
          </a:p>
          <a:p>
            <a:pPr eaLnBrk="1" hangingPunct="1">
              <a:spcBef>
                <a:spcPct val="0"/>
              </a:spcBef>
              <a:buFont typeface="Wingdings" pitchFamily="2" charset="2"/>
              <a:buNone/>
            </a:pPr>
            <a:r>
              <a:rPr lang="zh-CN" altLang="en-US" sz="2400">
                <a:ea typeface="宋体" panose="02010600030101010101" pitchFamily="2" charset="-122"/>
              </a:rPr>
              <a:t>          正规式，他们所表示的正规集分别记为</a:t>
            </a:r>
            <a:r>
              <a:rPr lang="en-US" altLang="zh-CN" sz="2400">
                <a:ea typeface="宋体" panose="02010600030101010101" pitchFamily="2" charset="-122"/>
              </a:rPr>
              <a:t>L(U)∪L(V)</a:t>
            </a:r>
            <a:r>
              <a:rPr lang="zh-CN" altLang="en-US" sz="2400">
                <a:ea typeface="宋体" panose="02010600030101010101" pitchFamily="2" charset="-122"/>
              </a:rPr>
              <a:t>，</a:t>
            </a:r>
          </a:p>
          <a:p>
            <a:pPr eaLnBrk="1" hangingPunct="1">
              <a:spcBef>
                <a:spcPct val="0"/>
              </a:spcBef>
              <a:buFont typeface="Wingdings" pitchFamily="2" charset="2"/>
              <a:buNone/>
            </a:pPr>
            <a:r>
              <a:rPr lang="zh-CN" altLang="en-US" sz="2400">
                <a:ea typeface="宋体" panose="02010600030101010101" pitchFamily="2" charset="-122"/>
              </a:rPr>
              <a:t>           </a:t>
            </a:r>
            <a:r>
              <a:rPr lang="en-US" altLang="zh-CN" sz="2400">
                <a:ea typeface="宋体" panose="02010600030101010101" pitchFamily="2" charset="-122"/>
              </a:rPr>
              <a:t>L(U)L(V)</a:t>
            </a:r>
            <a:r>
              <a:rPr lang="zh-CN" altLang="en-US" sz="2400">
                <a:ea typeface="宋体" panose="02010600030101010101" pitchFamily="2" charset="-122"/>
              </a:rPr>
              <a:t>和</a:t>
            </a:r>
            <a:r>
              <a:rPr lang="en-US" altLang="zh-CN" sz="2400">
                <a:ea typeface="宋体" panose="02010600030101010101" pitchFamily="2" charset="-122"/>
              </a:rPr>
              <a:t>(L(U))*</a:t>
            </a:r>
            <a:r>
              <a:rPr lang="zh-CN" altLang="en-US" sz="2400">
                <a:ea typeface="宋体" panose="02010600030101010101" pitchFamily="2" charset="-122"/>
              </a:rPr>
              <a:t>。</a:t>
            </a:r>
          </a:p>
          <a:p>
            <a:pPr eaLnBrk="1" hangingPunct="1">
              <a:buFont typeface="Wingdings" pitchFamily="2" charset="2"/>
              <a:buNone/>
            </a:pPr>
            <a:r>
              <a:rPr lang="zh-CN" altLang="en-US" sz="2400">
                <a:ea typeface="宋体" panose="02010600030101010101" pitchFamily="2" charset="-122"/>
              </a:rPr>
              <a:t>     （</a:t>
            </a:r>
            <a:r>
              <a:rPr lang="en-US" altLang="zh-CN" sz="2400">
                <a:ea typeface="宋体" panose="02010600030101010101" pitchFamily="2" charset="-122"/>
              </a:rPr>
              <a:t>4</a:t>
            </a:r>
            <a:r>
              <a:rPr lang="zh-CN" altLang="en-US" sz="2400">
                <a:ea typeface="宋体" panose="02010600030101010101" pitchFamily="2" charset="-122"/>
              </a:rPr>
              <a:t>）仅由有限次使用上述三步而得到的表达式才是∑上的</a:t>
            </a:r>
          </a:p>
          <a:p>
            <a:pPr eaLnBrk="1" hangingPunct="1">
              <a:spcBef>
                <a:spcPct val="0"/>
              </a:spcBef>
              <a:buFont typeface="Wingdings" pitchFamily="2" charset="2"/>
              <a:buNone/>
            </a:pPr>
            <a:r>
              <a:rPr lang="zh-CN" altLang="en-US" sz="2400">
                <a:ea typeface="宋体" panose="02010600030101010101" pitchFamily="2" charset="-122"/>
              </a:rPr>
              <a:t>           正规式，它们所表示的字集才是∑上的正规集。</a:t>
            </a:r>
          </a:p>
        </p:txBody>
      </p:sp>
      <p:sp>
        <p:nvSpPr>
          <p:cNvPr id="39940" name="灯片编号占位符 3">
            <a:extLst>
              <a:ext uri="{FF2B5EF4-FFF2-40B4-BE49-F238E27FC236}">
                <a16:creationId xmlns:a16="http://schemas.microsoft.com/office/drawing/2014/main" id="{D55E91A1-586C-70EB-C7DA-61D35AB747E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18ED1F0A-ED73-6249-939E-96C0C00D0541}"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30</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46A3EE95-3ABB-C1C4-C633-6BA95340AE95}"/>
              </a:ext>
            </a:extLst>
          </p:cNvPr>
          <p:cNvSpPr>
            <a:spLocks noGrp="1" noChangeArrowheads="1"/>
          </p:cNvSpPr>
          <p:nvPr>
            <p:ph type="title"/>
          </p:nvPr>
        </p:nvSpPr>
        <p:spPr/>
        <p:txBody>
          <a:bodyPr/>
          <a:lstStyle/>
          <a:p>
            <a:pPr eaLnBrk="1" hangingPunct="1"/>
            <a:r>
              <a:rPr lang="zh-CN" altLang="en-US"/>
              <a:t>三种运算示例</a:t>
            </a:r>
          </a:p>
        </p:txBody>
      </p:sp>
      <p:sp>
        <p:nvSpPr>
          <p:cNvPr id="796675" name="Rectangle 3">
            <a:extLst>
              <a:ext uri="{FF2B5EF4-FFF2-40B4-BE49-F238E27FC236}">
                <a16:creationId xmlns:a16="http://schemas.microsoft.com/office/drawing/2014/main" id="{B3264568-20CB-11EA-B8A0-554517D3BD3F}"/>
              </a:ext>
            </a:extLst>
          </p:cNvPr>
          <p:cNvSpPr>
            <a:spLocks noGrp="1" noChangeArrowheads="1"/>
          </p:cNvSpPr>
          <p:nvPr>
            <p:ph type="body" idx="1"/>
          </p:nvPr>
        </p:nvSpPr>
        <p:spPr/>
        <p:txBody>
          <a:bodyPr/>
          <a:lstStyle/>
          <a:p>
            <a:pPr eaLnBrk="1" hangingPunct="1">
              <a:lnSpc>
                <a:spcPct val="130000"/>
              </a:lnSpc>
              <a:buFont typeface="Wingdings" pitchFamily="2" charset="2"/>
              <a:buNone/>
            </a:pPr>
            <a:r>
              <a:rPr lang="zh-CN" altLang="en-US" sz="2400">
                <a:solidFill>
                  <a:srgbClr val="CC6600"/>
                </a:solidFill>
                <a:ea typeface="宋体" panose="02010600030101010101" pitchFamily="2" charset="-122"/>
              </a:rPr>
              <a:t>例</a:t>
            </a:r>
            <a:r>
              <a:rPr lang="en-US" altLang="zh-CN" sz="2400">
                <a:solidFill>
                  <a:srgbClr val="CC6600"/>
                </a:solidFill>
                <a:ea typeface="宋体" panose="02010600030101010101" pitchFamily="2" charset="-122"/>
              </a:rPr>
              <a:t>1</a:t>
            </a:r>
            <a:r>
              <a:rPr lang="en-US" altLang="zh-CN" sz="2400">
                <a:ea typeface="宋体" panose="02010600030101010101" pitchFamily="2" charset="-122"/>
              </a:rPr>
              <a:t>. </a:t>
            </a:r>
            <a:r>
              <a:rPr lang="zh-CN" altLang="en-US" sz="2400">
                <a:ea typeface="宋体" panose="02010600030101010101" pitchFamily="2" charset="-122"/>
              </a:rPr>
              <a:t>设 </a:t>
            </a:r>
            <a:r>
              <a:rPr lang="en-US" altLang="zh-CN" sz="2400">
                <a:ea typeface="宋体" panose="02010600030101010101" pitchFamily="2" charset="-122"/>
              </a:rPr>
              <a:t>L = </a:t>
            </a:r>
            <a:r>
              <a:rPr lang="en-US" altLang="zh-CN" sz="2400">
                <a:ea typeface="宋体" panose="02010600030101010101" pitchFamily="2" charset="-122"/>
                <a:sym typeface="Symbol" pitchFamily="2" charset="2"/>
              </a:rPr>
              <a:t> 001,10,111 , </a:t>
            </a:r>
            <a:r>
              <a:rPr lang="en-US" altLang="zh-CN" sz="2400">
                <a:ea typeface="宋体" panose="02010600030101010101" pitchFamily="2" charset="-122"/>
              </a:rPr>
              <a:t>M = </a:t>
            </a:r>
            <a:r>
              <a:rPr lang="en-US" altLang="zh-CN" sz="2400">
                <a:ea typeface="宋体" panose="02010600030101010101" pitchFamily="2" charset="-122"/>
                <a:sym typeface="Symbol" pitchFamily="2" charset="2"/>
              </a:rPr>
              <a:t> , 001,</a:t>
            </a:r>
          </a:p>
          <a:p>
            <a:pPr lvl="1" eaLnBrk="1" hangingPunct="1">
              <a:lnSpc>
                <a:spcPct val="130000"/>
              </a:lnSpc>
              <a:buFont typeface="Wingdings" pitchFamily="2" charset="2"/>
              <a:buNone/>
            </a:pPr>
            <a:r>
              <a:rPr lang="en-US" altLang="zh-CN" sz="2400">
                <a:ea typeface="宋体" panose="02010600030101010101" pitchFamily="2" charset="-122"/>
                <a:sym typeface="Symbol" pitchFamily="2" charset="2"/>
              </a:rPr>
              <a:t>       </a:t>
            </a:r>
            <a:r>
              <a:rPr lang="zh-CN" altLang="en-US" sz="2400">
                <a:ea typeface="宋体" panose="02010600030101010101" pitchFamily="2" charset="-122"/>
                <a:sym typeface="Symbol" pitchFamily="2" charset="2"/>
              </a:rPr>
              <a:t>则</a:t>
            </a:r>
            <a:r>
              <a:rPr lang="zh-CN" altLang="en-US" sz="2400">
                <a:ea typeface="宋体" panose="02010600030101010101" pitchFamily="2" charset="-122"/>
              </a:rPr>
              <a:t> </a:t>
            </a:r>
            <a:r>
              <a:rPr lang="en-US" altLang="zh-CN" sz="2400">
                <a:ea typeface="宋体" panose="02010600030101010101" pitchFamily="2" charset="-122"/>
              </a:rPr>
              <a:t>L </a:t>
            </a:r>
            <a:r>
              <a:rPr lang="en-US" altLang="zh-CN" sz="2400">
                <a:ea typeface="宋体" panose="02010600030101010101" pitchFamily="2" charset="-122"/>
                <a:sym typeface="Symbol" pitchFamily="2" charset="2"/>
              </a:rPr>
              <a:t></a:t>
            </a:r>
            <a:r>
              <a:rPr lang="en-US" altLang="zh-CN" sz="2400">
                <a:ea typeface="宋体" panose="02010600030101010101" pitchFamily="2" charset="-122"/>
              </a:rPr>
              <a:t> M = </a:t>
            </a:r>
            <a:r>
              <a:rPr lang="en-US" altLang="zh-CN" sz="2400">
                <a:ea typeface="宋体" panose="02010600030101010101" pitchFamily="2" charset="-122"/>
                <a:sym typeface="Symbol" pitchFamily="2" charset="2"/>
              </a:rPr>
              <a:t>  , 10, 001, 111 </a:t>
            </a:r>
          </a:p>
          <a:p>
            <a:pPr eaLnBrk="1" hangingPunct="1">
              <a:lnSpc>
                <a:spcPct val="130000"/>
              </a:lnSpc>
              <a:buFont typeface="Wingdings" pitchFamily="2" charset="2"/>
              <a:buNone/>
            </a:pPr>
            <a:r>
              <a:rPr lang="zh-CN" altLang="en-US" sz="2400">
                <a:solidFill>
                  <a:srgbClr val="CC6600"/>
                </a:solidFill>
                <a:ea typeface="宋体" panose="02010600030101010101" pitchFamily="2" charset="-122"/>
              </a:rPr>
              <a:t>例</a:t>
            </a:r>
            <a:r>
              <a:rPr lang="en-US" altLang="zh-CN" sz="2400">
                <a:solidFill>
                  <a:srgbClr val="CC6600"/>
                </a:solidFill>
                <a:ea typeface="宋体" panose="02010600030101010101" pitchFamily="2" charset="-122"/>
              </a:rPr>
              <a:t>2</a:t>
            </a:r>
            <a:r>
              <a:rPr lang="en-US" altLang="zh-CN" sz="2400">
                <a:ea typeface="宋体" panose="02010600030101010101" pitchFamily="2" charset="-122"/>
              </a:rPr>
              <a:t>. </a:t>
            </a:r>
            <a:r>
              <a:rPr lang="zh-CN" altLang="en-US" sz="2400">
                <a:ea typeface="宋体" panose="02010600030101010101" pitchFamily="2" charset="-122"/>
              </a:rPr>
              <a:t>设 </a:t>
            </a:r>
            <a:r>
              <a:rPr lang="en-US" altLang="zh-CN" sz="2400">
                <a:ea typeface="宋体" panose="02010600030101010101" pitchFamily="2" charset="-122"/>
              </a:rPr>
              <a:t>L = </a:t>
            </a:r>
            <a:r>
              <a:rPr lang="en-US" altLang="zh-CN" sz="2400">
                <a:ea typeface="宋体" panose="02010600030101010101" pitchFamily="2" charset="-122"/>
                <a:sym typeface="Symbol" pitchFamily="2" charset="2"/>
              </a:rPr>
              <a:t> 001,10,111 , </a:t>
            </a:r>
            <a:r>
              <a:rPr lang="en-US" altLang="zh-CN" sz="2400">
                <a:ea typeface="宋体" panose="02010600030101010101" pitchFamily="2" charset="-122"/>
              </a:rPr>
              <a:t>M = </a:t>
            </a:r>
            <a:r>
              <a:rPr lang="en-US" altLang="zh-CN" sz="2400">
                <a:ea typeface="宋体" panose="02010600030101010101" pitchFamily="2" charset="-122"/>
                <a:sym typeface="Symbol" pitchFamily="2" charset="2"/>
              </a:rPr>
              <a:t> , 001,</a:t>
            </a:r>
            <a:r>
              <a:rPr lang="zh-CN" altLang="en-US" sz="2400">
                <a:ea typeface="宋体" panose="02010600030101010101" pitchFamily="2" charset="-122"/>
                <a:sym typeface="Symbol" pitchFamily="2" charset="2"/>
              </a:rPr>
              <a:t>则</a:t>
            </a:r>
            <a:endParaRPr lang="zh-CN" altLang="en-US" sz="2400">
              <a:ea typeface="宋体" panose="02010600030101010101" pitchFamily="2" charset="-122"/>
            </a:endParaRPr>
          </a:p>
          <a:p>
            <a:pPr lvl="1" eaLnBrk="1" hangingPunct="1">
              <a:lnSpc>
                <a:spcPct val="130000"/>
              </a:lnSpc>
              <a:buFont typeface="Wingdings" pitchFamily="2" charset="2"/>
              <a:buNone/>
            </a:pPr>
            <a:r>
              <a:rPr lang="zh-CN" altLang="en-US" sz="2400">
                <a:ea typeface="宋体" panose="02010600030101010101" pitchFamily="2" charset="-122"/>
              </a:rPr>
              <a:t>        </a:t>
            </a:r>
            <a:r>
              <a:rPr lang="en-US" altLang="zh-CN" sz="2400">
                <a:ea typeface="宋体" panose="02010600030101010101" pitchFamily="2" charset="-122"/>
              </a:rPr>
              <a:t>LM = </a:t>
            </a:r>
            <a:r>
              <a:rPr lang="en-US" altLang="zh-CN" sz="2400">
                <a:ea typeface="宋体" panose="02010600030101010101" pitchFamily="2" charset="-122"/>
                <a:sym typeface="Symbol" pitchFamily="2" charset="2"/>
              </a:rPr>
              <a:t> 001, 10, 111, 001001, 10001, 111001</a:t>
            </a:r>
          </a:p>
          <a:p>
            <a:pPr eaLnBrk="1" hangingPunct="1">
              <a:lnSpc>
                <a:spcPct val="130000"/>
              </a:lnSpc>
              <a:buFont typeface="Wingdings" pitchFamily="2" charset="2"/>
              <a:buNone/>
            </a:pPr>
            <a:r>
              <a:rPr lang="zh-CN" altLang="en-US" sz="2400">
                <a:solidFill>
                  <a:srgbClr val="CC6600"/>
                </a:solidFill>
                <a:ea typeface="宋体" panose="02010600030101010101" pitchFamily="2" charset="-122"/>
              </a:rPr>
              <a:t>例</a:t>
            </a:r>
            <a:r>
              <a:rPr lang="en-US" altLang="zh-CN" sz="2400">
                <a:solidFill>
                  <a:srgbClr val="CC6600"/>
                </a:solidFill>
                <a:ea typeface="宋体" panose="02010600030101010101" pitchFamily="2" charset="-122"/>
              </a:rPr>
              <a:t>3</a:t>
            </a:r>
            <a:r>
              <a:rPr lang="en-US" altLang="zh-CN" sz="2400">
                <a:ea typeface="宋体" panose="02010600030101010101" pitchFamily="2" charset="-122"/>
              </a:rPr>
              <a:t>. </a:t>
            </a:r>
            <a:r>
              <a:rPr lang="zh-CN" altLang="en-US" sz="2400">
                <a:ea typeface="宋体" panose="02010600030101010101" pitchFamily="2" charset="-122"/>
              </a:rPr>
              <a:t>设 </a:t>
            </a:r>
            <a:r>
              <a:rPr lang="en-US" altLang="zh-CN" sz="2400">
                <a:ea typeface="宋体" panose="02010600030101010101" pitchFamily="2" charset="-122"/>
              </a:rPr>
              <a:t>L = </a:t>
            </a:r>
            <a:r>
              <a:rPr lang="en-US" altLang="zh-CN" sz="2400">
                <a:ea typeface="宋体" panose="02010600030101010101" pitchFamily="2" charset="-122"/>
                <a:sym typeface="Symbol" pitchFamily="2" charset="2"/>
              </a:rPr>
              <a:t> 0, 11 , </a:t>
            </a:r>
            <a:r>
              <a:rPr lang="zh-CN" altLang="en-US" sz="2400">
                <a:ea typeface="宋体" panose="02010600030101010101" pitchFamily="2" charset="-122"/>
                <a:sym typeface="Symbol" pitchFamily="2" charset="2"/>
              </a:rPr>
              <a:t>则</a:t>
            </a:r>
            <a:endParaRPr lang="zh-CN" altLang="en-US" sz="2400">
              <a:ea typeface="宋体" panose="02010600030101010101" pitchFamily="2" charset="-122"/>
            </a:endParaRPr>
          </a:p>
          <a:p>
            <a:pPr lvl="1" eaLnBrk="1" hangingPunct="1">
              <a:lnSpc>
                <a:spcPct val="130000"/>
              </a:lnSpc>
              <a:buFont typeface="Wingdings" pitchFamily="2" charset="2"/>
              <a:buNone/>
            </a:pPr>
            <a:r>
              <a:rPr lang="zh-CN" altLang="en-US" sz="2400">
                <a:ea typeface="宋体" panose="02010600030101010101" pitchFamily="2" charset="-122"/>
              </a:rPr>
              <a:t>   </a:t>
            </a:r>
            <a:r>
              <a:rPr lang="en-US" altLang="zh-CN" sz="2400">
                <a:ea typeface="宋体" panose="02010600030101010101" pitchFamily="2" charset="-122"/>
              </a:rPr>
              <a:t>L* = </a:t>
            </a:r>
            <a:r>
              <a:rPr lang="en-US" altLang="zh-CN" sz="2400">
                <a:ea typeface="宋体" panose="02010600030101010101" pitchFamily="2" charset="-122"/>
                <a:sym typeface="Symbol" pitchFamily="2" charset="2"/>
              </a:rPr>
              <a:t>  , 0, 11, 00, 011, 110, 1111, 000, 0011, 0110, 01111, 1100, 11011, 11110, 111111, </a:t>
            </a:r>
            <a:r>
              <a:rPr lang="en-US" altLang="zh-CN" sz="2400">
                <a:latin typeface="华文楷体" panose="02010600040101010101" pitchFamily="2" charset="-122"/>
                <a:ea typeface="华文楷体" panose="02010600040101010101" pitchFamily="2" charset="-122"/>
              </a:rPr>
              <a:t>…</a:t>
            </a:r>
            <a:r>
              <a:rPr lang="en-US" altLang="zh-CN" sz="2400">
                <a:ea typeface="宋体" panose="02010600030101010101" pitchFamily="2" charset="-122"/>
              </a:rPr>
              <a:t> </a:t>
            </a:r>
            <a:r>
              <a:rPr lang="en-US" altLang="zh-CN" sz="2400">
                <a:ea typeface="宋体" panose="02010600030101010101" pitchFamily="2" charset="-122"/>
                <a:sym typeface="Symbol" pitchFamily="2" charset="2"/>
              </a:rPr>
              <a:t></a:t>
            </a:r>
          </a:p>
        </p:txBody>
      </p:sp>
      <p:sp>
        <p:nvSpPr>
          <p:cNvPr id="40964" name="灯片编号占位符 3">
            <a:extLst>
              <a:ext uri="{FF2B5EF4-FFF2-40B4-BE49-F238E27FC236}">
                <a16:creationId xmlns:a16="http://schemas.microsoft.com/office/drawing/2014/main" id="{CF953BD7-7E99-1A1D-6540-60B860EB520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C0344CF2-A234-2945-AEDF-ECAC29C84CBC}"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31</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796675">
                                            <p:txEl>
                                              <p:pRg st="0" end="0"/>
                                            </p:txEl>
                                          </p:spTgt>
                                        </p:tgtEl>
                                        <p:attrNameLst>
                                          <p:attrName>style.visibility</p:attrName>
                                        </p:attrNameLst>
                                      </p:cBhvr>
                                      <p:to>
                                        <p:strVal val="visible"/>
                                      </p:to>
                                    </p:set>
                                    <p:animEffect transition="in" filter="wipe(down)">
                                      <p:cBhvr>
                                        <p:cTn id="7" dur="500"/>
                                        <p:tgtEl>
                                          <p:spTgt spid="7966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796675">
                                            <p:txEl>
                                              <p:pRg st="1" end="1"/>
                                            </p:txEl>
                                          </p:spTgt>
                                        </p:tgtEl>
                                        <p:attrNameLst>
                                          <p:attrName>style.visibility</p:attrName>
                                        </p:attrNameLst>
                                      </p:cBhvr>
                                      <p:to>
                                        <p:strVal val="visible"/>
                                      </p:to>
                                    </p:set>
                                    <p:animEffect transition="in" filter="wipe(down)">
                                      <p:cBhvr>
                                        <p:cTn id="12" dur="500"/>
                                        <p:tgtEl>
                                          <p:spTgt spid="7966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796675">
                                            <p:txEl>
                                              <p:pRg st="2" end="2"/>
                                            </p:txEl>
                                          </p:spTgt>
                                        </p:tgtEl>
                                        <p:attrNameLst>
                                          <p:attrName>style.visibility</p:attrName>
                                        </p:attrNameLst>
                                      </p:cBhvr>
                                      <p:to>
                                        <p:strVal val="visible"/>
                                      </p:to>
                                    </p:set>
                                    <p:animEffect transition="in" filter="wipe(down)">
                                      <p:cBhvr>
                                        <p:cTn id="17" dur="500"/>
                                        <p:tgtEl>
                                          <p:spTgt spid="79667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796675">
                                            <p:txEl>
                                              <p:pRg st="3" end="3"/>
                                            </p:txEl>
                                          </p:spTgt>
                                        </p:tgtEl>
                                        <p:attrNameLst>
                                          <p:attrName>style.visibility</p:attrName>
                                        </p:attrNameLst>
                                      </p:cBhvr>
                                      <p:to>
                                        <p:strVal val="visible"/>
                                      </p:to>
                                    </p:set>
                                    <p:animEffect transition="in" filter="wipe(down)">
                                      <p:cBhvr>
                                        <p:cTn id="22" dur="500"/>
                                        <p:tgtEl>
                                          <p:spTgt spid="79667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796675">
                                            <p:txEl>
                                              <p:pRg st="4" end="4"/>
                                            </p:txEl>
                                          </p:spTgt>
                                        </p:tgtEl>
                                        <p:attrNameLst>
                                          <p:attrName>style.visibility</p:attrName>
                                        </p:attrNameLst>
                                      </p:cBhvr>
                                      <p:to>
                                        <p:strVal val="visible"/>
                                      </p:to>
                                    </p:set>
                                    <p:animEffect transition="in" filter="wipe(down)">
                                      <p:cBhvr>
                                        <p:cTn id="27" dur="500"/>
                                        <p:tgtEl>
                                          <p:spTgt spid="79667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796675">
                                            <p:txEl>
                                              <p:pRg st="5" end="5"/>
                                            </p:txEl>
                                          </p:spTgt>
                                        </p:tgtEl>
                                        <p:attrNameLst>
                                          <p:attrName>style.visibility</p:attrName>
                                        </p:attrNameLst>
                                      </p:cBhvr>
                                      <p:to>
                                        <p:strVal val="visible"/>
                                      </p:to>
                                    </p:set>
                                    <p:animEffect transition="in" filter="wipe(down)">
                                      <p:cBhvr>
                                        <p:cTn id="32" dur="500"/>
                                        <p:tgtEl>
                                          <p:spTgt spid="7966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59105781-B724-59CD-8477-2F64D466F525}"/>
              </a:ext>
            </a:extLst>
          </p:cNvPr>
          <p:cNvSpPr>
            <a:spLocks noGrp="1" noChangeArrowheads="1"/>
          </p:cNvSpPr>
          <p:nvPr>
            <p:ph type="title"/>
          </p:nvPr>
        </p:nvSpPr>
        <p:spPr/>
        <p:txBody>
          <a:bodyPr/>
          <a:lstStyle/>
          <a:p>
            <a:pPr eaLnBrk="1" hangingPunct="1"/>
            <a:r>
              <a:rPr lang="zh-CN" altLang="en-US"/>
              <a:t>说明</a:t>
            </a:r>
          </a:p>
        </p:txBody>
      </p:sp>
      <p:sp>
        <p:nvSpPr>
          <p:cNvPr id="43011" name="Rectangle 3">
            <a:extLst>
              <a:ext uri="{FF2B5EF4-FFF2-40B4-BE49-F238E27FC236}">
                <a16:creationId xmlns:a16="http://schemas.microsoft.com/office/drawing/2014/main" id="{DD4F9899-FB39-949A-C8C7-2DE731A045C7}"/>
              </a:ext>
            </a:extLst>
          </p:cNvPr>
          <p:cNvSpPr>
            <a:spLocks noGrp="1" noChangeArrowheads="1"/>
          </p:cNvSpPr>
          <p:nvPr>
            <p:ph type="body" idx="1"/>
          </p:nvPr>
        </p:nvSpPr>
        <p:spPr>
          <a:xfrm>
            <a:off x="457200" y="1700213"/>
            <a:ext cx="8229600" cy="4616450"/>
          </a:xfrm>
        </p:spPr>
        <p:txBody>
          <a:bodyPr/>
          <a:lstStyle/>
          <a:p>
            <a:pPr eaLnBrk="1" hangingPunct="1">
              <a:lnSpc>
                <a:spcPct val="115000"/>
              </a:lnSpc>
            </a:pPr>
            <a:r>
              <a:rPr lang="zh-CN" altLang="en-US" sz="2400">
                <a:latin typeface="仿宋_GB2312" charset="0"/>
                <a:ea typeface="宋体" panose="02010600030101010101" pitchFamily="2" charset="-122"/>
              </a:rPr>
              <a:t>运算符  </a:t>
            </a:r>
            <a:r>
              <a:rPr lang="zh-CN" altLang="en-US" sz="2400">
                <a:latin typeface="华文楷体" panose="02010600040101010101" pitchFamily="2" charset="-122"/>
                <a:ea typeface="华文楷体" panose="02010600040101010101" pitchFamily="2" charset="-122"/>
              </a:rPr>
              <a:t>”</a:t>
            </a:r>
            <a:r>
              <a:rPr lang="en-US" altLang="zh-CN" sz="2400">
                <a:latin typeface="仿宋_GB2312" charset="0"/>
                <a:ea typeface="宋体" panose="02010600030101010101" pitchFamily="2" charset="-122"/>
              </a:rPr>
              <a:t>|</a:t>
            </a:r>
            <a:r>
              <a:rPr lang="en-US" altLang="zh-CN" sz="2400">
                <a:latin typeface="华文楷体" panose="02010600040101010101" pitchFamily="2" charset="-122"/>
                <a:ea typeface="华文楷体" panose="02010600040101010101" pitchFamily="2" charset="-122"/>
              </a:rPr>
              <a:t>”</a:t>
            </a:r>
            <a:r>
              <a:rPr lang="zh-CN" altLang="en-US" sz="2400">
                <a:latin typeface="仿宋_GB2312" charset="0"/>
                <a:ea typeface="宋体" panose="02010600030101010101" pitchFamily="2" charset="-122"/>
              </a:rPr>
              <a:t>读为</a:t>
            </a:r>
            <a:r>
              <a:rPr lang="zh-CN" altLang="en-US" sz="2400">
                <a:latin typeface="华文楷体" panose="02010600040101010101" pitchFamily="2" charset="-122"/>
                <a:ea typeface="华文楷体" panose="02010600040101010101" pitchFamily="2" charset="-122"/>
              </a:rPr>
              <a:t>”</a:t>
            </a:r>
            <a:r>
              <a:rPr lang="zh-CN" altLang="en-US" sz="2400">
                <a:latin typeface="仿宋_GB2312" charset="0"/>
                <a:ea typeface="宋体" panose="02010600030101010101" pitchFamily="2" charset="-122"/>
              </a:rPr>
              <a:t>或</a:t>
            </a:r>
            <a:r>
              <a:rPr lang="zh-CN" altLang="en-US" sz="2400">
                <a:latin typeface="华文楷体" panose="02010600040101010101" pitchFamily="2" charset="-122"/>
                <a:ea typeface="华文楷体" panose="02010600040101010101" pitchFamily="2" charset="-122"/>
              </a:rPr>
              <a:t>”</a:t>
            </a:r>
            <a:r>
              <a:rPr lang="zh-CN" altLang="en-US" sz="2400">
                <a:latin typeface="仿宋_GB2312" charset="0"/>
                <a:ea typeface="宋体" panose="02010600030101010101" pitchFamily="2" charset="-122"/>
              </a:rPr>
              <a:t>；</a:t>
            </a:r>
          </a:p>
          <a:p>
            <a:pPr eaLnBrk="1" hangingPunct="1">
              <a:lnSpc>
                <a:spcPct val="115000"/>
              </a:lnSpc>
              <a:buFont typeface="Wingdings" pitchFamily="2" charset="2"/>
              <a:buNone/>
            </a:pPr>
            <a:r>
              <a:rPr lang="zh-CN" altLang="en-US" sz="2400">
                <a:latin typeface="仿宋_GB2312" charset="0"/>
                <a:ea typeface="宋体" panose="02010600030101010101" pitchFamily="2" charset="-122"/>
              </a:rPr>
              <a:t>          </a:t>
            </a:r>
            <a:r>
              <a:rPr lang="zh-CN" altLang="en-US" sz="2400">
                <a:latin typeface="华文楷体" panose="02010600040101010101" pitchFamily="2" charset="-122"/>
                <a:ea typeface="华文楷体" panose="02010600040101010101" pitchFamily="2" charset="-122"/>
              </a:rPr>
              <a:t>”</a:t>
            </a:r>
            <a:r>
              <a:rPr lang="en-US" altLang="zh-CN" sz="2400">
                <a:latin typeface="仿宋_GB2312" charset="0"/>
                <a:ea typeface="宋体" panose="02010600030101010101" pitchFamily="2" charset="-122"/>
              </a:rPr>
              <a:t>.</a:t>
            </a:r>
            <a:r>
              <a:rPr lang="en-US" altLang="zh-CN" sz="2400">
                <a:latin typeface="华文楷体" panose="02010600040101010101" pitchFamily="2" charset="-122"/>
                <a:ea typeface="华文楷体" panose="02010600040101010101" pitchFamily="2" charset="-122"/>
              </a:rPr>
              <a:t>”</a:t>
            </a:r>
            <a:r>
              <a:rPr lang="zh-CN" altLang="en-US" sz="2400">
                <a:latin typeface="仿宋_GB2312" charset="0"/>
                <a:ea typeface="宋体" panose="02010600030101010101" pitchFamily="2" charset="-122"/>
              </a:rPr>
              <a:t>读为</a:t>
            </a:r>
            <a:r>
              <a:rPr lang="zh-CN" altLang="en-US" sz="2400">
                <a:latin typeface="华文楷体" panose="02010600040101010101" pitchFamily="2" charset="-122"/>
                <a:ea typeface="华文楷体" panose="02010600040101010101" pitchFamily="2" charset="-122"/>
              </a:rPr>
              <a:t>”</a:t>
            </a:r>
            <a:r>
              <a:rPr lang="zh-CN" altLang="en-US" sz="2400">
                <a:latin typeface="仿宋_GB2312" charset="0"/>
                <a:ea typeface="宋体" panose="02010600030101010101" pitchFamily="2" charset="-122"/>
              </a:rPr>
              <a:t>连接</a:t>
            </a:r>
            <a:r>
              <a:rPr lang="zh-CN" altLang="en-US" sz="2400">
                <a:latin typeface="华文楷体" panose="02010600040101010101" pitchFamily="2" charset="-122"/>
                <a:ea typeface="华文楷体" panose="02010600040101010101" pitchFamily="2" charset="-122"/>
              </a:rPr>
              <a:t>”</a:t>
            </a:r>
            <a:endParaRPr lang="zh-CN" altLang="en-US" sz="2400">
              <a:latin typeface="仿宋_GB2312" charset="0"/>
              <a:ea typeface="宋体" panose="02010600030101010101" pitchFamily="2" charset="-122"/>
            </a:endParaRPr>
          </a:p>
          <a:p>
            <a:pPr eaLnBrk="1" hangingPunct="1">
              <a:lnSpc>
                <a:spcPct val="115000"/>
              </a:lnSpc>
              <a:buFont typeface="Wingdings" pitchFamily="2" charset="2"/>
              <a:buNone/>
            </a:pPr>
            <a:r>
              <a:rPr lang="zh-CN" altLang="en-US" sz="2400">
                <a:latin typeface="仿宋_GB2312" charset="0"/>
                <a:ea typeface="宋体" panose="02010600030101010101" pitchFamily="2" charset="-122"/>
              </a:rPr>
              <a:t>          </a:t>
            </a:r>
            <a:r>
              <a:rPr lang="zh-CN" altLang="en-US" sz="2400">
                <a:latin typeface="华文楷体" panose="02010600040101010101" pitchFamily="2" charset="-122"/>
                <a:ea typeface="华文楷体" panose="02010600040101010101" pitchFamily="2" charset="-122"/>
              </a:rPr>
              <a:t>”</a:t>
            </a:r>
            <a:r>
              <a:rPr lang="zh-CN" altLang="en-US" sz="2400">
                <a:latin typeface="仿宋_GB2312" charset="0"/>
                <a:ea typeface="宋体" panose="02010600030101010101" pitchFamily="2" charset="-122"/>
              </a:rPr>
              <a:t>*</a:t>
            </a:r>
            <a:r>
              <a:rPr lang="zh-CN" altLang="en-US" sz="2400">
                <a:latin typeface="华文楷体" panose="02010600040101010101" pitchFamily="2" charset="-122"/>
                <a:ea typeface="华文楷体" panose="02010600040101010101" pitchFamily="2" charset="-122"/>
              </a:rPr>
              <a:t>”</a:t>
            </a:r>
            <a:r>
              <a:rPr lang="zh-CN" altLang="en-US" sz="2400">
                <a:latin typeface="仿宋_GB2312" charset="0"/>
                <a:ea typeface="宋体" panose="02010600030101010101" pitchFamily="2" charset="-122"/>
              </a:rPr>
              <a:t>读为</a:t>
            </a:r>
            <a:r>
              <a:rPr lang="zh-CN" altLang="en-US" sz="2400">
                <a:latin typeface="华文楷体" panose="02010600040101010101" pitchFamily="2" charset="-122"/>
                <a:ea typeface="华文楷体" panose="02010600040101010101" pitchFamily="2" charset="-122"/>
              </a:rPr>
              <a:t>”</a:t>
            </a:r>
            <a:r>
              <a:rPr lang="zh-CN" altLang="en-US" sz="2400">
                <a:latin typeface="仿宋_GB2312" charset="0"/>
                <a:ea typeface="宋体" panose="02010600030101010101" pitchFamily="2" charset="-122"/>
              </a:rPr>
              <a:t>闭包</a:t>
            </a:r>
            <a:r>
              <a:rPr lang="zh-CN" altLang="en-US" sz="2400">
                <a:latin typeface="华文楷体" panose="02010600040101010101" pitchFamily="2" charset="-122"/>
                <a:ea typeface="华文楷体" panose="02010600040101010101" pitchFamily="2" charset="-122"/>
              </a:rPr>
              <a:t>”</a:t>
            </a:r>
            <a:r>
              <a:rPr lang="zh-CN" altLang="en-US" sz="2400">
                <a:latin typeface="仿宋_GB2312" charset="0"/>
                <a:ea typeface="宋体" panose="02010600030101010101" pitchFamily="2" charset="-122"/>
              </a:rPr>
              <a:t>。</a:t>
            </a:r>
          </a:p>
          <a:p>
            <a:pPr eaLnBrk="1" hangingPunct="1">
              <a:lnSpc>
                <a:spcPct val="115000"/>
              </a:lnSpc>
              <a:buFont typeface="Wingdings" pitchFamily="2" charset="2"/>
              <a:buNone/>
            </a:pPr>
            <a:r>
              <a:rPr lang="zh-CN" altLang="en-US" sz="2400">
                <a:latin typeface="仿宋_GB2312" charset="0"/>
                <a:ea typeface="宋体" panose="02010600030101010101" pitchFamily="2" charset="-122"/>
              </a:rPr>
              <a:t>    一般地，连接符</a:t>
            </a:r>
            <a:r>
              <a:rPr lang="zh-CN" altLang="en-US" sz="2400">
                <a:latin typeface="华文楷体" panose="02010600040101010101" pitchFamily="2" charset="-122"/>
                <a:ea typeface="华文楷体" panose="02010600040101010101" pitchFamily="2" charset="-122"/>
              </a:rPr>
              <a:t>”</a:t>
            </a:r>
            <a:r>
              <a:rPr lang="en-US" altLang="zh-CN" sz="2400">
                <a:latin typeface="仿宋_GB2312" charset="0"/>
                <a:ea typeface="宋体" panose="02010600030101010101" pitchFamily="2" charset="-122"/>
              </a:rPr>
              <a:t>.</a:t>
            </a:r>
            <a:r>
              <a:rPr lang="en-US" altLang="zh-CN" sz="2400">
                <a:latin typeface="华文楷体" panose="02010600040101010101" pitchFamily="2" charset="-122"/>
                <a:ea typeface="华文楷体" panose="02010600040101010101" pitchFamily="2" charset="-122"/>
              </a:rPr>
              <a:t>”</a:t>
            </a:r>
            <a:r>
              <a:rPr lang="zh-CN" altLang="en-US" sz="2400">
                <a:latin typeface="仿宋_GB2312" charset="0"/>
                <a:ea typeface="宋体" panose="02010600030101010101" pitchFamily="2" charset="-122"/>
              </a:rPr>
              <a:t>可省略不写，在不引起混淆的情况下，括号可省去。</a:t>
            </a:r>
          </a:p>
          <a:p>
            <a:pPr eaLnBrk="1" hangingPunct="1">
              <a:lnSpc>
                <a:spcPct val="115000"/>
              </a:lnSpc>
            </a:pPr>
            <a:r>
              <a:rPr lang="zh-CN" altLang="en-US" sz="2400">
                <a:latin typeface="仿宋_GB2312" charset="0"/>
                <a:ea typeface="宋体" panose="02010600030101010101" pitchFamily="2" charset="-122"/>
              </a:rPr>
              <a:t>正规式运算符的</a:t>
            </a:r>
            <a:r>
              <a:rPr lang="zh-CN" altLang="en-US" sz="2400">
                <a:solidFill>
                  <a:srgbClr val="990000"/>
                </a:solidFill>
                <a:latin typeface="仿宋_GB2312" charset="0"/>
                <a:ea typeface="宋体" panose="02010600030101010101" pitchFamily="2" charset="-122"/>
              </a:rPr>
              <a:t>优先顺序</a:t>
            </a:r>
            <a:r>
              <a:rPr lang="zh-CN" altLang="en-US" sz="2400">
                <a:latin typeface="仿宋_GB2312" charset="0"/>
                <a:ea typeface="宋体" panose="02010600030101010101" pitchFamily="2" charset="-122"/>
              </a:rPr>
              <a:t>为：</a:t>
            </a:r>
            <a:r>
              <a:rPr lang="zh-CN" altLang="en-US" sz="2400">
                <a:latin typeface="华文楷体" panose="02010600040101010101" pitchFamily="2" charset="-122"/>
                <a:ea typeface="华文楷体" panose="02010600040101010101" pitchFamily="2" charset="-122"/>
              </a:rPr>
              <a:t>”</a:t>
            </a:r>
            <a:r>
              <a:rPr lang="zh-CN" altLang="en-US" sz="2400">
                <a:latin typeface="仿宋_GB2312" charset="0"/>
                <a:ea typeface="宋体" panose="02010600030101010101" pitchFamily="2" charset="-122"/>
              </a:rPr>
              <a:t>*</a:t>
            </a:r>
            <a:r>
              <a:rPr lang="zh-CN" altLang="en-US" sz="2400">
                <a:latin typeface="华文楷体" panose="02010600040101010101" pitchFamily="2" charset="-122"/>
                <a:ea typeface="华文楷体" panose="02010600040101010101" pitchFamily="2" charset="-122"/>
              </a:rPr>
              <a:t>”</a:t>
            </a:r>
            <a:r>
              <a:rPr lang="zh-CN" altLang="en-US" sz="2400">
                <a:latin typeface="仿宋_GB2312" charset="0"/>
                <a:ea typeface="宋体" panose="02010600030101010101" pitchFamily="2" charset="-122"/>
              </a:rPr>
              <a:t>最高</a:t>
            </a:r>
            <a:r>
              <a:rPr lang="en-US" altLang="zh-CN" sz="2400">
                <a:latin typeface="仿宋_GB2312" charset="0"/>
                <a:ea typeface="宋体" panose="02010600030101010101" pitchFamily="2" charset="-122"/>
              </a:rPr>
              <a:t>,</a:t>
            </a:r>
            <a:r>
              <a:rPr lang="en-US" altLang="zh-CN" sz="2400">
                <a:latin typeface="华文楷体" panose="02010600040101010101" pitchFamily="2" charset="-122"/>
                <a:ea typeface="华文楷体" panose="02010600040101010101" pitchFamily="2" charset="-122"/>
              </a:rPr>
              <a:t>”</a:t>
            </a:r>
            <a:r>
              <a:rPr lang="en-US" altLang="zh-CN" sz="2400">
                <a:latin typeface="仿宋_GB2312" charset="0"/>
                <a:ea typeface="宋体" panose="02010600030101010101" pitchFamily="2" charset="-122"/>
              </a:rPr>
              <a:t>.</a:t>
            </a:r>
            <a:r>
              <a:rPr lang="en-US" altLang="zh-CN" sz="2400">
                <a:latin typeface="华文楷体" panose="02010600040101010101" pitchFamily="2" charset="-122"/>
                <a:ea typeface="华文楷体" panose="02010600040101010101" pitchFamily="2" charset="-122"/>
              </a:rPr>
              <a:t>”</a:t>
            </a:r>
            <a:r>
              <a:rPr lang="zh-CN" altLang="en-US" sz="2400">
                <a:latin typeface="仿宋_GB2312" charset="0"/>
                <a:ea typeface="宋体" panose="02010600030101010101" pitchFamily="2" charset="-122"/>
              </a:rPr>
              <a:t>次之</a:t>
            </a:r>
            <a:r>
              <a:rPr lang="en-US" altLang="zh-CN" sz="2400">
                <a:latin typeface="仿宋_GB2312" charset="0"/>
                <a:ea typeface="宋体" panose="02010600030101010101" pitchFamily="2" charset="-122"/>
              </a:rPr>
              <a:t>,</a:t>
            </a:r>
            <a:r>
              <a:rPr lang="en-US" altLang="zh-CN" sz="2400">
                <a:latin typeface="华文楷体" panose="02010600040101010101" pitchFamily="2" charset="-122"/>
                <a:ea typeface="华文楷体" panose="02010600040101010101" pitchFamily="2" charset="-122"/>
              </a:rPr>
              <a:t>”</a:t>
            </a:r>
            <a:r>
              <a:rPr lang="en-US" altLang="zh-CN" sz="2400">
                <a:latin typeface="仿宋_GB2312" charset="0"/>
                <a:ea typeface="宋体" panose="02010600030101010101" pitchFamily="2" charset="-122"/>
              </a:rPr>
              <a:t>|</a:t>
            </a:r>
            <a:r>
              <a:rPr lang="en-US" altLang="zh-CN" sz="2400">
                <a:latin typeface="华文楷体" panose="02010600040101010101" pitchFamily="2" charset="-122"/>
                <a:ea typeface="华文楷体" panose="02010600040101010101" pitchFamily="2" charset="-122"/>
              </a:rPr>
              <a:t>”</a:t>
            </a:r>
            <a:r>
              <a:rPr lang="zh-CN" altLang="en-US" sz="2400">
                <a:latin typeface="仿宋_GB2312" charset="0"/>
                <a:ea typeface="宋体" panose="02010600030101010101" pitchFamily="2" charset="-122"/>
              </a:rPr>
              <a:t>最低。</a:t>
            </a:r>
          </a:p>
          <a:p>
            <a:pPr eaLnBrk="1" hangingPunct="1">
              <a:lnSpc>
                <a:spcPct val="115000"/>
              </a:lnSpc>
            </a:pPr>
            <a:r>
              <a:rPr lang="zh-CN" altLang="en-US" sz="2400">
                <a:latin typeface="仿宋_GB2312" charset="0"/>
                <a:ea typeface="宋体" panose="02010600030101010101" pitchFamily="2" charset="-122"/>
              </a:rPr>
              <a:t>若两个正规式所表示的正规集相同，则认为二者等价，记为</a:t>
            </a:r>
            <a:r>
              <a:rPr lang="en-US" altLang="zh-CN" sz="2400">
                <a:ea typeface="宋体" panose="02010600030101010101" pitchFamily="2" charset="-122"/>
              </a:rPr>
              <a:t>U=V</a:t>
            </a:r>
            <a:r>
              <a:rPr lang="zh-CN" altLang="en-US" sz="2400">
                <a:latin typeface="仿宋_GB2312" charset="0"/>
                <a:ea typeface="宋体" panose="02010600030101010101" pitchFamily="2" charset="-122"/>
              </a:rPr>
              <a:t>。</a:t>
            </a:r>
          </a:p>
          <a:p>
            <a:pPr eaLnBrk="1" hangingPunct="1">
              <a:lnSpc>
                <a:spcPct val="115000"/>
              </a:lnSpc>
            </a:pPr>
            <a:endParaRPr lang="en-US" altLang="zh-CN" sz="2400">
              <a:latin typeface="仿宋_GB2312" charset="0"/>
              <a:ea typeface="宋体" panose="02010600030101010101" pitchFamily="2" charset="-122"/>
            </a:endParaRPr>
          </a:p>
        </p:txBody>
      </p:sp>
      <p:sp>
        <p:nvSpPr>
          <p:cNvPr id="43012" name="灯片编号占位符 3">
            <a:extLst>
              <a:ext uri="{FF2B5EF4-FFF2-40B4-BE49-F238E27FC236}">
                <a16:creationId xmlns:a16="http://schemas.microsoft.com/office/drawing/2014/main" id="{343186D0-023E-928E-EC5F-49E40DF4FE5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0EB8A7E5-D304-154A-A80E-F021E2E059BF}"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32</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DF4A4DD1-9031-218A-828C-F85F275B2452}"/>
              </a:ext>
            </a:extLst>
          </p:cNvPr>
          <p:cNvSpPr>
            <a:spLocks noGrp="1" noChangeArrowheads="1"/>
          </p:cNvSpPr>
          <p:nvPr>
            <p:ph type="body" idx="1"/>
          </p:nvPr>
        </p:nvSpPr>
        <p:spPr>
          <a:xfrm>
            <a:off x="468313" y="692150"/>
            <a:ext cx="8229600" cy="865188"/>
          </a:xfrm>
        </p:spPr>
        <p:txBody>
          <a:bodyPr/>
          <a:lstStyle/>
          <a:p>
            <a:pPr eaLnBrk="1" hangingPunct="1">
              <a:buFont typeface="Wingdings" pitchFamily="2" charset="2"/>
              <a:buNone/>
            </a:pPr>
            <a:r>
              <a:rPr lang="zh-CN" altLang="en-US" sz="2800">
                <a:solidFill>
                  <a:srgbClr val="CC6600"/>
                </a:solidFill>
                <a:ea typeface="宋体" panose="02010600030101010101" pitchFamily="2" charset="-122"/>
              </a:rPr>
              <a:t>例</a:t>
            </a:r>
            <a:r>
              <a:rPr lang="en-US" altLang="zh-CN" sz="2800">
                <a:solidFill>
                  <a:srgbClr val="CC6600"/>
                </a:solidFill>
                <a:ea typeface="宋体" panose="02010600030101010101" pitchFamily="2" charset="-122"/>
              </a:rPr>
              <a:t>1</a:t>
            </a:r>
            <a:r>
              <a:rPr lang="en-US" altLang="zh-CN" sz="2800">
                <a:ea typeface="宋体" panose="02010600030101010101" pitchFamily="2" charset="-122"/>
              </a:rPr>
              <a:t>. </a:t>
            </a:r>
            <a:r>
              <a:rPr lang="zh-CN" altLang="en-US" sz="2800">
                <a:ea typeface="宋体" panose="02010600030101010101" pitchFamily="2" charset="-122"/>
              </a:rPr>
              <a:t>令∑＝</a:t>
            </a:r>
            <a:r>
              <a:rPr lang="en-US" altLang="zh-CN" sz="2800">
                <a:ea typeface="宋体" panose="02010600030101010101" pitchFamily="2" charset="-122"/>
              </a:rPr>
              <a:t>{a,b}</a:t>
            </a:r>
            <a:r>
              <a:rPr lang="zh-CN" altLang="en-US" sz="2800">
                <a:ea typeface="宋体" panose="02010600030101010101" pitchFamily="2" charset="-122"/>
              </a:rPr>
              <a:t>，∑上的正规式和相应的正规集有</a:t>
            </a:r>
          </a:p>
        </p:txBody>
      </p:sp>
      <p:sp>
        <p:nvSpPr>
          <p:cNvPr id="798723" name="Text Box 3">
            <a:extLst>
              <a:ext uri="{FF2B5EF4-FFF2-40B4-BE49-F238E27FC236}">
                <a16:creationId xmlns:a16="http://schemas.microsoft.com/office/drawing/2014/main" id="{406F0813-E5F9-C6B2-0EB3-69FB278DA498}"/>
              </a:ext>
            </a:extLst>
          </p:cNvPr>
          <p:cNvSpPr txBox="1">
            <a:spLocks noChangeArrowheads="1"/>
          </p:cNvSpPr>
          <p:nvPr/>
        </p:nvSpPr>
        <p:spPr bwMode="auto">
          <a:xfrm>
            <a:off x="900113" y="1771650"/>
            <a:ext cx="1727200"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2400">
                <a:ea typeface="宋体" panose="02010600030101010101" pitchFamily="2" charset="-122"/>
              </a:rPr>
              <a:t>正规式</a:t>
            </a:r>
          </a:p>
          <a:p>
            <a:pPr eaLnBrk="1" hangingPunct="1">
              <a:spcBef>
                <a:spcPct val="0"/>
              </a:spcBef>
              <a:buClrTx/>
              <a:buSzTx/>
              <a:buFontTx/>
              <a:buNone/>
            </a:pPr>
            <a:endParaRPr lang="zh-CN" altLang="en-US" sz="2400">
              <a:ea typeface="宋体" panose="02010600030101010101" pitchFamily="2" charset="-122"/>
            </a:endParaRPr>
          </a:p>
          <a:p>
            <a:pPr eaLnBrk="1" hangingPunct="1">
              <a:spcBef>
                <a:spcPct val="50000"/>
              </a:spcBef>
              <a:buClrTx/>
              <a:buSzTx/>
              <a:buFontTx/>
              <a:buNone/>
            </a:pPr>
            <a:r>
              <a:rPr lang="en-US" altLang="zh-CN" sz="2400">
                <a:ea typeface="楷体_GB2312"/>
                <a:cs typeface="楷体_GB2312"/>
              </a:rPr>
              <a:t>(a|b)(a|b)</a:t>
            </a:r>
          </a:p>
        </p:txBody>
      </p:sp>
      <p:sp>
        <p:nvSpPr>
          <p:cNvPr id="44036" name="Text Box 4">
            <a:extLst>
              <a:ext uri="{FF2B5EF4-FFF2-40B4-BE49-F238E27FC236}">
                <a16:creationId xmlns:a16="http://schemas.microsoft.com/office/drawing/2014/main" id="{1787C3D4-6634-2921-5AED-0BEDF7F11457}"/>
              </a:ext>
            </a:extLst>
          </p:cNvPr>
          <p:cNvSpPr txBox="1">
            <a:spLocks noChangeArrowheads="1"/>
          </p:cNvSpPr>
          <p:nvPr/>
        </p:nvSpPr>
        <p:spPr bwMode="auto">
          <a:xfrm>
            <a:off x="3203575" y="1589088"/>
            <a:ext cx="5040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endParaRPr lang="zh-CN" altLang="zh-CN" sz="2400" b="0">
              <a:ea typeface="楷体_GB2312"/>
              <a:cs typeface="楷体_GB2312"/>
            </a:endParaRPr>
          </a:p>
        </p:txBody>
      </p:sp>
      <p:sp>
        <p:nvSpPr>
          <p:cNvPr id="798725" name="Text Box 5">
            <a:extLst>
              <a:ext uri="{FF2B5EF4-FFF2-40B4-BE49-F238E27FC236}">
                <a16:creationId xmlns:a16="http://schemas.microsoft.com/office/drawing/2014/main" id="{6B364CF0-9392-BEF2-7562-C480BAAF6E6F}"/>
              </a:ext>
            </a:extLst>
          </p:cNvPr>
          <p:cNvSpPr txBox="1">
            <a:spLocks noChangeArrowheads="1"/>
          </p:cNvSpPr>
          <p:nvPr/>
        </p:nvSpPr>
        <p:spPr bwMode="auto">
          <a:xfrm>
            <a:off x="3635375" y="1660525"/>
            <a:ext cx="5329238"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lnSpc>
                <a:spcPct val="125000"/>
              </a:lnSpc>
              <a:spcBef>
                <a:spcPct val="50000"/>
              </a:spcBef>
              <a:buClrTx/>
              <a:buSzTx/>
              <a:buFontTx/>
              <a:buNone/>
            </a:pPr>
            <a:r>
              <a:rPr lang="en-US" altLang="zh-CN" sz="2400" b="0">
                <a:ea typeface="楷体_GB2312"/>
                <a:cs typeface="楷体_GB2312"/>
              </a:rPr>
              <a:t>	</a:t>
            </a:r>
            <a:r>
              <a:rPr lang="zh-CN" altLang="en-US" sz="2400">
                <a:ea typeface="宋体" panose="02010600030101010101" pitchFamily="2" charset="-122"/>
              </a:rPr>
              <a:t>正规集</a:t>
            </a:r>
            <a:r>
              <a:rPr lang="zh-CN" altLang="en-US" sz="2400">
                <a:ea typeface="楷体_GB2312"/>
                <a:cs typeface="楷体_GB2312"/>
              </a:rPr>
              <a:t>	 </a:t>
            </a:r>
            <a:r>
              <a:rPr lang="en-US" altLang="zh-CN" sz="2400">
                <a:ea typeface="宋体" panose="02010600030101010101" pitchFamily="2" charset="-122"/>
              </a:rPr>
              <a:t>L(a|b)(a|b)=L(a|b)·L(a|b)</a:t>
            </a:r>
          </a:p>
          <a:p>
            <a:pPr eaLnBrk="1" hangingPunct="1">
              <a:lnSpc>
                <a:spcPct val="125000"/>
              </a:lnSpc>
              <a:spcBef>
                <a:spcPct val="0"/>
              </a:spcBef>
              <a:buClrTx/>
              <a:buSzTx/>
              <a:buFontTx/>
              <a:buNone/>
            </a:pPr>
            <a:r>
              <a:rPr lang="en-US" altLang="zh-CN" sz="2400">
                <a:ea typeface="宋体" panose="02010600030101010101" pitchFamily="2" charset="-122"/>
              </a:rPr>
              <a:t>        =(L(a)∪L(b))·(L(a)∪L(b))</a:t>
            </a:r>
          </a:p>
          <a:p>
            <a:pPr eaLnBrk="1" hangingPunct="1">
              <a:lnSpc>
                <a:spcPct val="125000"/>
              </a:lnSpc>
              <a:spcBef>
                <a:spcPct val="0"/>
              </a:spcBef>
              <a:buClrTx/>
              <a:buSzTx/>
              <a:buFontTx/>
              <a:buNone/>
            </a:pPr>
            <a:r>
              <a:rPr lang="en-US" altLang="zh-CN" sz="2400">
                <a:ea typeface="宋体" panose="02010600030101010101" pitchFamily="2" charset="-122"/>
              </a:rPr>
              <a:t>        ={a,b}·{a,b}={aa,ab,ba,bb}</a:t>
            </a:r>
          </a:p>
        </p:txBody>
      </p:sp>
      <p:sp>
        <p:nvSpPr>
          <p:cNvPr id="798726" name="Text Box 6">
            <a:extLst>
              <a:ext uri="{FF2B5EF4-FFF2-40B4-BE49-F238E27FC236}">
                <a16:creationId xmlns:a16="http://schemas.microsoft.com/office/drawing/2014/main" id="{7F3299CB-8661-4174-4365-3624CFCA7006}"/>
              </a:ext>
            </a:extLst>
          </p:cNvPr>
          <p:cNvSpPr txBox="1">
            <a:spLocks noChangeArrowheads="1"/>
          </p:cNvSpPr>
          <p:nvPr/>
        </p:nvSpPr>
        <p:spPr bwMode="auto">
          <a:xfrm>
            <a:off x="1187450" y="4652963"/>
            <a:ext cx="1944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400">
                <a:ea typeface="宋体" panose="02010600030101010101" pitchFamily="2" charset="-122"/>
              </a:rPr>
              <a:t>ba*</a:t>
            </a:r>
          </a:p>
        </p:txBody>
      </p:sp>
      <p:sp>
        <p:nvSpPr>
          <p:cNvPr id="798727" name="Text Box 7">
            <a:extLst>
              <a:ext uri="{FF2B5EF4-FFF2-40B4-BE49-F238E27FC236}">
                <a16:creationId xmlns:a16="http://schemas.microsoft.com/office/drawing/2014/main" id="{53528610-7857-9C4C-BA28-AB8A4578E3EC}"/>
              </a:ext>
            </a:extLst>
          </p:cNvPr>
          <p:cNvSpPr txBox="1">
            <a:spLocks noChangeArrowheads="1"/>
          </p:cNvSpPr>
          <p:nvPr/>
        </p:nvSpPr>
        <p:spPr bwMode="auto">
          <a:xfrm>
            <a:off x="3706813" y="3954463"/>
            <a:ext cx="4968875" cy="246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400">
                <a:ea typeface="宋体" panose="02010600030101010101" pitchFamily="2" charset="-122"/>
              </a:rPr>
              <a:t>L(ba*)=L(b)L(a*)=L(b)(L(a))*</a:t>
            </a:r>
          </a:p>
          <a:p>
            <a:pPr eaLnBrk="1" hangingPunct="1">
              <a:spcBef>
                <a:spcPct val="50000"/>
              </a:spcBef>
              <a:buClrTx/>
              <a:buSzTx/>
              <a:buFontTx/>
              <a:buNone/>
            </a:pPr>
            <a:r>
              <a:rPr lang="en-US" altLang="zh-CN" sz="2400">
                <a:ea typeface="宋体" panose="02010600030101010101" pitchFamily="2" charset="-122"/>
              </a:rPr>
              <a:t>          ={b}{a}*={b}{ε,a,aa,aaa,…}</a:t>
            </a:r>
          </a:p>
          <a:p>
            <a:pPr eaLnBrk="1" hangingPunct="1">
              <a:spcBef>
                <a:spcPct val="50000"/>
              </a:spcBef>
              <a:buClrTx/>
              <a:buSzTx/>
              <a:buFontTx/>
              <a:buNone/>
            </a:pPr>
            <a:r>
              <a:rPr lang="en-US" altLang="zh-CN" sz="2400">
                <a:ea typeface="宋体" panose="02010600030101010101" pitchFamily="2" charset="-122"/>
              </a:rPr>
              <a:t>          ={b,ab,baa,baaa,…}</a:t>
            </a:r>
          </a:p>
          <a:p>
            <a:pPr eaLnBrk="1" hangingPunct="1">
              <a:spcBef>
                <a:spcPct val="50000"/>
              </a:spcBef>
              <a:buClrTx/>
              <a:buSzTx/>
              <a:buFontTx/>
              <a:buNone/>
            </a:pPr>
            <a:r>
              <a:rPr lang="en-US" altLang="zh-CN" sz="2400">
                <a:ea typeface="宋体" panose="02010600030101010101" pitchFamily="2" charset="-122"/>
              </a:rPr>
              <a:t>∑</a:t>
            </a:r>
            <a:r>
              <a:rPr lang="zh-CN" altLang="en-US" sz="2400">
                <a:ea typeface="宋体" panose="02010600030101010101" pitchFamily="2" charset="-122"/>
              </a:rPr>
              <a:t>上所有以</a:t>
            </a:r>
            <a:r>
              <a:rPr lang="en-US" altLang="zh-CN" sz="2400">
                <a:ea typeface="宋体" panose="02010600030101010101" pitchFamily="2" charset="-122"/>
              </a:rPr>
              <a:t>b</a:t>
            </a:r>
            <a:r>
              <a:rPr lang="zh-CN" altLang="en-US" sz="2400">
                <a:ea typeface="宋体" panose="02010600030101010101" pitchFamily="2" charset="-122"/>
              </a:rPr>
              <a:t>为首后跟任意多个</a:t>
            </a:r>
            <a:r>
              <a:rPr lang="en-US" altLang="zh-CN" sz="2400">
                <a:ea typeface="宋体" panose="02010600030101010101" pitchFamily="2" charset="-122"/>
              </a:rPr>
              <a:t>a</a:t>
            </a:r>
            <a:r>
              <a:rPr lang="zh-CN" altLang="en-US" sz="2400">
                <a:ea typeface="宋体" panose="02010600030101010101" pitchFamily="2" charset="-122"/>
              </a:rPr>
              <a:t>的字的集合。</a:t>
            </a:r>
          </a:p>
        </p:txBody>
      </p:sp>
      <p:sp>
        <p:nvSpPr>
          <p:cNvPr id="798728" name="AutoShape 8">
            <a:extLst>
              <a:ext uri="{FF2B5EF4-FFF2-40B4-BE49-F238E27FC236}">
                <a16:creationId xmlns:a16="http://schemas.microsoft.com/office/drawing/2014/main" id="{0FF368B8-7CF8-6041-360B-B323032A0BDB}"/>
              </a:ext>
            </a:extLst>
          </p:cNvPr>
          <p:cNvSpPr>
            <a:spLocks noChangeArrowheads="1"/>
          </p:cNvSpPr>
          <p:nvPr/>
        </p:nvSpPr>
        <p:spPr bwMode="auto">
          <a:xfrm>
            <a:off x="2554288" y="2854325"/>
            <a:ext cx="863600" cy="142875"/>
          </a:xfrm>
          <a:prstGeom prst="rightArrow">
            <a:avLst>
              <a:gd name="adj1" fmla="val 50000"/>
              <a:gd name="adj2" fmla="val 151111"/>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798729" name="AutoShape 9">
            <a:extLst>
              <a:ext uri="{FF2B5EF4-FFF2-40B4-BE49-F238E27FC236}">
                <a16:creationId xmlns:a16="http://schemas.microsoft.com/office/drawing/2014/main" id="{ECEA22FA-FDAE-C808-FB19-EAA3FE481C72}"/>
              </a:ext>
            </a:extLst>
          </p:cNvPr>
          <p:cNvSpPr>
            <a:spLocks noChangeArrowheads="1"/>
          </p:cNvSpPr>
          <p:nvPr/>
        </p:nvSpPr>
        <p:spPr bwMode="auto">
          <a:xfrm>
            <a:off x="2555875" y="4941888"/>
            <a:ext cx="863600" cy="142875"/>
          </a:xfrm>
          <a:prstGeom prst="rightArrow">
            <a:avLst>
              <a:gd name="adj1" fmla="val 50000"/>
              <a:gd name="adj2" fmla="val 151111"/>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44042" name="灯片编号占位符 9">
            <a:extLst>
              <a:ext uri="{FF2B5EF4-FFF2-40B4-BE49-F238E27FC236}">
                <a16:creationId xmlns:a16="http://schemas.microsoft.com/office/drawing/2014/main" id="{E8093A2C-2076-1423-4BF4-974EDFFE07C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B5A97417-A729-7245-94D8-817F9D647E77}"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33</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98723"/>
                                        </p:tgtEl>
                                        <p:attrNameLst>
                                          <p:attrName>style.visibility</p:attrName>
                                        </p:attrNameLst>
                                      </p:cBhvr>
                                      <p:to>
                                        <p:strVal val="visible"/>
                                      </p:to>
                                    </p:set>
                                    <p:animEffect transition="in" filter="blinds(horizontal)">
                                      <p:cBhvr>
                                        <p:cTn id="7" dur="500"/>
                                        <p:tgtEl>
                                          <p:spTgt spid="7987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98728"/>
                                        </p:tgtEl>
                                        <p:attrNameLst>
                                          <p:attrName>style.visibility</p:attrName>
                                        </p:attrNameLst>
                                      </p:cBhvr>
                                      <p:to>
                                        <p:strVal val="visible"/>
                                      </p:to>
                                    </p:set>
                                    <p:animEffect transition="in" filter="blinds(horizontal)">
                                      <p:cBhvr>
                                        <p:cTn id="12" dur="500"/>
                                        <p:tgtEl>
                                          <p:spTgt spid="798728"/>
                                        </p:tgtEl>
                                      </p:cBhvr>
                                    </p:animEffect>
                                  </p:childTnLst>
                                </p:cTn>
                              </p:par>
                            </p:childTnLst>
                          </p:cTn>
                        </p:par>
                        <p:par>
                          <p:cTn id="13" fill="hold" nodeType="afterGroup">
                            <p:stCondLst>
                              <p:cond delay="500"/>
                            </p:stCondLst>
                            <p:childTnLst>
                              <p:par>
                                <p:cTn id="14" presetID="3" presetClass="entr" presetSubtype="10" fill="hold" nodeType="afterEffect">
                                  <p:stCondLst>
                                    <p:cond delay="0"/>
                                  </p:stCondLst>
                                  <p:childTnLst>
                                    <p:set>
                                      <p:cBhvr>
                                        <p:cTn id="15" dur="1" fill="hold">
                                          <p:stCondLst>
                                            <p:cond delay="0"/>
                                          </p:stCondLst>
                                        </p:cTn>
                                        <p:tgtEl>
                                          <p:spTgt spid="798725"/>
                                        </p:tgtEl>
                                        <p:attrNameLst>
                                          <p:attrName>style.visibility</p:attrName>
                                        </p:attrNameLst>
                                      </p:cBhvr>
                                      <p:to>
                                        <p:strVal val="visible"/>
                                      </p:to>
                                    </p:set>
                                    <p:animEffect transition="in" filter="blinds(horizontal)">
                                      <p:cBhvr>
                                        <p:cTn id="16" dur="500"/>
                                        <p:tgtEl>
                                          <p:spTgt spid="79872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798726"/>
                                        </p:tgtEl>
                                        <p:attrNameLst>
                                          <p:attrName>style.visibility</p:attrName>
                                        </p:attrNameLst>
                                      </p:cBhvr>
                                      <p:to>
                                        <p:strVal val="visible"/>
                                      </p:to>
                                    </p:set>
                                    <p:animEffect transition="in" filter="blinds(horizontal)">
                                      <p:cBhvr>
                                        <p:cTn id="21" dur="500"/>
                                        <p:tgtEl>
                                          <p:spTgt spid="79872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798729"/>
                                        </p:tgtEl>
                                        <p:attrNameLst>
                                          <p:attrName>style.visibility</p:attrName>
                                        </p:attrNameLst>
                                      </p:cBhvr>
                                      <p:to>
                                        <p:strVal val="visible"/>
                                      </p:to>
                                    </p:set>
                                    <p:animEffect transition="in" filter="blinds(horizontal)">
                                      <p:cBhvr>
                                        <p:cTn id="26" dur="500"/>
                                        <p:tgtEl>
                                          <p:spTgt spid="798729"/>
                                        </p:tgtEl>
                                      </p:cBhvr>
                                    </p:animEffect>
                                  </p:childTnLst>
                                </p:cTn>
                              </p:par>
                            </p:childTnLst>
                          </p:cTn>
                        </p:par>
                        <p:par>
                          <p:cTn id="27" fill="hold" nodeType="afterGroup">
                            <p:stCondLst>
                              <p:cond delay="500"/>
                            </p:stCondLst>
                            <p:childTnLst>
                              <p:par>
                                <p:cTn id="28" presetID="3" presetClass="entr" presetSubtype="10" fill="hold" nodeType="afterEffect">
                                  <p:stCondLst>
                                    <p:cond delay="0"/>
                                  </p:stCondLst>
                                  <p:childTnLst>
                                    <p:set>
                                      <p:cBhvr>
                                        <p:cTn id="29" dur="1" fill="hold">
                                          <p:stCondLst>
                                            <p:cond delay="0"/>
                                          </p:stCondLst>
                                        </p:cTn>
                                        <p:tgtEl>
                                          <p:spTgt spid="798727"/>
                                        </p:tgtEl>
                                        <p:attrNameLst>
                                          <p:attrName>style.visibility</p:attrName>
                                        </p:attrNameLst>
                                      </p:cBhvr>
                                      <p:to>
                                        <p:strVal val="visible"/>
                                      </p:to>
                                    </p:set>
                                    <p:animEffect transition="in" filter="blinds(horizontal)">
                                      <p:cBhvr>
                                        <p:cTn id="30" dur="500"/>
                                        <p:tgtEl>
                                          <p:spTgt spid="7987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23" grpId="0"/>
      <p:bldP spid="798725" grpId="0"/>
      <p:bldP spid="798726" grpId="0"/>
      <p:bldP spid="798727" grpId="0"/>
      <p:bldP spid="798728" grpId="0" animBg="1"/>
      <p:bldP spid="798729"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Text Box 2">
            <a:extLst>
              <a:ext uri="{FF2B5EF4-FFF2-40B4-BE49-F238E27FC236}">
                <a16:creationId xmlns:a16="http://schemas.microsoft.com/office/drawing/2014/main" id="{DAFD6C75-6660-4D63-A757-B6A9AD58C590}"/>
              </a:ext>
            </a:extLst>
          </p:cNvPr>
          <p:cNvSpPr txBox="1">
            <a:spLocks noChangeArrowheads="1"/>
          </p:cNvSpPr>
          <p:nvPr/>
        </p:nvSpPr>
        <p:spPr bwMode="auto">
          <a:xfrm>
            <a:off x="755650" y="763588"/>
            <a:ext cx="3311525" cy="180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2800">
                <a:ea typeface="宋体" panose="02010600030101010101" pitchFamily="2" charset="-122"/>
              </a:rPr>
              <a:t>正规式</a:t>
            </a:r>
          </a:p>
          <a:p>
            <a:pPr eaLnBrk="1" hangingPunct="1">
              <a:spcBef>
                <a:spcPct val="50000"/>
              </a:spcBef>
              <a:buClrTx/>
              <a:buSzTx/>
              <a:buFontTx/>
              <a:buNone/>
            </a:pPr>
            <a:r>
              <a:rPr lang="en-US" altLang="zh-CN" sz="2800">
                <a:ea typeface="楷体_GB2312"/>
                <a:cs typeface="楷体_GB2312"/>
              </a:rPr>
              <a:t>a(a|b)*</a:t>
            </a:r>
          </a:p>
          <a:p>
            <a:pPr eaLnBrk="1" hangingPunct="1">
              <a:spcBef>
                <a:spcPct val="50000"/>
              </a:spcBef>
              <a:buClrTx/>
              <a:buSzTx/>
              <a:buFontTx/>
              <a:buNone/>
            </a:pPr>
            <a:r>
              <a:rPr lang="en-US" altLang="zh-CN" sz="2800">
                <a:ea typeface="楷体_GB2312"/>
                <a:cs typeface="楷体_GB2312"/>
              </a:rPr>
              <a:t>(a|b)*(aa|bb)(a|b)*</a:t>
            </a:r>
          </a:p>
        </p:txBody>
      </p:sp>
      <p:sp>
        <p:nvSpPr>
          <p:cNvPr id="45059" name="Text Box 3">
            <a:extLst>
              <a:ext uri="{FF2B5EF4-FFF2-40B4-BE49-F238E27FC236}">
                <a16:creationId xmlns:a16="http://schemas.microsoft.com/office/drawing/2014/main" id="{F1E3C18F-72FC-32FE-93D8-053CB6388EC9}"/>
              </a:ext>
            </a:extLst>
          </p:cNvPr>
          <p:cNvSpPr txBox="1">
            <a:spLocks noChangeArrowheads="1"/>
          </p:cNvSpPr>
          <p:nvPr/>
        </p:nvSpPr>
        <p:spPr bwMode="auto">
          <a:xfrm>
            <a:off x="4572000" y="692150"/>
            <a:ext cx="3960813"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800" b="0">
                <a:latin typeface="仿宋_GB2312" charset="0"/>
                <a:ea typeface="宋体" panose="02010600030101010101" pitchFamily="2" charset="-122"/>
              </a:rPr>
              <a:t>	</a:t>
            </a:r>
            <a:r>
              <a:rPr lang="zh-CN" altLang="en-US" sz="2800">
                <a:latin typeface="仿宋_GB2312" charset="0"/>
                <a:ea typeface="宋体" panose="02010600030101010101" pitchFamily="2" charset="-122"/>
              </a:rPr>
              <a:t>正规集</a:t>
            </a:r>
          </a:p>
          <a:p>
            <a:pPr eaLnBrk="1" hangingPunct="1">
              <a:spcBef>
                <a:spcPct val="50000"/>
              </a:spcBef>
              <a:buClrTx/>
              <a:buSzTx/>
              <a:buFontTx/>
              <a:buNone/>
            </a:pPr>
            <a:r>
              <a:rPr lang="zh-CN" altLang="en-US" sz="2800">
                <a:latin typeface="仿宋_GB2312" charset="0"/>
                <a:ea typeface="宋体" panose="02010600030101010101" pitchFamily="2" charset="-122"/>
              </a:rPr>
              <a:t>∑上所有以</a:t>
            </a:r>
            <a:r>
              <a:rPr lang="en-US" altLang="zh-CN" sz="2800">
                <a:latin typeface="仿宋_GB2312" charset="0"/>
                <a:ea typeface="宋体" panose="02010600030101010101" pitchFamily="2" charset="-122"/>
              </a:rPr>
              <a:t>a</a:t>
            </a:r>
            <a:r>
              <a:rPr lang="zh-CN" altLang="en-US" sz="2800">
                <a:latin typeface="仿宋_GB2312" charset="0"/>
                <a:ea typeface="宋体" panose="02010600030101010101" pitchFamily="2" charset="-122"/>
              </a:rPr>
              <a:t>为首的字集</a:t>
            </a:r>
          </a:p>
          <a:p>
            <a:pPr eaLnBrk="1" hangingPunct="1">
              <a:spcBef>
                <a:spcPct val="50000"/>
              </a:spcBef>
              <a:buClrTx/>
              <a:buSzTx/>
              <a:buFontTx/>
              <a:buNone/>
            </a:pPr>
            <a:r>
              <a:rPr lang="zh-CN" altLang="en-US" sz="2800">
                <a:latin typeface="仿宋_GB2312" charset="0"/>
                <a:ea typeface="宋体" panose="02010600030101010101" pitchFamily="2" charset="-122"/>
              </a:rPr>
              <a:t>∑上所有含有两个相继</a:t>
            </a:r>
            <a:r>
              <a:rPr lang="en-US" altLang="zh-CN" sz="2800">
                <a:latin typeface="仿宋_GB2312" charset="0"/>
                <a:ea typeface="宋体" panose="02010600030101010101" pitchFamily="2" charset="-122"/>
              </a:rPr>
              <a:t>a</a:t>
            </a:r>
            <a:r>
              <a:rPr lang="zh-CN" altLang="en-US" sz="2800">
                <a:latin typeface="仿宋_GB2312" charset="0"/>
                <a:ea typeface="宋体" panose="02010600030101010101" pitchFamily="2" charset="-122"/>
              </a:rPr>
              <a:t>或两个相继</a:t>
            </a:r>
            <a:r>
              <a:rPr lang="en-US" altLang="zh-CN" sz="2800">
                <a:latin typeface="仿宋_GB2312" charset="0"/>
                <a:ea typeface="宋体" panose="02010600030101010101" pitchFamily="2" charset="-122"/>
              </a:rPr>
              <a:t>b</a:t>
            </a:r>
            <a:r>
              <a:rPr lang="zh-CN" altLang="en-US" sz="2800">
                <a:latin typeface="仿宋_GB2312" charset="0"/>
                <a:ea typeface="宋体" panose="02010600030101010101" pitchFamily="2" charset="-122"/>
              </a:rPr>
              <a:t>的字集</a:t>
            </a:r>
          </a:p>
        </p:txBody>
      </p:sp>
      <p:sp>
        <p:nvSpPr>
          <p:cNvPr id="45060" name="AutoShape 4">
            <a:extLst>
              <a:ext uri="{FF2B5EF4-FFF2-40B4-BE49-F238E27FC236}">
                <a16:creationId xmlns:a16="http://schemas.microsoft.com/office/drawing/2014/main" id="{7054472E-D6BB-B292-2D07-C771AC4E05C6}"/>
              </a:ext>
            </a:extLst>
          </p:cNvPr>
          <p:cNvSpPr>
            <a:spLocks noChangeArrowheads="1"/>
          </p:cNvSpPr>
          <p:nvPr/>
        </p:nvSpPr>
        <p:spPr bwMode="auto">
          <a:xfrm>
            <a:off x="4140200" y="2276475"/>
            <a:ext cx="504825" cy="142875"/>
          </a:xfrm>
          <a:prstGeom prst="rightArrow">
            <a:avLst>
              <a:gd name="adj1" fmla="val 50000"/>
              <a:gd name="adj2" fmla="val 88333"/>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799749" name="Text Box 5">
            <a:extLst>
              <a:ext uri="{FF2B5EF4-FFF2-40B4-BE49-F238E27FC236}">
                <a16:creationId xmlns:a16="http://schemas.microsoft.com/office/drawing/2014/main" id="{CD289577-4A11-4629-89AB-42F1EF47C782}"/>
              </a:ext>
            </a:extLst>
          </p:cNvPr>
          <p:cNvSpPr txBox="1">
            <a:spLocks noChangeArrowheads="1"/>
          </p:cNvSpPr>
          <p:nvPr/>
        </p:nvSpPr>
        <p:spPr bwMode="auto">
          <a:xfrm>
            <a:off x="539750" y="3140075"/>
            <a:ext cx="7416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2800">
                <a:solidFill>
                  <a:srgbClr val="CC6600"/>
                </a:solidFill>
                <a:ea typeface="宋体" panose="02010600030101010101" pitchFamily="2" charset="-122"/>
              </a:rPr>
              <a:t>例</a:t>
            </a:r>
            <a:r>
              <a:rPr lang="en-US" altLang="zh-CN" sz="2800">
                <a:solidFill>
                  <a:srgbClr val="CC6600"/>
                </a:solidFill>
                <a:ea typeface="宋体" panose="02010600030101010101" pitchFamily="2" charset="-122"/>
              </a:rPr>
              <a:t>2</a:t>
            </a:r>
            <a:r>
              <a:rPr lang="en-US" altLang="zh-CN" sz="2800">
                <a:ea typeface="宋体" panose="02010600030101010101" pitchFamily="2" charset="-122"/>
              </a:rPr>
              <a:t>. C</a:t>
            </a:r>
            <a:r>
              <a:rPr lang="zh-CN" altLang="en-US" sz="2800">
                <a:ea typeface="宋体" panose="02010600030101010101" pitchFamily="2" charset="-122"/>
              </a:rPr>
              <a:t>语言中“标识符”全体的正规式为：</a:t>
            </a:r>
          </a:p>
        </p:txBody>
      </p:sp>
      <p:sp>
        <p:nvSpPr>
          <p:cNvPr id="799750" name="Text Box 6">
            <a:extLst>
              <a:ext uri="{FF2B5EF4-FFF2-40B4-BE49-F238E27FC236}">
                <a16:creationId xmlns:a16="http://schemas.microsoft.com/office/drawing/2014/main" id="{AA9C05C8-F55F-9011-C83A-879DFF15AC47}"/>
              </a:ext>
            </a:extLst>
          </p:cNvPr>
          <p:cNvSpPr txBox="1">
            <a:spLocks noChangeArrowheads="1"/>
          </p:cNvSpPr>
          <p:nvPr/>
        </p:nvSpPr>
        <p:spPr bwMode="auto">
          <a:xfrm>
            <a:off x="971550" y="3787775"/>
            <a:ext cx="76327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lang="en-US" altLang="zh-CN" sz="2400">
                <a:ea typeface="宋体" panose="02010600030101010101" pitchFamily="2" charset="-122"/>
              </a:rPr>
              <a:t>(A| B |…| Z | a | b |… z)( A | B |…| Z | a |b|…|z|0|1|…|9)*</a:t>
            </a:r>
          </a:p>
        </p:txBody>
      </p:sp>
      <p:sp>
        <p:nvSpPr>
          <p:cNvPr id="799751" name="Text Box 7">
            <a:extLst>
              <a:ext uri="{FF2B5EF4-FFF2-40B4-BE49-F238E27FC236}">
                <a16:creationId xmlns:a16="http://schemas.microsoft.com/office/drawing/2014/main" id="{38D9BEF7-1E58-C2CE-88EE-9C2DE8B2A1FD}"/>
              </a:ext>
            </a:extLst>
          </p:cNvPr>
          <p:cNvSpPr txBox="1">
            <a:spLocks noChangeArrowheads="1"/>
          </p:cNvSpPr>
          <p:nvPr/>
        </p:nvSpPr>
        <p:spPr bwMode="auto">
          <a:xfrm>
            <a:off x="539750" y="4651375"/>
            <a:ext cx="77041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lang="zh-CN" altLang="en-US" sz="2800">
                <a:solidFill>
                  <a:srgbClr val="CC6600"/>
                </a:solidFill>
                <a:ea typeface="宋体" panose="02010600030101010101" pitchFamily="2" charset="-122"/>
              </a:rPr>
              <a:t>例</a:t>
            </a:r>
            <a:r>
              <a:rPr lang="en-US" altLang="zh-CN" sz="2800">
                <a:solidFill>
                  <a:srgbClr val="CC6600"/>
                </a:solidFill>
                <a:ea typeface="宋体" panose="02010600030101010101" pitchFamily="2" charset="-122"/>
              </a:rPr>
              <a:t>3</a:t>
            </a:r>
            <a:r>
              <a:rPr lang="en-US" altLang="zh-CN" sz="2800">
                <a:ea typeface="宋体" panose="02010600030101010101" pitchFamily="2" charset="-122"/>
              </a:rPr>
              <a:t>. </a:t>
            </a:r>
            <a:r>
              <a:rPr lang="en-US" altLang="zh-CN" sz="2800" b="0">
                <a:solidFill>
                  <a:schemeClr val="tx1"/>
                </a:solidFill>
                <a:ea typeface="宋体" panose="02010600030101010101" pitchFamily="2" charset="-122"/>
              </a:rPr>
              <a:t> </a:t>
            </a:r>
            <a:r>
              <a:rPr lang="en-US" altLang="zh-CN" sz="2800">
                <a:ea typeface="宋体" panose="02010600030101010101" pitchFamily="2" charset="-122"/>
              </a:rPr>
              <a:t>“</a:t>
            </a:r>
            <a:r>
              <a:rPr lang="zh-CN" altLang="en-US" sz="2800">
                <a:ea typeface="宋体" panose="02010600030101010101" pitchFamily="2" charset="-122"/>
              </a:rPr>
              <a:t>整数”全体的正规式：</a:t>
            </a:r>
          </a:p>
        </p:txBody>
      </p:sp>
      <p:sp>
        <p:nvSpPr>
          <p:cNvPr id="799752" name="Text Box 8">
            <a:extLst>
              <a:ext uri="{FF2B5EF4-FFF2-40B4-BE49-F238E27FC236}">
                <a16:creationId xmlns:a16="http://schemas.microsoft.com/office/drawing/2014/main" id="{A462A6FB-6F41-A358-7E3C-26411D68AB85}"/>
              </a:ext>
            </a:extLst>
          </p:cNvPr>
          <p:cNvSpPr txBox="1">
            <a:spLocks noChangeArrowheads="1"/>
          </p:cNvSpPr>
          <p:nvPr/>
        </p:nvSpPr>
        <p:spPr bwMode="auto">
          <a:xfrm>
            <a:off x="971550" y="5357813"/>
            <a:ext cx="75612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lang="en-US" altLang="zh-CN" sz="2800">
                <a:ea typeface="宋体" panose="02010600030101010101" pitchFamily="2" charset="-122"/>
              </a:rPr>
              <a:t>(0 | 1 | 2 |…| 9 )(0 | 1 | 2 |…| 9)*</a:t>
            </a:r>
          </a:p>
        </p:txBody>
      </p:sp>
      <p:sp>
        <p:nvSpPr>
          <p:cNvPr id="45065" name="AutoShape 9">
            <a:extLst>
              <a:ext uri="{FF2B5EF4-FFF2-40B4-BE49-F238E27FC236}">
                <a16:creationId xmlns:a16="http://schemas.microsoft.com/office/drawing/2014/main" id="{2AEDDCD2-5A09-952B-99F4-BCFAD0AAB6F9}"/>
              </a:ext>
            </a:extLst>
          </p:cNvPr>
          <p:cNvSpPr>
            <a:spLocks noChangeArrowheads="1"/>
          </p:cNvSpPr>
          <p:nvPr/>
        </p:nvSpPr>
        <p:spPr bwMode="auto">
          <a:xfrm>
            <a:off x="4140200" y="1555750"/>
            <a:ext cx="504825" cy="142875"/>
          </a:xfrm>
          <a:prstGeom prst="rightArrow">
            <a:avLst>
              <a:gd name="adj1" fmla="val 50000"/>
              <a:gd name="adj2" fmla="val 88333"/>
            </a:avLst>
          </a:prstGeom>
          <a:solidFill>
            <a:schemeClr val="accent1"/>
          </a:solidFill>
          <a:ln w="9525">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45066" name="灯片编号占位符 9">
            <a:extLst>
              <a:ext uri="{FF2B5EF4-FFF2-40B4-BE49-F238E27FC236}">
                <a16:creationId xmlns:a16="http://schemas.microsoft.com/office/drawing/2014/main" id="{14314359-1E00-ED98-768D-130E30BACC9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CAAE5B30-4702-5242-8785-B8C6C45FBFF9}"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34</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99749"/>
                                        </p:tgtEl>
                                        <p:attrNameLst>
                                          <p:attrName>style.visibility</p:attrName>
                                        </p:attrNameLst>
                                      </p:cBhvr>
                                      <p:to>
                                        <p:strVal val="visible"/>
                                      </p:to>
                                    </p:set>
                                    <p:animEffect transition="in" filter="blinds(horizontal)">
                                      <p:cBhvr>
                                        <p:cTn id="7" dur="500"/>
                                        <p:tgtEl>
                                          <p:spTgt spid="7997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99750"/>
                                        </p:tgtEl>
                                        <p:attrNameLst>
                                          <p:attrName>style.visibility</p:attrName>
                                        </p:attrNameLst>
                                      </p:cBhvr>
                                      <p:to>
                                        <p:strVal val="visible"/>
                                      </p:to>
                                    </p:set>
                                    <p:animEffect transition="in" filter="blinds(horizontal)">
                                      <p:cBhvr>
                                        <p:cTn id="12" dur="500"/>
                                        <p:tgtEl>
                                          <p:spTgt spid="7997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99751"/>
                                        </p:tgtEl>
                                        <p:attrNameLst>
                                          <p:attrName>style.visibility</p:attrName>
                                        </p:attrNameLst>
                                      </p:cBhvr>
                                      <p:to>
                                        <p:strVal val="visible"/>
                                      </p:to>
                                    </p:set>
                                    <p:animEffect transition="in" filter="blinds(horizontal)">
                                      <p:cBhvr>
                                        <p:cTn id="17" dur="500"/>
                                        <p:tgtEl>
                                          <p:spTgt spid="79975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99752"/>
                                        </p:tgtEl>
                                        <p:attrNameLst>
                                          <p:attrName>style.visibility</p:attrName>
                                        </p:attrNameLst>
                                      </p:cBhvr>
                                      <p:to>
                                        <p:strVal val="visible"/>
                                      </p:to>
                                    </p:set>
                                    <p:animEffect transition="in" filter="blinds(horizontal)">
                                      <p:cBhvr>
                                        <p:cTn id="22" dur="500"/>
                                        <p:tgtEl>
                                          <p:spTgt spid="7997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749" grpId="0"/>
      <p:bldP spid="799750" grpId="0"/>
      <p:bldP spid="799751" grpId="0"/>
      <p:bldP spid="79975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58C467CF-59E4-D7D7-3B40-704C5529FEA4}"/>
              </a:ext>
            </a:extLst>
          </p:cNvPr>
          <p:cNvSpPr>
            <a:spLocks noGrp="1" noChangeArrowheads="1"/>
          </p:cNvSpPr>
          <p:nvPr>
            <p:ph type="title"/>
          </p:nvPr>
        </p:nvSpPr>
        <p:spPr/>
        <p:txBody>
          <a:bodyPr/>
          <a:lstStyle/>
          <a:p>
            <a:pPr eaLnBrk="1" hangingPunct="1"/>
            <a:r>
              <a:rPr lang="zh-CN" altLang="en-US"/>
              <a:t>正规式的运算律</a:t>
            </a:r>
          </a:p>
        </p:txBody>
      </p:sp>
      <p:sp>
        <p:nvSpPr>
          <p:cNvPr id="46083" name="Rectangle 3">
            <a:extLst>
              <a:ext uri="{FF2B5EF4-FFF2-40B4-BE49-F238E27FC236}">
                <a16:creationId xmlns:a16="http://schemas.microsoft.com/office/drawing/2014/main" id="{BA094D26-AE61-465F-EDA8-C56AAFE2C02F}"/>
              </a:ext>
            </a:extLst>
          </p:cNvPr>
          <p:cNvSpPr>
            <a:spLocks noGrp="1" noChangeArrowheads="1"/>
          </p:cNvSpPr>
          <p:nvPr>
            <p:ph type="body" idx="1"/>
          </p:nvPr>
        </p:nvSpPr>
        <p:spPr>
          <a:xfrm>
            <a:off x="457200" y="1916113"/>
            <a:ext cx="8229600" cy="4327525"/>
          </a:xfrm>
        </p:spPr>
        <p:txBody>
          <a:bodyPr/>
          <a:lstStyle/>
          <a:p>
            <a:pPr eaLnBrk="1" hangingPunct="1">
              <a:lnSpc>
                <a:spcPct val="120000"/>
              </a:lnSpc>
            </a:pPr>
            <a:r>
              <a:rPr lang="zh-CN" altLang="en-US" sz="2800">
                <a:ea typeface="宋体" panose="02010600030101010101" pitchFamily="2" charset="-122"/>
              </a:rPr>
              <a:t>令</a:t>
            </a:r>
            <a:r>
              <a:rPr lang="en-US" altLang="zh-CN" sz="2800">
                <a:ea typeface="宋体" panose="02010600030101010101" pitchFamily="2" charset="-122"/>
              </a:rPr>
              <a:t>U</a:t>
            </a:r>
            <a:r>
              <a:rPr lang="zh-CN" altLang="en-US" sz="2800">
                <a:ea typeface="宋体" panose="02010600030101010101" pitchFamily="2" charset="-122"/>
              </a:rPr>
              <a:t>、</a:t>
            </a:r>
            <a:r>
              <a:rPr lang="en-US" altLang="zh-CN" sz="2800">
                <a:ea typeface="宋体" panose="02010600030101010101" pitchFamily="2" charset="-122"/>
              </a:rPr>
              <a:t>V</a:t>
            </a:r>
            <a:r>
              <a:rPr lang="zh-CN" altLang="en-US" sz="2800">
                <a:ea typeface="宋体" panose="02010600030101010101" pitchFamily="2" charset="-122"/>
              </a:rPr>
              <a:t>和</a:t>
            </a:r>
            <a:r>
              <a:rPr lang="en-US" altLang="zh-CN" sz="2800">
                <a:ea typeface="宋体" panose="02010600030101010101" pitchFamily="2" charset="-122"/>
              </a:rPr>
              <a:t>W</a:t>
            </a:r>
            <a:r>
              <a:rPr lang="zh-CN" altLang="en-US" sz="2800">
                <a:ea typeface="宋体" panose="02010600030101010101" pitchFamily="2" charset="-122"/>
              </a:rPr>
              <a:t>均为正规式，则：</a:t>
            </a:r>
          </a:p>
          <a:p>
            <a:pPr lvl="1" eaLnBrk="1" hangingPunct="1">
              <a:lnSpc>
                <a:spcPct val="120000"/>
              </a:lnSpc>
              <a:buFont typeface="Wingdings" pitchFamily="2" charset="2"/>
              <a:buNone/>
            </a:pPr>
            <a:r>
              <a:rPr lang="zh-CN" altLang="en-US" sz="2400">
                <a:ea typeface="宋体" panose="02010600030101010101" pitchFamily="2" charset="-122"/>
              </a:rPr>
              <a:t>  （</a:t>
            </a:r>
            <a:r>
              <a:rPr lang="en-US" altLang="zh-CN" sz="2400">
                <a:ea typeface="宋体" panose="02010600030101010101" pitchFamily="2" charset="-122"/>
              </a:rPr>
              <a:t>1</a:t>
            </a:r>
            <a:r>
              <a:rPr lang="zh-CN" altLang="en-US" sz="2400">
                <a:ea typeface="宋体" panose="02010600030101010101" pitchFamily="2" charset="-122"/>
              </a:rPr>
              <a:t>）</a:t>
            </a:r>
            <a:r>
              <a:rPr lang="en-US" altLang="zh-CN" sz="2400">
                <a:ea typeface="宋体" panose="02010600030101010101" pitchFamily="2" charset="-122"/>
              </a:rPr>
              <a:t>U|V=V|U			</a:t>
            </a:r>
            <a:r>
              <a:rPr lang="zh-CN" altLang="en-US" sz="2400">
                <a:ea typeface="宋体" panose="02010600030101010101" pitchFamily="2" charset="-122"/>
              </a:rPr>
              <a:t>交换律</a:t>
            </a:r>
          </a:p>
          <a:p>
            <a:pPr lvl="1" eaLnBrk="1" hangingPunct="1">
              <a:lnSpc>
                <a:spcPct val="120000"/>
              </a:lnSpc>
              <a:buFont typeface="Wingdings" pitchFamily="2" charset="2"/>
              <a:buNone/>
            </a:pPr>
            <a:r>
              <a:rPr lang="zh-CN" altLang="en-US" sz="2400">
                <a:ea typeface="宋体" panose="02010600030101010101" pitchFamily="2" charset="-122"/>
              </a:rPr>
              <a:t>  （</a:t>
            </a:r>
            <a:r>
              <a:rPr lang="en-US" altLang="zh-CN" sz="2400">
                <a:ea typeface="宋体" panose="02010600030101010101" pitchFamily="2" charset="-122"/>
              </a:rPr>
              <a:t>2</a:t>
            </a:r>
            <a:r>
              <a:rPr lang="zh-CN" altLang="en-US" sz="2400">
                <a:ea typeface="宋体" panose="02010600030101010101" pitchFamily="2" charset="-122"/>
              </a:rPr>
              <a:t>）</a:t>
            </a:r>
            <a:r>
              <a:rPr lang="en-US" altLang="zh-CN" sz="2400">
                <a:ea typeface="宋体" panose="02010600030101010101" pitchFamily="2" charset="-122"/>
              </a:rPr>
              <a:t>U|(V|W)=(U|V)|W	</a:t>
            </a:r>
            <a:r>
              <a:rPr lang="zh-CN" altLang="en-US" sz="2400">
                <a:ea typeface="宋体" panose="02010600030101010101" pitchFamily="2" charset="-122"/>
              </a:rPr>
              <a:t>结合律</a:t>
            </a:r>
          </a:p>
          <a:p>
            <a:pPr lvl="1" eaLnBrk="1" hangingPunct="1">
              <a:lnSpc>
                <a:spcPct val="120000"/>
              </a:lnSpc>
              <a:buFont typeface="Wingdings" pitchFamily="2" charset="2"/>
              <a:buNone/>
            </a:pPr>
            <a:r>
              <a:rPr lang="zh-CN" altLang="en-US" sz="2400">
                <a:ea typeface="宋体" panose="02010600030101010101" pitchFamily="2" charset="-122"/>
              </a:rPr>
              <a:t>  （</a:t>
            </a:r>
            <a:r>
              <a:rPr lang="en-US" altLang="zh-CN" sz="2400">
                <a:ea typeface="宋体" panose="02010600030101010101" pitchFamily="2" charset="-122"/>
              </a:rPr>
              <a:t>3</a:t>
            </a:r>
            <a:r>
              <a:rPr lang="zh-CN" altLang="en-US" sz="2400">
                <a:ea typeface="宋体" panose="02010600030101010101" pitchFamily="2" charset="-122"/>
              </a:rPr>
              <a:t>）</a:t>
            </a:r>
            <a:r>
              <a:rPr lang="en-US" altLang="zh-CN" sz="2400">
                <a:ea typeface="宋体" panose="02010600030101010101" pitchFamily="2" charset="-122"/>
              </a:rPr>
              <a:t>U(VW)=(UV)W</a:t>
            </a:r>
          </a:p>
          <a:p>
            <a:pPr lvl="1" eaLnBrk="1" hangingPunct="1">
              <a:lnSpc>
                <a:spcPct val="120000"/>
              </a:lnSpc>
              <a:buFont typeface="Wingdings" pitchFamily="2" charset="2"/>
              <a:buNone/>
            </a:pPr>
            <a:r>
              <a:rPr lang="en-US" altLang="zh-CN" sz="2400">
                <a:ea typeface="宋体" panose="02010600030101010101" pitchFamily="2" charset="-122"/>
              </a:rPr>
              <a:t>  </a:t>
            </a:r>
            <a:r>
              <a:rPr lang="zh-CN" altLang="en-US" sz="2400">
                <a:ea typeface="宋体" panose="02010600030101010101" pitchFamily="2" charset="-122"/>
              </a:rPr>
              <a:t>（</a:t>
            </a:r>
            <a:r>
              <a:rPr lang="en-US" altLang="zh-CN" sz="2400">
                <a:ea typeface="宋体" panose="02010600030101010101" pitchFamily="2" charset="-122"/>
              </a:rPr>
              <a:t>4</a:t>
            </a:r>
            <a:r>
              <a:rPr lang="zh-CN" altLang="en-US" sz="2400">
                <a:ea typeface="宋体" panose="02010600030101010101" pitchFamily="2" charset="-122"/>
              </a:rPr>
              <a:t>）</a:t>
            </a:r>
            <a:r>
              <a:rPr lang="en-US" altLang="zh-CN" sz="2400">
                <a:ea typeface="宋体" panose="02010600030101010101" pitchFamily="2" charset="-122"/>
              </a:rPr>
              <a:t>U(V|W)=UV|UW	           </a:t>
            </a:r>
            <a:r>
              <a:rPr lang="zh-CN" altLang="en-US" sz="2400">
                <a:ea typeface="宋体" panose="02010600030101010101" pitchFamily="2" charset="-122"/>
              </a:rPr>
              <a:t>分配律</a:t>
            </a:r>
          </a:p>
          <a:p>
            <a:pPr eaLnBrk="1" hangingPunct="1">
              <a:lnSpc>
                <a:spcPct val="120000"/>
              </a:lnSpc>
              <a:buFont typeface="Wingdings" pitchFamily="2" charset="2"/>
              <a:buNone/>
            </a:pPr>
            <a:r>
              <a:rPr lang="zh-CN" altLang="en-US" sz="2800">
                <a:ea typeface="宋体" panose="02010600030101010101" pitchFamily="2" charset="-122"/>
              </a:rPr>
              <a:t> 	   </a:t>
            </a:r>
            <a:r>
              <a:rPr lang="zh-CN" altLang="en-US" sz="2400">
                <a:ea typeface="宋体" panose="02010600030101010101" pitchFamily="2" charset="-122"/>
              </a:rPr>
              <a:t>（</a:t>
            </a:r>
            <a:r>
              <a:rPr lang="en-US" altLang="zh-CN" sz="2400">
                <a:ea typeface="宋体" panose="02010600030101010101" pitchFamily="2" charset="-122"/>
              </a:rPr>
              <a:t>5</a:t>
            </a:r>
            <a:r>
              <a:rPr lang="zh-CN" altLang="en-US" sz="2400">
                <a:ea typeface="宋体" panose="02010600030101010101" pitchFamily="2" charset="-122"/>
              </a:rPr>
              <a:t>）</a:t>
            </a:r>
            <a:r>
              <a:rPr lang="en-US" altLang="zh-CN" sz="2400">
                <a:ea typeface="宋体" panose="02010600030101010101" pitchFamily="2" charset="-122"/>
              </a:rPr>
              <a:t>(V|W)U=VU|WU</a:t>
            </a:r>
          </a:p>
          <a:p>
            <a:pPr lvl="1" eaLnBrk="1" hangingPunct="1">
              <a:lnSpc>
                <a:spcPct val="120000"/>
              </a:lnSpc>
              <a:buFont typeface="Wingdings" pitchFamily="2" charset="2"/>
              <a:buNone/>
            </a:pPr>
            <a:r>
              <a:rPr lang="en-US" altLang="zh-CN" sz="2400">
                <a:ea typeface="宋体" panose="02010600030101010101" pitchFamily="2" charset="-122"/>
              </a:rPr>
              <a:t>  </a:t>
            </a:r>
            <a:r>
              <a:rPr lang="zh-CN" altLang="en-US" sz="2400">
                <a:ea typeface="宋体" panose="02010600030101010101" pitchFamily="2" charset="-122"/>
              </a:rPr>
              <a:t>（</a:t>
            </a:r>
            <a:r>
              <a:rPr lang="en-US" altLang="zh-CN" sz="2400">
                <a:ea typeface="宋体" panose="02010600030101010101" pitchFamily="2" charset="-122"/>
              </a:rPr>
              <a:t>6</a:t>
            </a:r>
            <a:r>
              <a:rPr lang="zh-CN" altLang="en-US" sz="2400">
                <a:ea typeface="宋体" panose="02010600030101010101" pitchFamily="2" charset="-122"/>
              </a:rPr>
              <a:t>）</a:t>
            </a:r>
            <a:r>
              <a:rPr lang="en-US" altLang="zh-CN" sz="2400">
                <a:ea typeface="宋体" panose="02010600030101010101" pitchFamily="2" charset="-122"/>
              </a:rPr>
              <a:t>εU=Uε=U</a:t>
            </a:r>
          </a:p>
        </p:txBody>
      </p:sp>
      <p:sp>
        <p:nvSpPr>
          <p:cNvPr id="46084" name="灯片编号占位符 3">
            <a:extLst>
              <a:ext uri="{FF2B5EF4-FFF2-40B4-BE49-F238E27FC236}">
                <a16:creationId xmlns:a16="http://schemas.microsoft.com/office/drawing/2014/main" id="{3CDA225E-C5AB-F656-446D-F606E29D040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E8B74C50-AC9C-8E47-A340-6C8D1346A27B}"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35</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714CB380-738E-BA00-EC85-218E7ABAC7A8}"/>
              </a:ext>
            </a:extLst>
          </p:cNvPr>
          <p:cNvSpPr>
            <a:spLocks noGrp="1" noChangeArrowheads="1"/>
          </p:cNvSpPr>
          <p:nvPr>
            <p:ph type="title"/>
          </p:nvPr>
        </p:nvSpPr>
        <p:spPr/>
        <p:txBody>
          <a:bodyPr/>
          <a:lstStyle/>
          <a:p>
            <a:pPr eaLnBrk="1" hangingPunct="1"/>
            <a:r>
              <a:rPr lang="zh-CN" altLang="en-US"/>
              <a:t>运算律证明</a:t>
            </a:r>
            <a:r>
              <a:rPr lang="en-US" altLang="zh-CN"/>
              <a:t>-1</a:t>
            </a:r>
          </a:p>
        </p:txBody>
      </p:sp>
      <p:sp>
        <p:nvSpPr>
          <p:cNvPr id="801795" name="Rectangle 3">
            <a:extLst>
              <a:ext uri="{FF2B5EF4-FFF2-40B4-BE49-F238E27FC236}">
                <a16:creationId xmlns:a16="http://schemas.microsoft.com/office/drawing/2014/main" id="{D367BADF-37A2-EB22-DC56-C57992E947B9}"/>
              </a:ext>
            </a:extLst>
          </p:cNvPr>
          <p:cNvSpPr>
            <a:spLocks noGrp="1" noChangeArrowheads="1"/>
          </p:cNvSpPr>
          <p:nvPr>
            <p:ph type="body" idx="1"/>
          </p:nvPr>
        </p:nvSpPr>
        <p:spPr/>
        <p:txBody>
          <a:bodyPr/>
          <a:lstStyle/>
          <a:p>
            <a:pPr eaLnBrk="1" hangingPunct="1">
              <a:lnSpc>
                <a:spcPct val="115000"/>
              </a:lnSpc>
              <a:buFont typeface="Wingdings" pitchFamily="2" charset="2"/>
              <a:buNone/>
            </a:pPr>
            <a:r>
              <a:rPr lang="zh-CN" altLang="en-US" sz="2000">
                <a:ea typeface="宋体" panose="02010600030101010101" pitchFamily="2" charset="-122"/>
              </a:rPr>
              <a:t>（</a:t>
            </a:r>
            <a:r>
              <a:rPr lang="en-US" altLang="zh-CN" sz="2000">
                <a:ea typeface="宋体" panose="02010600030101010101" pitchFamily="2" charset="-122"/>
              </a:rPr>
              <a:t>1</a:t>
            </a:r>
            <a:r>
              <a:rPr lang="zh-CN" altLang="en-US" sz="2000">
                <a:ea typeface="宋体" panose="02010600030101010101" pitchFamily="2" charset="-122"/>
              </a:rPr>
              <a:t>）交换律</a:t>
            </a:r>
            <a:r>
              <a:rPr lang="en-US" altLang="zh-CN" sz="2000">
                <a:ea typeface="宋体" panose="02010600030101010101" pitchFamily="2" charset="-122"/>
              </a:rPr>
              <a:t>:  U│V=V│U</a:t>
            </a:r>
          </a:p>
          <a:p>
            <a:pPr eaLnBrk="1" hangingPunct="1">
              <a:lnSpc>
                <a:spcPct val="115000"/>
              </a:lnSpc>
              <a:buFont typeface="Wingdings" pitchFamily="2" charset="2"/>
              <a:buNone/>
            </a:pPr>
            <a:r>
              <a:rPr lang="en-US" altLang="zh-CN" sz="2000">
                <a:ea typeface="宋体" panose="02010600030101010101" pitchFamily="2" charset="-122"/>
              </a:rPr>
              <a:t>               </a:t>
            </a:r>
            <a:r>
              <a:rPr lang="zh-CN" altLang="en-US" sz="2000">
                <a:ea typeface="宋体" panose="02010600030101010101" pitchFamily="2" charset="-122"/>
              </a:rPr>
              <a:t>证明</a:t>
            </a:r>
            <a:r>
              <a:rPr lang="en-US" altLang="zh-CN" sz="2000">
                <a:ea typeface="宋体" panose="02010600030101010101" pitchFamily="2" charset="-122"/>
              </a:rPr>
              <a:t>:L(U│V) = L(U)∪L(V)</a:t>
            </a:r>
          </a:p>
          <a:p>
            <a:pPr eaLnBrk="1" hangingPunct="1">
              <a:lnSpc>
                <a:spcPct val="115000"/>
              </a:lnSpc>
              <a:buFont typeface="Wingdings" pitchFamily="2" charset="2"/>
              <a:buNone/>
            </a:pPr>
            <a:r>
              <a:rPr lang="en-US" altLang="zh-CN" sz="2000">
                <a:ea typeface="宋体" panose="02010600030101010101" pitchFamily="2" charset="-122"/>
              </a:rPr>
              <a:t>                                      = L(V)∪L(U)</a:t>
            </a:r>
          </a:p>
          <a:p>
            <a:pPr eaLnBrk="1" hangingPunct="1">
              <a:lnSpc>
                <a:spcPct val="115000"/>
              </a:lnSpc>
              <a:buFont typeface="Wingdings" pitchFamily="2" charset="2"/>
              <a:buNone/>
            </a:pPr>
            <a:r>
              <a:rPr lang="en-US" altLang="zh-CN" sz="2000">
                <a:ea typeface="宋体" panose="02010600030101010101" pitchFamily="2" charset="-122"/>
              </a:rPr>
              <a:t>                                      = L(V│U)</a:t>
            </a:r>
          </a:p>
          <a:p>
            <a:pPr eaLnBrk="1" hangingPunct="1">
              <a:lnSpc>
                <a:spcPct val="115000"/>
              </a:lnSpc>
              <a:buFont typeface="Wingdings" pitchFamily="2" charset="2"/>
              <a:buNone/>
            </a:pPr>
            <a:r>
              <a:rPr lang="zh-CN" altLang="en-US" sz="2000">
                <a:ea typeface="宋体" panose="02010600030101010101" pitchFamily="2" charset="-122"/>
              </a:rPr>
              <a:t>（</a:t>
            </a:r>
            <a:r>
              <a:rPr lang="en-US" altLang="zh-CN" sz="2000">
                <a:ea typeface="宋体" panose="02010600030101010101" pitchFamily="2" charset="-122"/>
              </a:rPr>
              <a:t>2</a:t>
            </a:r>
            <a:r>
              <a:rPr lang="zh-CN" altLang="en-US" sz="2000">
                <a:ea typeface="宋体" panose="02010600030101010101" pitchFamily="2" charset="-122"/>
              </a:rPr>
              <a:t>）结合律</a:t>
            </a:r>
            <a:r>
              <a:rPr lang="en-US" altLang="zh-CN" sz="2000">
                <a:ea typeface="宋体" panose="02010600030101010101" pitchFamily="2" charset="-122"/>
              </a:rPr>
              <a:t>:  U│(V│W) = (U│V)│W </a:t>
            </a:r>
          </a:p>
          <a:p>
            <a:pPr eaLnBrk="1" hangingPunct="1">
              <a:lnSpc>
                <a:spcPct val="115000"/>
              </a:lnSpc>
              <a:buFont typeface="Wingdings" pitchFamily="2" charset="2"/>
              <a:buNone/>
            </a:pPr>
            <a:r>
              <a:rPr lang="en-US" altLang="zh-CN" sz="2000">
                <a:ea typeface="宋体" panose="02010600030101010101" pitchFamily="2" charset="-122"/>
              </a:rPr>
              <a:t>               </a:t>
            </a:r>
            <a:r>
              <a:rPr lang="zh-CN" altLang="en-US" sz="2000">
                <a:ea typeface="宋体" panose="02010600030101010101" pitchFamily="2" charset="-122"/>
              </a:rPr>
              <a:t>证明</a:t>
            </a:r>
            <a:r>
              <a:rPr lang="en-US" altLang="zh-CN" sz="2000">
                <a:ea typeface="宋体" panose="02010600030101010101" pitchFamily="2" charset="-122"/>
              </a:rPr>
              <a:t>: L(U│(V│W)) = L(U)∪L(V│W)</a:t>
            </a:r>
          </a:p>
          <a:p>
            <a:pPr eaLnBrk="1" hangingPunct="1">
              <a:lnSpc>
                <a:spcPct val="115000"/>
              </a:lnSpc>
              <a:buFont typeface="Wingdings" pitchFamily="2" charset="2"/>
              <a:buNone/>
            </a:pPr>
            <a:r>
              <a:rPr lang="en-US" altLang="zh-CN" sz="2000">
                <a:ea typeface="宋体" panose="02010600030101010101" pitchFamily="2" charset="-122"/>
              </a:rPr>
              <a:t>                                                = L(U)∪(L(V)∪L(W)) </a:t>
            </a:r>
          </a:p>
          <a:p>
            <a:pPr eaLnBrk="1" hangingPunct="1">
              <a:lnSpc>
                <a:spcPct val="115000"/>
              </a:lnSpc>
              <a:buFont typeface="Wingdings" pitchFamily="2" charset="2"/>
              <a:buNone/>
            </a:pPr>
            <a:r>
              <a:rPr lang="en-US" altLang="zh-CN" sz="2000">
                <a:ea typeface="宋体" panose="02010600030101010101" pitchFamily="2" charset="-122"/>
              </a:rPr>
              <a:t>                                                = (L(U)∪L(V))∪L(W) </a:t>
            </a:r>
          </a:p>
          <a:p>
            <a:pPr eaLnBrk="1" hangingPunct="1">
              <a:lnSpc>
                <a:spcPct val="115000"/>
              </a:lnSpc>
              <a:buFont typeface="Wingdings" pitchFamily="2" charset="2"/>
              <a:buNone/>
            </a:pPr>
            <a:r>
              <a:rPr lang="en-US" altLang="zh-CN" sz="2000">
                <a:ea typeface="宋体" panose="02010600030101010101" pitchFamily="2" charset="-122"/>
              </a:rPr>
              <a:t>                                                = L((U│V)│W )</a:t>
            </a:r>
          </a:p>
        </p:txBody>
      </p:sp>
      <p:sp>
        <p:nvSpPr>
          <p:cNvPr id="47108" name="灯片编号占位符 3">
            <a:extLst>
              <a:ext uri="{FF2B5EF4-FFF2-40B4-BE49-F238E27FC236}">
                <a16:creationId xmlns:a16="http://schemas.microsoft.com/office/drawing/2014/main" id="{237346D7-B3F6-B34D-2AD8-97BB1918395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2ABFFA3D-AED1-FA47-9D71-56E9038410A6}"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36</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01795">
                                            <p:txEl>
                                              <p:pRg st="0" end="0"/>
                                            </p:txEl>
                                          </p:spTgt>
                                        </p:tgtEl>
                                        <p:attrNameLst>
                                          <p:attrName>style.visibility</p:attrName>
                                        </p:attrNameLst>
                                      </p:cBhvr>
                                      <p:to>
                                        <p:strVal val="visible"/>
                                      </p:to>
                                    </p:set>
                                    <p:animEffect transition="in" filter="wipe(left)">
                                      <p:cBhvr>
                                        <p:cTn id="7" dur="500"/>
                                        <p:tgtEl>
                                          <p:spTgt spid="8017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01795">
                                            <p:txEl>
                                              <p:pRg st="1" end="1"/>
                                            </p:txEl>
                                          </p:spTgt>
                                        </p:tgtEl>
                                        <p:attrNameLst>
                                          <p:attrName>style.visibility</p:attrName>
                                        </p:attrNameLst>
                                      </p:cBhvr>
                                      <p:to>
                                        <p:strVal val="visible"/>
                                      </p:to>
                                    </p:set>
                                    <p:animEffect transition="in" filter="wipe(left)">
                                      <p:cBhvr>
                                        <p:cTn id="12" dur="500"/>
                                        <p:tgtEl>
                                          <p:spTgt spid="8017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01795">
                                            <p:txEl>
                                              <p:pRg st="2" end="2"/>
                                            </p:txEl>
                                          </p:spTgt>
                                        </p:tgtEl>
                                        <p:attrNameLst>
                                          <p:attrName>style.visibility</p:attrName>
                                        </p:attrNameLst>
                                      </p:cBhvr>
                                      <p:to>
                                        <p:strVal val="visible"/>
                                      </p:to>
                                    </p:set>
                                    <p:animEffect transition="in" filter="wipe(left)">
                                      <p:cBhvr>
                                        <p:cTn id="17" dur="500"/>
                                        <p:tgtEl>
                                          <p:spTgt spid="8017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01795">
                                            <p:txEl>
                                              <p:pRg st="3" end="3"/>
                                            </p:txEl>
                                          </p:spTgt>
                                        </p:tgtEl>
                                        <p:attrNameLst>
                                          <p:attrName>style.visibility</p:attrName>
                                        </p:attrNameLst>
                                      </p:cBhvr>
                                      <p:to>
                                        <p:strVal val="visible"/>
                                      </p:to>
                                    </p:set>
                                    <p:animEffect transition="in" filter="wipe(left)">
                                      <p:cBhvr>
                                        <p:cTn id="22" dur="500"/>
                                        <p:tgtEl>
                                          <p:spTgt spid="80179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01795">
                                            <p:txEl>
                                              <p:pRg st="4" end="4"/>
                                            </p:txEl>
                                          </p:spTgt>
                                        </p:tgtEl>
                                        <p:attrNameLst>
                                          <p:attrName>style.visibility</p:attrName>
                                        </p:attrNameLst>
                                      </p:cBhvr>
                                      <p:to>
                                        <p:strVal val="visible"/>
                                      </p:to>
                                    </p:set>
                                    <p:animEffect transition="in" filter="wipe(left)">
                                      <p:cBhvr>
                                        <p:cTn id="27" dur="500"/>
                                        <p:tgtEl>
                                          <p:spTgt spid="80179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01795">
                                            <p:txEl>
                                              <p:pRg st="5" end="5"/>
                                            </p:txEl>
                                          </p:spTgt>
                                        </p:tgtEl>
                                        <p:attrNameLst>
                                          <p:attrName>style.visibility</p:attrName>
                                        </p:attrNameLst>
                                      </p:cBhvr>
                                      <p:to>
                                        <p:strVal val="visible"/>
                                      </p:to>
                                    </p:set>
                                    <p:animEffect transition="in" filter="wipe(left)">
                                      <p:cBhvr>
                                        <p:cTn id="32" dur="500"/>
                                        <p:tgtEl>
                                          <p:spTgt spid="80179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801795">
                                            <p:txEl>
                                              <p:pRg st="6" end="6"/>
                                            </p:txEl>
                                          </p:spTgt>
                                        </p:tgtEl>
                                        <p:attrNameLst>
                                          <p:attrName>style.visibility</p:attrName>
                                        </p:attrNameLst>
                                      </p:cBhvr>
                                      <p:to>
                                        <p:strVal val="visible"/>
                                      </p:to>
                                    </p:set>
                                    <p:animEffect transition="in" filter="wipe(left)">
                                      <p:cBhvr>
                                        <p:cTn id="37" dur="500"/>
                                        <p:tgtEl>
                                          <p:spTgt spid="80179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801795">
                                            <p:txEl>
                                              <p:pRg st="7" end="7"/>
                                            </p:txEl>
                                          </p:spTgt>
                                        </p:tgtEl>
                                        <p:attrNameLst>
                                          <p:attrName>style.visibility</p:attrName>
                                        </p:attrNameLst>
                                      </p:cBhvr>
                                      <p:to>
                                        <p:strVal val="visible"/>
                                      </p:to>
                                    </p:set>
                                    <p:animEffect transition="in" filter="wipe(left)">
                                      <p:cBhvr>
                                        <p:cTn id="42" dur="500"/>
                                        <p:tgtEl>
                                          <p:spTgt spid="801795">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801795">
                                            <p:txEl>
                                              <p:pRg st="8" end="8"/>
                                            </p:txEl>
                                          </p:spTgt>
                                        </p:tgtEl>
                                        <p:attrNameLst>
                                          <p:attrName>style.visibility</p:attrName>
                                        </p:attrNameLst>
                                      </p:cBhvr>
                                      <p:to>
                                        <p:strVal val="visible"/>
                                      </p:to>
                                    </p:set>
                                    <p:animEffect transition="in" filter="wipe(left)">
                                      <p:cBhvr>
                                        <p:cTn id="47" dur="500"/>
                                        <p:tgtEl>
                                          <p:spTgt spid="80179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7F04CEF6-5A3D-E950-F2BC-88026B1AC79D}"/>
              </a:ext>
            </a:extLst>
          </p:cNvPr>
          <p:cNvSpPr>
            <a:spLocks noGrp="1" noChangeArrowheads="1"/>
          </p:cNvSpPr>
          <p:nvPr>
            <p:ph type="title"/>
          </p:nvPr>
        </p:nvSpPr>
        <p:spPr/>
        <p:txBody>
          <a:bodyPr/>
          <a:lstStyle/>
          <a:p>
            <a:pPr eaLnBrk="1" hangingPunct="1"/>
            <a:r>
              <a:rPr lang="zh-CN" altLang="en-US"/>
              <a:t>运算律证明</a:t>
            </a:r>
            <a:r>
              <a:rPr lang="en-US" altLang="zh-CN"/>
              <a:t>-2</a:t>
            </a:r>
          </a:p>
        </p:txBody>
      </p:sp>
      <p:sp>
        <p:nvSpPr>
          <p:cNvPr id="48131" name="Rectangle 3">
            <a:extLst>
              <a:ext uri="{FF2B5EF4-FFF2-40B4-BE49-F238E27FC236}">
                <a16:creationId xmlns:a16="http://schemas.microsoft.com/office/drawing/2014/main" id="{D5CF76F4-0C10-1D8A-7D52-7CEC78C45236}"/>
              </a:ext>
            </a:extLst>
          </p:cNvPr>
          <p:cNvSpPr>
            <a:spLocks noGrp="1" noChangeArrowheads="1"/>
          </p:cNvSpPr>
          <p:nvPr>
            <p:ph type="body" idx="1"/>
          </p:nvPr>
        </p:nvSpPr>
        <p:spPr/>
        <p:txBody>
          <a:bodyPr/>
          <a:lstStyle/>
          <a:p>
            <a:pPr eaLnBrk="1" hangingPunct="1">
              <a:lnSpc>
                <a:spcPct val="115000"/>
              </a:lnSpc>
              <a:buFont typeface="Wingdings" pitchFamily="2" charset="2"/>
              <a:buNone/>
            </a:pPr>
            <a:r>
              <a:rPr lang="zh-CN" altLang="en-US" sz="2000">
                <a:ea typeface="宋体" panose="02010600030101010101" pitchFamily="2" charset="-122"/>
              </a:rPr>
              <a:t>（</a:t>
            </a:r>
            <a:r>
              <a:rPr lang="en-US" altLang="zh-CN" sz="2000">
                <a:ea typeface="宋体" panose="02010600030101010101" pitchFamily="2" charset="-122"/>
              </a:rPr>
              <a:t>3</a:t>
            </a:r>
            <a:r>
              <a:rPr lang="zh-CN" altLang="en-US" sz="2000">
                <a:ea typeface="宋体" panose="02010600030101010101" pitchFamily="2" charset="-122"/>
              </a:rPr>
              <a:t>）结合律</a:t>
            </a:r>
            <a:r>
              <a:rPr lang="en-US" altLang="zh-CN" sz="2000">
                <a:ea typeface="宋体" panose="02010600030101010101" pitchFamily="2" charset="-122"/>
              </a:rPr>
              <a:t>:  U(VW)=(UV)W</a:t>
            </a:r>
          </a:p>
          <a:p>
            <a:pPr eaLnBrk="1" hangingPunct="1">
              <a:lnSpc>
                <a:spcPct val="115000"/>
              </a:lnSpc>
              <a:buFont typeface="Wingdings" pitchFamily="2" charset="2"/>
              <a:buNone/>
            </a:pPr>
            <a:r>
              <a:rPr lang="en-US" altLang="zh-CN" sz="2000">
                <a:ea typeface="宋体" panose="02010600030101010101" pitchFamily="2" charset="-122"/>
              </a:rPr>
              <a:t>              </a:t>
            </a:r>
            <a:r>
              <a:rPr lang="zh-CN" altLang="en-US" sz="2000">
                <a:ea typeface="宋体" panose="02010600030101010101" pitchFamily="2" charset="-122"/>
              </a:rPr>
              <a:t>证明</a:t>
            </a:r>
            <a:r>
              <a:rPr lang="en-US" altLang="zh-CN" sz="2000">
                <a:ea typeface="宋体" panose="02010600030101010101" pitchFamily="2" charset="-122"/>
              </a:rPr>
              <a:t>: L(U(VW))</a:t>
            </a:r>
          </a:p>
          <a:p>
            <a:pPr eaLnBrk="1" hangingPunct="1">
              <a:lnSpc>
                <a:spcPct val="115000"/>
              </a:lnSpc>
              <a:buFont typeface="Wingdings" pitchFamily="2" charset="2"/>
              <a:buNone/>
            </a:pPr>
            <a:r>
              <a:rPr lang="en-US" altLang="zh-CN" sz="2000">
                <a:ea typeface="宋体" panose="02010600030101010101" pitchFamily="2" charset="-122"/>
              </a:rPr>
              <a:t>                        =L(U)L(VW)</a:t>
            </a:r>
          </a:p>
          <a:p>
            <a:pPr eaLnBrk="1" hangingPunct="1">
              <a:lnSpc>
                <a:spcPct val="115000"/>
              </a:lnSpc>
              <a:buFont typeface="Wingdings" pitchFamily="2" charset="2"/>
              <a:buNone/>
            </a:pPr>
            <a:r>
              <a:rPr lang="en-US" altLang="zh-CN" sz="2000">
                <a:ea typeface="宋体" panose="02010600030101010101" pitchFamily="2" charset="-122"/>
              </a:rPr>
              <a:t>                        =L(U)(L(V)L(W))    </a:t>
            </a:r>
          </a:p>
          <a:p>
            <a:pPr eaLnBrk="1" hangingPunct="1">
              <a:lnSpc>
                <a:spcPct val="115000"/>
              </a:lnSpc>
              <a:buFont typeface="Wingdings" pitchFamily="2" charset="2"/>
              <a:buNone/>
            </a:pPr>
            <a:r>
              <a:rPr lang="en-US" altLang="zh-CN" sz="2000">
                <a:ea typeface="宋体" panose="02010600030101010101" pitchFamily="2" charset="-122"/>
              </a:rPr>
              <a:t>                        ={αβ│α∈L(U)∧β∈(L(V)L(W))} </a:t>
            </a:r>
          </a:p>
          <a:p>
            <a:pPr eaLnBrk="1" hangingPunct="1">
              <a:lnSpc>
                <a:spcPct val="115000"/>
              </a:lnSpc>
              <a:buFont typeface="Wingdings" pitchFamily="2" charset="2"/>
              <a:buNone/>
            </a:pPr>
            <a:r>
              <a:rPr lang="en-US" altLang="zh-CN" sz="2000">
                <a:ea typeface="宋体" panose="02010600030101010101" pitchFamily="2" charset="-122"/>
              </a:rPr>
              <a:t>                        ={αδγ│α∈L(U)∧(δ∈L(V)∧γ∈L(W))}</a:t>
            </a:r>
          </a:p>
          <a:p>
            <a:pPr eaLnBrk="1" hangingPunct="1">
              <a:lnSpc>
                <a:spcPct val="115000"/>
              </a:lnSpc>
              <a:buFont typeface="Wingdings" pitchFamily="2" charset="2"/>
              <a:buNone/>
            </a:pPr>
            <a:r>
              <a:rPr lang="en-US" altLang="zh-CN" sz="2000">
                <a:ea typeface="宋体" panose="02010600030101010101" pitchFamily="2" charset="-122"/>
              </a:rPr>
              <a:t>                        ={αδγ│(α∈L(U)∧δ∈L(V))∧γ∈L(W)}</a:t>
            </a:r>
          </a:p>
          <a:p>
            <a:pPr eaLnBrk="1" hangingPunct="1">
              <a:lnSpc>
                <a:spcPct val="115000"/>
              </a:lnSpc>
              <a:buFont typeface="Wingdings" pitchFamily="2" charset="2"/>
              <a:buNone/>
            </a:pPr>
            <a:r>
              <a:rPr lang="en-US" altLang="zh-CN" sz="2000">
                <a:ea typeface="宋体" panose="02010600030101010101" pitchFamily="2" charset="-122"/>
              </a:rPr>
              <a:t>                        ={μγ│μ∈L(UV)∧ γ∈L(W)}</a:t>
            </a:r>
          </a:p>
          <a:p>
            <a:pPr eaLnBrk="1" hangingPunct="1">
              <a:lnSpc>
                <a:spcPct val="115000"/>
              </a:lnSpc>
              <a:buFont typeface="Wingdings" pitchFamily="2" charset="2"/>
              <a:buNone/>
            </a:pPr>
            <a:r>
              <a:rPr lang="en-US" altLang="zh-CN" sz="2000">
                <a:ea typeface="宋体" panose="02010600030101010101" pitchFamily="2" charset="-122"/>
              </a:rPr>
              <a:t>                        =L((UV)W)</a:t>
            </a:r>
          </a:p>
        </p:txBody>
      </p:sp>
      <p:sp>
        <p:nvSpPr>
          <p:cNvPr id="48132" name="灯片编号占位符 3">
            <a:extLst>
              <a:ext uri="{FF2B5EF4-FFF2-40B4-BE49-F238E27FC236}">
                <a16:creationId xmlns:a16="http://schemas.microsoft.com/office/drawing/2014/main" id="{8F71AFF8-3C27-E6D5-06F4-2DDFBAA8862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940D89F8-4F57-9547-A376-D40227155523}"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37</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E40EBDDA-DC23-1F02-7A5F-8219A295495C}"/>
              </a:ext>
            </a:extLst>
          </p:cNvPr>
          <p:cNvSpPr>
            <a:spLocks noGrp="1" noChangeArrowheads="1"/>
          </p:cNvSpPr>
          <p:nvPr>
            <p:ph type="title"/>
          </p:nvPr>
        </p:nvSpPr>
        <p:spPr/>
        <p:txBody>
          <a:bodyPr/>
          <a:lstStyle/>
          <a:p>
            <a:pPr eaLnBrk="1" hangingPunct="1"/>
            <a:r>
              <a:rPr lang="zh-CN" altLang="en-US"/>
              <a:t>举例</a:t>
            </a:r>
          </a:p>
        </p:txBody>
      </p:sp>
      <p:sp>
        <p:nvSpPr>
          <p:cNvPr id="49155" name="Rectangle 3">
            <a:extLst>
              <a:ext uri="{FF2B5EF4-FFF2-40B4-BE49-F238E27FC236}">
                <a16:creationId xmlns:a16="http://schemas.microsoft.com/office/drawing/2014/main" id="{0B487A48-F5A1-EE11-647B-CF520E4B93BA}"/>
              </a:ext>
            </a:extLst>
          </p:cNvPr>
          <p:cNvSpPr>
            <a:spLocks noGrp="1" noChangeArrowheads="1"/>
          </p:cNvSpPr>
          <p:nvPr>
            <p:ph type="body" idx="1"/>
          </p:nvPr>
        </p:nvSpPr>
        <p:spPr/>
        <p:txBody>
          <a:bodyPr/>
          <a:lstStyle/>
          <a:p>
            <a:pPr eaLnBrk="1" hangingPunct="1">
              <a:lnSpc>
                <a:spcPct val="115000"/>
              </a:lnSpc>
              <a:buFont typeface="Wingdings" pitchFamily="2" charset="2"/>
              <a:buNone/>
            </a:pPr>
            <a:r>
              <a:rPr lang="zh-CN" altLang="en-US" sz="2400">
                <a:ea typeface="宋体" panose="02010600030101010101" pitchFamily="2" charset="-122"/>
              </a:rPr>
              <a:t>试证明： </a:t>
            </a:r>
            <a:r>
              <a:rPr lang="en-US" altLang="zh-CN" sz="2400">
                <a:ea typeface="宋体" panose="02010600030101010101" pitchFamily="2" charset="-122"/>
              </a:rPr>
              <a:t>A* =ε│ A A*</a:t>
            </a:r>
          </a:p>
          <a:p>
            <a:pPr eaLnBrk="1" hangingPunct="1">
              <a:lnSpc>
                <a:spcPct val="115000"/>
              </a:lnSpc>
              <a:buFont typeface="Wingdings" pitchFamily="2" charset="2"/>
              <a:buNone/>
            </a:pPr>
            <a:r>
              <a:rPr lang="zh-CN" altLang="en-US" sz="2400">
                <a:ea typeface="宋体" panose="02010600030101010101" pitchFamily="2" charset="-122"/>
              </a:rPr>
              <a:t>证明： </a:t>
            </a:r>
            <a:r>
              <a:rPr lang="en-US" altLang="zh-CN" sz="2400">
                <a:ea typeface="宋体" panose="02010600030101010101" pitchFamily="2" charset="-122"/>
              </a:rPr>
              <a:t>L(ε│ AA*) </a:t>
            </a:r>
          </a:p>
          <a:p>
            <a:pPr eaLnBrk="1" hangingPunct="1">
              <a:lnSpc>
                <a:spcPct val="115000"/>
              </a:lnSpc>
              <a:buFont typeface="Wingdings" pitchFamily="2" charset="2"/>
              <a:buNone/>
            </a:pPr>
            <a:r>
              <a:rPr lang="en-US" altLang="zh-CN" sz="2400">
                <a:ea typeface="宋体" panose="02010600030101010101" pitchFamily="2" charset="-122"/>
              </a:rPr>
              <a:t>	         = L(ε)∪L( AA*) = L(ε)∪</a:t>
            </a:r>
            <a:r>
              <a:rPr lang="zh-CN" altLang="en-US" sz="2400">
                <a:ea typeface="宋体" panose="02010600030101010101" pitchFamily="2" charset="-122"/>
              </a:rPr>
              <a:t>（</a:t>
            </a:r>
            <a:r>
              <a:rPr lang="en-US" altLang="zh-CN" sz="2400">
                <a:ea typeface="宋体" panose="02010600030101010101" pitchFamily="2" charset="-122"/>
              </a:rPr>
              <a:t>L( A) L(A*) </a:t>
            </a:r>
            <a:r>
              <a:rPr lang="zh-CN" altLang="en-US" sz="2400">
                <a:ea typeface="宋体" panose="02010600030101010101" pitchFamily="2" charset="-122"/>
              </a:rPr>
              <a:t>）</a:t>
            </a:r>
          </a:p>
          <a:p>
            <a:pPr eaLnBrk="1" hangingPunct="1">
              <a:lnSpc>
                <a:spcPct val="115000"/>
              </a:lnSpc>
              <a:buFont typeface="Wingdings" pitchFamily="2" charset="2"/>
              <a:buNone/>
            </a:pPr>
            <a:r>
              <a:rPr lang="zh-CN" altLang="en-US" sz="2400">
                <a:ea typeface="宋体" panose="02010600030101010101" pitchFamily="2" charset="-122"/>
              </a:rPr>
              <a:t>             </a:t>
            </a:r>
            <a:r>
              <a:rPr lang="en-US" altLang="zh-CN" sz="2400">
                <a:ea typeface="宋体" panose="02010600030101010101" pitchFamily="2" charset="-122"/>
              </a:rPr>
              <a:t>= L(ε)∪L( A) (L(A)</a:t>
            </a:r>
            <a:r>
              <a:rPr lang="en-US" altLang="zh-CN" sz="2400" baseline="30000">
                <a:ea typeface="宋体" panose="02010600030101010101" pitchFamily="2" charset="-122"/>
              </a:rPr>
              <a:t>0</a:t>
            </a:r>
            <a:r>
              <a:rPr lang="en-US" altLang="zh-CN" sz="2400">
                <a:ea typeface="宋体" panose="02010600030101010101" pitchFamily="2" charset="-122"/>
              </a:rPr>
              <a:t>∪L(A)</a:t>
            </a:r>
            <a:r>
              <a:rPr lang="en-US" altLang="zh-CN" sz="2400" baseline="30000">
                <a:ea typeface="宋体" panose="02010600030101010101" pitchFamily="2" charset="-122"/>
              </a:rPr>
              <a:t>1</a:t>
            </a:r>
            <a:r>
              <a:rPr lang="en-US" altLang="zh-CN" sz="2400">
                <a:ea typeface="宋体" panose="02010600030101010101" pitchFamily="2" charset="-122"/>
              </a:rPr>
              <a:t>∪L(A)</a:t>
            </a:r>
            <a:r>
              <a:rPr lang="en-US" altLang="zh-CN" sz="2400" baseline="30000">
                <a:ea typeface="宋体" panose="02010600030101010101" pitchFamily="2" charset="-122"/>
              </a:rPr>
              <a:t>2</a:t>
            </a:r>
            <a:r>
              <a:rPr lang="en-US" altLang="zh-CN" sz="2400">
                <a:ea typeface="宋体" panose="02010600030101010101" pitchFamily="2" charset="-122"/>
              </a:rPr>
              <a:t>∪...)</a:t>
            </a:r>
          </a:p>
          <a:p>
            <a:pPr eaLnBrk="1" hangingPunct="1">
              <a:lnSpc>
                <a:spcPct val="115000"/>
              </a:lnSpc>
              <a:buFont typeface="Wingdings" pitchFamily="2" charset="2"/>
              <a:buNone/>
            </a:pPr>
            <a:r>
              <a:rPr lang="en-US" altLang="zh-CN" sz="2400">
                <a:ea typeface="宋体" panose="02010600030101010101" pitchFamily="2" charset="-122"/>
              </a:rPr>
              <a:t>             = L(ε)∪L(A)</a:t>
            </a:r>
            <a:r>
              <a:rPr lang="en-US" altLang="zh-CN" sz="2400" baseline="30000">
                <a:ea typeface="宋体" panose="02010600030101010101" pitchFamily="2" charset="-122"/>
              </a:rPr>
              <a:t>1</a:t>
            </a:r>
            <a:r>
              <a:rPr lang="en-US" altLang="zh-CN" sz="2400">
                <a:ea typeface="宋体" panose="02010600030101010101" pitchFamily="2" charset="-122"/>
              </a:rPr>
              <a:t>∪L(A)</a:t>
            </a:r>
            <a:r>
              <a:rPr lang="en-US" altLang="zh-CN" sz="2400" baseline="30000">
                <a:ea typeface="宋体" panose="02010600030101010101" pitchFamily="2" charset="-122"/>
              </a:rPr>
              <a:t>2</a:t>
            </a:r>
            <a:r>
              <a:rPr lang="en-US" altLang="zh-CN" sz="2400">
                <a:ea typeface="宋体" panose="02010600030101010101" pitchFamily="2" charset="-122"/>
              </a:rPr>
              <a:t>∪L(A)</a:t>
            </a:r>
            <a:r>
              <a:rPr lang="en-US" altLang="zh-CN" sz="2400" baseline="30000">
                <a:ea typeface="宋体" panose="02010600030101010101" pitchFamily="2" charset="-122"/>
              </a:rPr>
              <a:t>3</a:t>
            </a:r>
            <a:r>
              <a:rPr lang="en-US" altLang="zh-CN" sz="2400">
                <a:ea typeface="宋体" panose="02010600030101010101" pitchFamily="2" charset="-122"/>
              </a:rPr>
              <a:t>∪...)</a:t>
            </a:r>
          </a:p>
          <a:p>
            <a:pPr eaLnBrk="1" hangingPunct="1">
              <a:lnSpc>
                <a:spcPct val="115000"/>
              </a:lnSpc>
              <a:buFont typeface="Wingdings" pitchFamily="2" charset="2"/>
              <a:buNone/>
            </a:pPr>
            <a:r>
              <a:rPr lang="en-US" altLang="zh-CN" sz="2400">
                <a:ea typeface="宋体" panose="02010600030101010101" pitchFamily="2" charset="-122"/>
              </a:rPr>
              <a:t>             = (L(A))* </a:t>
            </a:r>
          </a:p>
          <a:p>
            <a:pPr eaLnBrk="1" hangingPunct="1">
              <a:lnSpc>
                <a:spcPct val="115000"/>
              </a:lnSpc>
              <a:buFont typeface="Wingdings" pitchFamily="2" charset="2"/>
              <a:buNone/>
            </a:pPr>
            <a:r>
              <a:rPr lang="en-US" altLang="zh-CN" sz="2400">
                <a:ea typeface="宋体" panose="02010600030101010101" pitchFamily="2" charset="-122"/>
              </a:rPr>
              <a:t>	         = L(A*)   </a:t>
            </a:r>
          </a:p>
          <a:p>
            <a:pPr eaLnBrk="1" hangingPunct="1">
              <a:lnSpc>
                <a:spcPct val="115000"/>
              </a:lnSpc>
              <a:buFont typeface="Wingdings" pitchFamily="2" charset="2"/>
              <a:buNone/>
            </a:pPr>
            <a:endParaRPr lang="en-US" altLang="zh-CN" sz="2400">
              <a:ea typeface="宋体" panose="02010600030101010101" pitchFamily="2" charset="-122"/>
            </a:endParaRPr>
          </a:p>
        </p:txBody>
      </p:sp>
      <p:sp>
        <p:nvSpPr>
          <p:cNvPr id="49156" name="灯片编号占位符 3">
            <a:extLst>
              <a:ext uri="{FF2B5EF4-FFF2-40B4-BE49-F238E27FC236}">
                <a16:creationId xmlns:a16="http://schemas.microsoft.com/office/drawing/2014/main" id="{BD06B836-4DD8-BA2A-8F17-DA64D7E15BF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ABDE1D3E-DA9E-E84B-ADAE-A8279FB1F7BC}"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38</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497B6A2C-1B90-C8FF-154B-D1D34E8B115D}"/>
              </a:ext>
            </a:extLst>
          </p:cNvPr>
          <p:cNvSpPr>
            <a:spLocks noGrp="1" noChangeArrowheads="1"/>
          </p:cNvSpPr>
          <p:nvPr>
            <p:ph type="title"/>
          </p:nvPr>
        </p:nvSpPr>
        <p:spPr/>
        <p:txBody>
          <a:bodyPr/>
          <a:lstStyle/>
          <a:p>
            <a:pPr eaLnBrk="1" hangingPunct="1"/>
            <a:r>
              <a:rPr lang="zh-CN" altLang="en-US"/>
              <a:t>自动机</a:t>
            </a:r>
          </a:p>
        </p:txBody>
      </p:sp>
      <p:sp>
        <p:nvSpPr>
          <p:cNvPr id="805891" name="Rectangle 3">
            <a:extLst>
              <a:ext uri="{FF2B5EF4-FFF2-40B4-BE49-F238E27FC236}">
                <a16:creationId xmlns:a16="http://schemas.microsoft.com/office/drawing/2014/main" id="{9C517275-D3F4-CC89-8CC9-E7003119B9C6}"/>
              </a:ext>
            </a:extLst>
          </p:cNvPr>
          <p:cNvSpPr>
            <a:spLocks noGrp="1" noChangeArrowheads="1"/>
          </p:cNvSpPr>
          <p:nvPr>
            <p:ph type="body" idx="1"/>
          </p:nvPr>
        </p:nvSpPr>
        <p:spPr>
          <a:xfrm>
            <a:off x="457200" y="1773238"/>
            <a:ext cx="8229600" cy="4464050"/>
          </a:xfrm>
        </p:spPr>
        <p:txBody>
          <a:bodyPr/>
          <a:lstStyle/>
          <a:p>
            <a:pPr eaLnBrk="1" hangingPunct="1">
              <a:lnSpc>
                <a:spcPct val="110000"/>
              </a:lnSpc>
            </a:pPr>
            <a:r>
              <a:rPr lang="zh-CN" altLang="en-US" sz="2000">
                <a:ea typeface="宋体" panose="02010600030101010101" pitchFamily="2" charset="-122"/>
              </a:rPr>
              <a:t>什么是自动机？</a:t>
            </a:r>
          </a:p>
          <a:p>
            <a:pPr lvl="1" eaLnBrk="1" hangingPunct="1">
              <a:lnSpc>
                <a:spcPct val="110000"/>
              </a:lnSpc>
            </a:pPr>
            <a:r>
              <a:rPr lang="zh-CN" altLang="en-US" sz="1800">
                <a:ea typeface="宋体" panose="02010600030101010101" pitchFamily="2" charset="-122"/>
              </a:rPr>
              <a:t>具有离散输入输出的数学模型。</a:t>
            </a:r>
          </a:p>
          <a:p>
            <a:pPr lvl="1" eaLnBrk="1" hangingPunct="1">
              <a:lnSpc>
                <a:spcPct val="110000"/>
              </a:lnSpc>
            </a:pPr>
            <a:r>
              <a:rPr lang="zh-CN" altLang="en-US" sz="1800">
                <a:ea typeface="宋体" panose="02010600030101010101" pitchFamily="2" charset="-122"/>
              </a:rPr>
              <a:t>自动机接受一定的输入，执行一定的动作，产生一定的结果。使用状态迁移描述整个工作过程。</a:t>
            </a:r>
          </a:p>
          <a:p>
            <a:pPr lvl="2" eaLnBrk="1" hangingPunct="1">
              <a:lnSpc>
                <a:spcPct val="110000"/>
              </a:lnSpc>
            </a:pPr>
            <a:r>
              <a:rPr lang="zh-CN" altLang="en-US" sz="1600">
                <a:ea typeface="宋体" panose="02010600030101010101" pitchFamily="2" charset="-122"/>
              </a:rPr>
              <a:t>状态：一个标识，能区分自动机在不同时刻的状况。有限状态系统具有任意有限数目的内部</a:t>
            </a:r>
            <a:r>
              <a:rPr lang="zh-CN" altLang="en-US" sz="1600">
                <a:latin typeface="华文楷体" panose="02010600040101010101" pitchFamily="2" charset="-122"/>
                <a:ea typeface="华文楷体" panose="02010600040101010101" pitchFamily="2" charset="-122"/>
              </a:rPr>
              <a:t>“</a:t>
            </a:r>
            <a:r>
              <a:rPr lang="zh-CN" altLang="en-US" sz="1600">
                <a:ea typeface="宋体" panose="02010600030101010101" pitchFamily="2" charset="-122"/>
              </a:rPr>
              <a:t>状态</a:t>
            </a:r>
            <a:r>
              <a:rPr lang="zh-CN" altLang="en-US" sz="1600">
                <a:latin typeface="华文楷体" panose="02010600040101010101" pitchFamily="2" charset="-122"/>
                <a:ea typeface="华文楷体" panose="02010600040101010101" pitchFamily="2" charset="-122"/>
              </a:rPr>
              <a:t>”</a:t>
            </a:r>
            <a:endParaRPr lang="zh-CN" altLang="en-US" sz="1600">
              <a:ea typeface="宋体" panose="02010600030101010101" pitchFamily="2" charset="-122"/>
            </a:endParaRPr>
          </a:p>
          <a:p>
            <a:pPr eaLnBrk="1" hangingPunct="1">
              <a:lnSpc>
                <a:spcPct val="110000"/>
              </a:lnSpc>
            </a:pPr>
            <a:r>
              <a:rPr lang="zh-CN" altLang="en-US" sz="2000">
                <a:ea typeface="宋体" panose="02010600030101010101" pitchFamily="2" charset="-122"/>
              </a:rPr>
              <a:t>为什么叫自动机？</a:t>
            </a:r>
          </a:p>
          <a:p>
            <a:pPr lvl="1" eaLnBrk="1" hangingPunct="1">
              <a:lnSpc>
                <a:spcPct val="110000"/>
              </a:lnSpc>
            </a:pPr>
            <a:r>
              <a:rPr lang="zh-CN" altLang="en-US" sz="1800">
                <a:ea typeface="宋体" panose="02010600030101010101" pitchFamily="2" charset="-122"/>
              </a:rPr>
              <a:t>可能的状态、运行的规则都是事先确定的。一旦开始运行，就按照事先确定的规则工作，因此叫</a:t>
            </a:r>
            <a:r>
              <a:rPr lang="zh-CN" altLang="en-US" sz="1800">
                <a:latin typeface="华文楷体" panose="02010600040101010101" pitchFamily="2" charset="-122"/>
                <a:ea typeface="华文楷体" panose="02010600040101010101" pitchFamily="2" charset="-122"/>
              </a:rPr>
              <a:t>“</a:t>
            </a:r>
            <a:r>
              <a:rPr lang="zh-CN" altLang="en-US" sz="1800">
                <a:ea typeface="宋体" panose="02010600030101010101" pitchFamily="2" charset="-122"/>
              </a:rPr>
              <a:t>自动机</a:t>
            </a:r>
            <a:r>
              <a:rPr lang="zh-CN" altLang="en-US" sz="1800">
                <a:latin typeface="华文楷体" panose="02010600040101010101" pitchFamily="2" charset="-122"/>
                <a:ea typeface="华文楷体" panose="02010600040101010101" pitchFamily="2" charset="-122"/>
              </a:rPr>
              <a:t>”</a:t>
            </a:r>
            <a:r>
              <a:rPr lang="zh-CN" altLang="en-US" sz="1800">
                <a:ea typeface="宋体" panose="02010600030101010101" pitchFamily="2" charset="-122"/>
              </a:rPr>
              <a:t>。</a:t>
            </a:r>
          </a:p>
          <a:p>
            <a:pPr eaLnBrk="1" hangingPunct="1">
              <a:lnSpc>
                <a:spcPct val="110000"/>
              </a:lnSpc>
            </a:pPr>
            <a:r>
              <a:rPr lang="zh-CN" altLang="en-US" sz="2000">
                <a:ea typeface="宋体" panose="02010600030101010101" pitchFamily="2" charset="-122"/>
              </a:rPr>
              <a:t>自动机的本质？</a:t>
            </a:r>
          </a:p>
          <a:p>
            <a:pPr lvl="1" eaLnBrk="1" hangingPunct="1">
              <a:lnSpc>
                <a:spcPct val="110000"/>
              </a:lnSpc>
            </a:pPr>
            <a:r>
              <a:rPr lang="zh-CN" altLang="en-US" sz="1800">
                <a:ea typeface="宋体" panose="02010600030101010101" pitchFamily="2" charset="-122"/>
              </a:rPr>
              <a:t>根据状态、输入和规则决定下一个状态</a:t>
            </a:r>
          </a:p>
          <a:p>
            <a:pPr lvl="1" eaLnBrk="1" hangingPunct="1">
              <a:lnSpc>
                <a:spcPct val="110000"/>
              </a:lnSpc>
            </a:pPr>
            <a:r>
              <a:rPr lang="zh-CN" altLang="en-US" sz="1800">
                <a:ea typeface="宋体" panose="02010600030101010101" pitchFamily="2" charset="-122"/>
              </a:rPr>
              <a:t>状态 ＋ 输入＋ 规则 </a:t>
            </a:r>
            <a:r>
              <a:rPr lang="en-US" altLang="zh-CN" sz="1800">
                <a:ea typeface="宋体" panose="02010600030101010101" pitchFamily="2" charset="-122"/>
              </a:rPr>
              <a:t>―&gt;  </a:t>
            </a:r>
            <a:r>
              <a:rPr lang="zh-CN" altLang="en-US" sz="1800">
                <a:ea typeface="宋体" panose="02010600030101010101" pitchFamily="2" charset="-122"/>
              </a:rPr>
              <a:t>状态迁移</a:t>
            </a:r>
          </a:p>
        </p:txBody>
      </p:sp>
      <p:sp>
        <p:nvSpPr>
          <p:cNvPr id="50180" name="灯片编号占位符 3">
            <a:extLst>
              <a:ext uri="{FF2B5EF4-FFF2-40B4-BE49-F238E27FC236}">
                <a16:creationId xmlns:a16="http://schemas.microsoft.com/office/drawing/2014/main" id="{4322F4A4-B11E-308A-C271-7C0AAD698C2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7A1642CD-1CFB-E84E-9B9F-35AEF525694A}"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39</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05891">
                                            <p:txEl>
                                              <p:pRg st="1" end="1"/>
                                            </p:txEl>
                                          </p:spTgt>
                                        </p:tgtEl>
                                        <p:attrNameLst>
                                          <p:attrName>style.visibility</p:attrName>
                                        </p:attrNameLst>
                                      </p:cBhvr>
                                      <p:to>
                                        <p:strVal val="visible"/>
                                      </p:to>
                                    </p:set>
                                    <p:animEffect transition="in" filter="wipe(left)">
                                      <p:cBhvr>
                                        <p:cTn id="7" dur="500"/>
                                        <p:tgtEl>
                                          <p:spTgt spid="805891">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805891">
                                            <p:txEl>
                                              <p:pRg st="2" end="2"/>
                                            </p:txEl>
                                          </p:spTgt>
                                        </p:tgtEl>
                                        <p:attrNameLst>
                                          <p:attrName>style.visibility</p:attrName>
                                        </p:attrNameLst>
                                      </p:cBhvr>
                                      <p:to>
                                        <p:strVal val="visible"/>
                                      </p:to>
                                    </p:set>
                                    <p:animEffect transition="in" filter="wipe(left)">
                                      <p:cBhvr>
                                        <p:cTn id="10" dur="500"/>
                                        <p:tgtEl>
                                          <p:spTgt spid="805891">
                                            <p:txEl>
                                              <p:pRg st="2" end="2"/>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805891">
                                            <p:txEl>
                                              <p:pRg st="3" end="3"/>
                                            </p:txEl>
                                          </p:spTgt>
                                        </p:tgtEl>
                                        <p:attrNameLst>
                                          <p:attrName>style.visibility</p:attrName>
                                        </p:attrNameLst>
                                      </p:cBhvr>
                                      <p:to>
                                        <p:strVal val="visible"/>
                                      </p:to>
                                    </p:set>
                                    <p:animEffect transition="in" filter="wipe(left)">
                                      <p:cBhvr>
                                        <p:cTn id="13" dur="500"/>
                                        <p:tgtEl>
                                          <p:spTgt spid="805891">
                                            <p:txEl>
                                              <p:pRg st="3" end="3"/>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805891">
                                            <p:txEl>
                                              <p:pRg st="5" end="5"/>
                                            </p:txEl>
                                          </p:spTgt>
                                        </p:tgtEl>
                                        <p:attrNameLst>
                                          <p:attrName>style.visibility</p:attrName>
                                        </p:attrNameLst>
                                      </p:cBhvr>
                                      <p:to>
                                        <p:strVal val="visible"/>
                                      </p:to>
                                    </p:set>
                                    <p:animEffect transition="in" filter="wipe(left)">
                                      <p:cBhvr>
                                        <p:cTn id="18" dur="500"/>
                                        <p:tgtEl>
                                          <p:spTgt spid="805891">
                                            <p:txEl>
                                              <p:pRg st="5" end="5"/>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805891">
                                            <p:txEl>
                                              <p:pRg st="7" end="7"/>
                                            </p:txEl>
                                          </p:spTgt>
                                        </p:tgtEl>
                                        <p:attrNameLst>
                                          <p:attrName>style.visibility</p:attrName>
                                        </p:attrNameLst>
                                      </p:cBhvr>
                                      <p:to>
                                        <p:strVal val="visible"/>
                                      </p:to>
                                    </p:set>
                                    <p:animEffect transition="in" filter="wipe(left)">
                                      <p:cBhvr>
                                        <p:cTn id="23" dur="500"/>
                                        <p:tgtEl>
                                          <p:spTgt spid="805891">
                                            <p:txEl>
                                              <p:pRg st="7" end="7"/>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805891">
                                            <p:txEl>
                                              <p:pRg st="8" end="8"/>
                                            </p:txEl>
                                          </p:spTgt>
                                        </p:tgtEl>
                                        <p:attrNameLst>
                                          <p:attrName>style.visibility</p:attrName>
                                        </p:attrNameLst>
                                      </p:cBhvr>
                                      <p:to>
                                        <p:strVal val="visible"/>
                                      </p:to>
                                    </p:set>
                                    <p:animEffect transition="in" filter="wipe(left)">
                                      <p:cBhvr>
                                        <p:cTn id="26" dur="500"/>
                                        <p:tgtEl>
                                          <p:spTgt spid="80589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86904C58-070C-BBAC-C3A2-1BE3719ECD13}"/>
              </a:ext>
            </a:extLst>
          </p:cNvPr>
          <p:cNvSpPr>
            <a:spLocks noGrp="1" noChangeArrowheads="1"/>
          </p:cNvSpPr>
          <p:nvPr>
            <p:ph type="title"/>
          </p:nvPr>
        </p:nvSpPr>
        <p:spPr/>
        <p:txBody>
          <a:bodyPr/>
          <a:lstStyle/>
          <a:p>
            <a:pPr eaLnBrk="1" hangingPunct="1"/>
            <a:r>
              <a:rPr lang="zh-CN" altLang="en-US"/>
              <a:t>有限自动机的定义</a:t>
            </a:r>
          </a:p>
        </p:txBody>
      </p:sp>
      <p:sp>
        <p:nvSpPr>
          <p:cNvPr id="51203" name="Rectangle 3">
            <a:extLst>
              <a:ext uri="{FF2B5EF4-FFF2-40B4-BE49-F238E27FC236}">
                <a16:creationId xmlns:a16="http://schemas.microsoft.com/office/drawing/2014/main" id="{FFA0F231-77A8-D3E0-0D83-0E8A82DD8737}"/>
              </a:ext>
            </a:extLst>
          </p:cNvPr>
          <p:cNvSpPr>
            <a:spLocks noGrp="1" noChangeArrowheads="1"/>
          </p:cNvSpPr>
          <p:nvPr>
            <p:ph type="body" idx="1"/>
          </p:nvPr>
        </p:nvSpPr>
        <p:spPr/>
        <p:txBody>
          <a:bodyPr/>
          <a:lstStyle/>
          <a:p>
            <a:pPr eaLnBrk="1" hangingPunct="1">
              <a:lnSpc>
                <a:spcPct val="130000"/>
              </a:lnSpc>
            </a:pPr>
            <a:r>
              <a:rPr lang="zh-CN" altLang="en-US">
                <a:latin typeface="Times New Roman" panose="02020603050405020304" pitchFamily="18" charset="0"/>
                <a:ea typeface="宋体" panose="02010600030101010101" pitchFamily="2" charset="-122"/>
              </a:rPr>
              <a:t>有限自动机（</a:t>
            </a:r>
            <a:r>
              <a:rPr lang="en-US" altLang="zh-CN">
                <a:latin typeface="Times New Roman" panose="02020603050405020304" pitchFamily="18" charset="0"/>
                <a:ea typeface="宋体" panose="02010600030101010101" pitchFamily="2" charset="-122"/>
              </a:rPr>
              <a:t>FA</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Finite Automata</a:t>
            </a:r>
            <a:r>
              <a:rPr lang="zh-CN" altLang="en-US">
                <a:latin typeface="Times New Roman" panose="02020603050405020304" pitchFamily="18" charset="0"/>
                <a:ea typeface="宋体" panose="02010600030101010101" pitchFamily="2" charset="-122"/>
              </a:rPr>
              <a:t>）</a:t>
            </a:r>
          </a:p>
          <a:p>
            <a:pPr lvl="1" eaLnBrk="1" hangingPunct="1">
              <a:lnSpc>
                <a:spcPct val="130000"/>
              </a:lnSpc>
            </a:pPr>
            <a:r>
              <a:rPr lang="zh-CN" altLang="en-US">
                <a:latin typeface="Times New Roman" panose="02020603050405020304" pitchFamily="18" charset="0"/>
                <a:ea typeface="宋体" panose="02010600030101010101" pitchFamily="2" charset="-122"/>
              </a:rPr>
              <a:t>有限状态机（</a:t>
            </a:r>
            <a:r>
              <a:rPr lang="en-US" altLang="zh-CN">
                <a:latin typeface="Times New Roman" panose="02020603050405020304" pitchFamily="18" charset="0"/>
                <a:ea typeface="宋体" panose="02010600030101010101" pitchFamily="2" charset="-122"/>
              </a:rPr>
              <a:t>FSM</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Finite State Machine</a:t>
            </a:r>
            <a:r>
              <a:rPr lang="zh-CN" altLang="en-US">
                <a:latin typeface="Times New Roman" panose="02020603050405020304" pitchFamily="18" charset="0"/>
                <a:ea typeface="宋体" panose="02010600030101010101" pitchFamily="2" charset="-122"/>
              </a:rPr>
              <a:t>）</a:t>
            </a:r>
          </a:p>
          <a:p>
            <a:pPr lvl="1" eaLnBrk="1" hangingPunct="1">
              <a:lnSpc>
                <a:spcPct val="130000"/>
              </a:lnSpc>
            </a:pPr>
            <a:r>
              <a:rPr lang="zh-CN" altLang="en-US">
                <a:latin typeface="Times New Roman" panose="02020603050405020304" pitchFamily="18" charset="0"/>
                <a:ea typeface="宋体" panose="02010600030101010101" pitchFamily="2" charset="-122"/>
              </a:rPr>
              <a:t>一个机器或一种控制结构，设计它的目的是为了自动仿效一个事先确定的操作序列或响应一条已编码的指令。</a:t>
            </a:r>
          </a:p>
        </p:txBody>
      </p:sp>
      <p:sp>
        <p:nvSpPr>
          <p:cNvPr id="51204" name="灯片编号占位符 3">
            <a:extLst>
              <a:ext uri="{FF2B5EF4-FFF2-40B4-BE49-F238E27FC236}">
                <a16:creationId xmlns:a16="http://schemas.microsoft.com/office/drawing/2014/main" id="{3E922C46-8C92-5C16-8ACD-549BC43AC72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66180929-695C-7F4F-9863-4BC4A2D586E1}"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40</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84584CF9-AC95-23CE-701D-60AC0DC361DC}"/>
              </a:ext>
            </a:extLst>
          </p:cNvPr>
          <p:cNvSpPr>
            <a:spLocks noGrp="1" noChangeArrowheads="1"/>
          </p:cNvSpPr>
          <p:nvPr>
            <p:ph type="title"/>
          </p:nvPr>
        </p:nvSpPr>
        <p:spPr/>
        <p:txBody>
          <a:bodyPr/>
          <a:lstStyle/>
          <a:p>
            <a:pPr eaLnBrk="1" hangingPunct="1"/>
            <a:r>
              <a:rPr lang="en-US" altLang="zh-CN"/>
              <a:t>FA</a:t>
            </a:r>
            <a:r>
              <a:rPr lang="zh-CN" altLang="en-US"/>
              <a:t>的模型</a:t>
            </a:r>
          </a:p>
        </p:txBody>
      </p:sp>
      <p:sp>
        <p:nvSpPr>
          <p:cNvPr id="52227" name="Rectangle 3">
            <a:extLst>
              <a:ext uri="{FF2B5EF4-FFF2-40B4-BE49-F238E27FC236}">
                <a16:creationId xmlns:a16="http://schemas.microsoft.com/office/drawing/2014/main" id="{DCB0D535-B252-17DE-BBFF-A99C6101F697}"/>
              </a:ext>
            </a:extLst>
          </p:cNvPr>
          <p:cNvSpPr>
            <a:spLocks noGrp="1" noChangeArrowheads="1"/>
          </p:cNvSpPr>
          <p:nvPr>
            <p:ph type="body" idx="1"/>
          </p:nvPr>
        </p:nvSpPr>
        <p:spPr/>
        <p:txBody>
          <a:bodyPr/>
          <a:lstStyle/>
          <a:p>
            <a:pPr eaLnBrk="1" hangingPunct="1">
              <a:lnSpc>
                <a:spcPct val="130000"/>
              </a:lnSpc>
            </a:pPr>
            <a:r>
              <a:rPr lang="en-US" altLang="zh-CN" sz="2400">
                <a:ea typeface="宋体" panose="02010600030101010101" pitchFamily="2" charset="-122"/>
              </a:rPr>
              <a:t>FA</a:t>
            </a:r>
            <a:r>
              <a:rPr lang="zh-CN" altLang="en-US" sz="2400">
                <a:ea typeface="宋体" panose="02010600030101010101" pitchFamily="2" charset="-122"/>
              </a:rPr>
              <a:t>可以理解成一个控制器，它读一条输入带上的字符。</a:t>
            </a:r>
          </a:p>
        </p:txBody>
      </p:sp>
      <p:grpSp>
        <p:nvGrpSpPr>
          <p:cNvPr id="52228" name="Group 4">
            <a:extLst>
              <a:ext uri="{FF2B5EF4-FFF2-40B4-BE49-F238E27FC236}">
                <a16:creationId xmlns:a16="http://schemas.microsoft.com/office/drawing/2014/main" id="{0E839129-3513-BC2D-751F-FE6010E2708B}"/>
              </a:ext>
            </a:extLst>
          </p:cNvPr>
          <p:cNvGrpSpPr>
            <a:grpSpLocks/>
          </p:cNvGrpSpPr>
          <p:nvPr/>
        </p:nvGrpSpPr>
        <p:grpSpPr bwMode="auto">
          <a:xfrm>
            <a:off x="1511300" y="3067050"/>
            <a:ext cx="5791200" cy="685800"/>
            <a:chOff x="816" y="1824"/>
            <a:chExt cx="3648" cy="432"/>
          </a:xfrm>
        </p:grpSpPr>
        <p:sp>
          <p:nvSpPr>
            <p:cNvPr id="52235" name="Rectangle 5">
              <a:extLst>
                <a:ext uri="{FF2B5EF4-FFF2-40B4-BE49-F238E27FC236}">
                  <a16:creationId xmlns:a16="http://schemas.microsoft.com/office/drawing/2014/main" id="{8AC2ECF4-8445-C50A-4C38-4FD196B35E11}"/>
                </a:ext>
              </a:extLst>
            </p:cNvPr>
            <p:cNvSpPr>
              <a:spLocks noChangeArrowheads="1"/>
            </p:cNvSpPr>
            <p:nvPr/>
          </p:nvSpPr>
          <p:spPr bwMode="auto">
            <a:xfrm>
              <a:off x="816" y="1824"/>
              <a:ext cx="3648" cy="4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b="0">
                  <a:solidFill>
                    <a:schemeClr val="tx1"/>
                  </a:solidFill>
                  <a:latin typeface="Times New Roman" panose="02020603050405020304" pitchFamily="18" charset="0"/>
                  <a:ea typeface="宋体" panose="02010600030101010101" pitchFamily="2" charset="-122"/>
                </a:rPr>
                <a:t>a   b   c   d   d    e   e    f   g   …….. </a:t>
              </a:r>
            </a:p>
          </p:txBody>
        </p:sp>
        <p:sp>
          <p:nvSpPr>
            <p:cNvPr id="52236" name="Line 6">
              <a:extLst>
                <a:ext uri="{FF2B5EF4-FFF2-40B4-BE49-F238E27FC236}">
                  <a16:creationId xmlns:a16="http://schemas.microsoft.com/office/drawing/2014/main" id="{446AB3EA-D490-F5A5-9EC1-8D521309B92A}"/>
                </a:ext>
              </a:extLst>
            </p:cNvPr>
            <p:cNvSpPr>
              <a:spLocks noChangeShapeType="1"/>
            </p:cNvSpPr>
            <p:nvPr/>
          </p:nvSpPr>
          <p:spPr bwMode="auto">
            <a:xfrm>
              <a:off x="1008" y="1824"/>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7" name="Line 7">
              <a:extLst>
                <a:ext uri="{FF2B5EF4-FFF2-40B4-BE49-F238E27FC236}">
                  <a16:creationId xmlns:a16="http://schemas.microsoft.com/office/drawing/2014/main" id="{17FB6373-1241-EE04-F06D-D2AF8379BBCC}"/>
                </a:ext>
              </a:extLst>
            </p:cNvPr>
            <p:cNvSpPr>
              <a:spLocks noChangeShapeType="1"/>
            </p:cNvSpPr>
            <p:nvPr/>
          </p:nvSpPr>
          <p:spPr bwMode="auto">
            <a:xfrm>
              <a:off x="2736" y="1824"/>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8" name="Line 8">
              <a:extLst>
                <a:ext uri="{FF2B5EF4-FFF2-40B4-BE49-F238E27FC236}">
                  <a16:creationId xmlns:a16="http://schemas.microsoft.com/office/drawing/2014/main" id="{A6295067-8AF3-38F1-6BEC-4E7CF1CED4BF}"/>
                </a:ext>
              </a:extLst>
            </p:cNvPr>
            <p:cNvSpPr>
              <a:spLocks noChangeShapeType="1"/>
            </p:cNvSpPr>
            <p:nvPr/>
          </p:nvSpPr>
          <p:spPr bwMode="auto">
            <a:xfrm>
              <a:off x="1248" y="1824"/>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9" name="Line 9">
              <a:extLst>
                <a:ext uri="{FF2B5EF4-FFF2-40B4-BE49-F238E27FC236}">
                  <a16:creationId xmlns:a16="http://schemas.microsoft.com/office/drawing/2014/main" id="{181BBC7C-9CE6-682C-CB2A-8FA12009EDB8}"/>
                </a:ext>
              </a:extLst>
            </p:cNvPr>
            <p:cNvSpPr>
              <a:spLocks noChangeShapeType="1"/>
            </p:cNvSpPr>
            <p:nvPr/>
          </p:nvSpPr>
          <p:spPr bwMode="auto">
            <a:xfrm>
              <a:off x="2496" y="1824"/>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0" name="Line 10">
              <a:extLst>
                <a:ext uri="{FF2B5EF4-FFF2-40B4-BE49-F238E27FC236}">
                  <a16:creationId xmlns:a16="http://schemas.microsoft.com/office/drawing/2014/main" id="{E9D9FA31-D805-841B-B8B5-D3B9D7E88EAF}"/>
                </a:ext>
              </a:extLst>
            </p:cNvPr>
            <p:cNvSpPr>
              <a:spLocks noChangeShapeType="1"/>
            </p:cNvSpPr>
            <p:nvPr/>
          </p:nvSpPr>
          <p:spPr bwMode="auto">
            <a:xfrm>
              <a:off x="1488" y="1824"/>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1" name="Line 11">
              <a:extLst>
                <a:ext uri="{FF2B5EF4-FFF2-40B4-BE49-F238E27FC236}">
                  <a16:creationId xmlns:a16="http://schemas.microsoft.com/office/drawing/2014/main" id="{FAE200C6-B555-69BB-142D-6A2B8FE82B08}"/>
                </a:ext>
              </a:extLst>
            </p:cNvPr>
            <p:cNvSpPr>
              <a:spLocks noChangeShapeType="1"/>
            </p:cNvSpPr>
            <p:nvPr/>
          </p:nvSpPr>
          <p:spPr bwMode="auto">
            <a:xfrm>
              <a:off x="2016" y="1824"/>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2" name="Line 12">
              <a:extLst>
                <a:ext uri="{FF2B5EF4-FFF2-40B4-BE49-F238E27FC236}">
                  <a16:creationId xmlns:a16="http://schemas.microsoft.com/office/drawing/2014/main" id="{E473410D-806B-B684-602F-E153C970B9A8}"/>
                </a:ext>
              </a:extLst>
            </p:cNvPr>
            <p:cNvSpPr>
              <a:spLocks noChangeShapeType="1"/>
            </p:cNvSpPr>
            <p:nvPr/>
          </p:nvSpPr>
          <p:spPr bwMode="auto">
            <a:xfrm>
              <a:off x="1776" y="1824"/>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3" name="Line 13">
              <a:extLst>
                <a:ext uri="{FF2B5EF4-FFF2-40B4-BE49-F238E27FC236}">
                  <a16:creationId xmlns:a16="http://schemas.microsoft.com/office/drawing/2014/main" id="{D36FE89F-4EE6-C85C-0F8F-5F3D74673A0B}"/>
                </a:ext>
              </a:extLst>
            </p:cNvPr>
            <p:cNvSpPr>
              <a:spLocks noChangeShapeType="1"/>
            </p:cNvSpPr>
            <p:nvPr/>
          </p:nvSpPr>
          <p:spPr bwMode="auto">
            <a:xfrm>
              <a:off x="3024" y="1824"/>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44" name="Line 14">
              <a:extLst>
                <a:ext uri="{FF2B5EF4-FFF2-40B4-BE49-F238E27FC236}">
                  <a16:creationId xmlns:a16="http://schemas.microsoft.com/office/drawing/2014/main" id="{391DC294-921B-E992-C25C-984FA91BF552}"/>
                </a:ext>
              </a:extLst>
            </p:cNvPr>
            <p:cNvSpPr>
              <a:spLocks noChangeShapeType="1"/>
            </p:cNvSpPr>
            <p:nvPr/>
          </p:nvSpPr>
          <p:spPr bwMode="auto">
            <a:xfrm>
              <a:off x="2256" y="1824"/>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2229" name="Rectangle 15">
            <a:extLst>
              <a:ext uri="{FF2B5EF4-FFF2-40B4-BE49-F238E27FC236}">
                <a16:creationId xmlns:a16="http://schemas.microsoft.com/office/drawing/2014/main" id="{564087DF-7A1C-C99F-4611-DD5193F4891B}"/>
              </a:ext>
            </a:extLst>
          </p:cNvPr>
          <p:cNvSpPr>
            <a:spLocks noChangeArrowheads="1"/>
          </p:cNvSpPr>
          <p:nvPr/>
        </p:nvSpPr>
        <p:spPr bwMode="auto">
          <a:xfrm>
            <a:off x="1663700" y="4667250"/>
            <a:ext cx="9906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kumimoji="1" lang="zh-CN" altLang="en-US" sz="2400" b="0">
                <a:solidFill>
                  <a:schemeClr val="tx1"/>
                </a:solidFill>
                <a:latin typeface="Times New Roman" panose="02020603050405020304" pitchFamily="18" charset="0"/>
                <a:ea typeface="宋体" panose="02010600030101010101" pitchFamily="2" charset="-122"/>
              </a:rPr>
              <a:t>控制器</a:t>
            </a:r>
          </a:p>
        </p:txBody>
      </p:sp>
      <p:sp>
        <p:nvSpPr>
          <p:cNvPr id="52230" name="Line 16">
            <a:extLst>
              <a:ext uri="{FF2B5EF4-FFF2-40B4-BE49-F238E27FC236}">
                <a16:creationId xmlns:a16="http://schemas.microsoft.com/office/drawing/2014/main" id="{B8CC7C33-A701-C645-FA96-D87C8517FB28}"/>
              </a:ext>
            </a:extLst>
          </p:cNvPr>
          <p:cNvSpPr>
            <a:spLocks noChangeShapeType="1"/>
          </p:cNvSpPr>
          <p:nvPr/>
        </p:nvSpPr>
        <p:spPr bwMode="auto">
          <a:xfrm flipV="1">
            <a:off x="2120900" y="3829050"/>
            <a:ext cx="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1" name="Line 17">
            <a:extLst>
              <a:ext uri="{FF2B5EF4-FFF2-40B4-BE49-F238E27FC236}">
                <a16:creationId xmlns:a16="http://schemas.microsoft.com/office/drawing/2014/main" id="{E81AD883-F81D-80E2-FAF0-22ED2744F94E}"/>
              </a:ext>
            </a:extLst>
          </p:cNvPr>
          <p:cNvSpPr>
            <a:spLocks noChangeShapeType="1"/>
          </p:cNvSpPr>
          <p:nvPr/>
        </p:nvSpPr>
        <p:spPr bwMode="auto">
          <a:xfrm>
            <a:off x="2425700" y="4140200"/>
            <a:ext cx="2667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232" name="Text Box 18">
            <a:extLst>
              <a:ext uri="{FF2B5EF4-FFF2-40B4-BE49-F238E27FC236}">
                <a16:creationId xmlns:a16="http://schemas.microsoft.com/office/drawing/2014/main" id="{055ED77D-A51D-6C19-4C10-729421097291}"/>
              </a:ext>
            </a:extLst>
          </p:cNvPr>
          <p:cNvSpPr txBox="1">
            <a:spLocks noChangeArrowheads="1"/>
          </p:cNvSpPr>
          <p:nvPr/>
        </p:nvSpPr>
        <p:spPr bwMode="auto">
          <a:xfrm>
            <a:off x="5016500" y="3835400"/>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kumimoji="1" lang="zh-CN" altLang="en-US" sz="2400" b="0">
                <a:solidFill>
                  <a:schemeClr val="tx1"/>
                </a:solidFill>
                <a:latin typeface="Times New Roman" panose="02020603050405020304" pitchFamily="18" charset="0"/>
                <a:ea typeface="宋体" panose="02010600030101010101" pitchFamily="2" charset="-122"/>
              </a:rPr>
              <a:t>输入带</a:t>
            </a:r>
          </a:p>
        </p:txBody>
      </p:sp>
      <p:sp>
        <p:nvSpPr>
          <p:cNvPr id="52233" name="Text Box 19">
            <a:extLst>
              <a:ext uri="{FF2B5EF4-FFF2-40B4-BE49-F238E27FC236}">
                <a16:creationId xmlns:a16="http://schemas.microsoft.com/office/drawing/2014/main" id="{82EE82CF-D577-B70B-7B4C-E1796E48C3AC}"/>
              </a:ext>
            </a:extLst>
          </p:cNvPr>
          <p:cNvSpPr txBox="1">
            <a:spLocks noChangeArrowheads="1"/>
          </p:cNvSpPr>
          <p:nvPr/>
        </p:nvSpPr>
        <p:spPr bwMode="auto">
          <a:xfrm>
            <a:off x="1663700" y="5276850"/>
            <a:ext cx="533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kumimoji="1" lang="zh-CN" altLang="en-US" sz="2400">
                <a:solidFill>
                  <a:srgbClr val="FF0000"/>
                </a:solidFill>
                <a:latin typeface="黑体" panose="02010609060101010101" pitchFamily="49" charset="-122"/>
                <a:ea typeface="黑体" panose="02010609060101010101" pitchFamily="49" charset="-122"/>
              </a:rPr>
              <a:t>有限自动机</a:t>
            </a:r>
            <a:r>
              <a:rPr kumimoji="1" lang="en-US" altLang="zh-CN" sz="2400">
                <a:solidFill>
                  <a:srgbClr val="FF0000"/>
                </a:solidFill>
                <a:latin typeface="黑体" panose="02010609060101010101" pitchFamily="49" charset="-122"/>
                <a:ea typeface="黑体" panose="02010609060101010101" pitchFamily="49" charset="-122"/>
              </a:rPr>
              <a:t>=</a:t>
            </a:r>
            <a:r>
              <a:rPr kumimoji="1" lang="zh-CN" altLang="en-US" sz="2400">
                <a:solidFill>
                  <a:srgbClr val="FF0000"/>
                </a:solidFill>
                <a:latin typeface="黑体" panose="02010609060101010101" pitchFamily="49" charset="-122"/>
                <a:ea typeface="黑体" panose="02010609060101010101" pitchFamily="49" charset="-122"/>
              </a:rPr>
              <a:t>有限控制器</a:t>
            </a:r>
            <a:r>
              <a:rPr kumimoji="1" lang="en-US" altLang="zh-CN" sz="2400">
                <a:solidFill>
                  <a:srgbClr val="FF0000"/>
                </a:solidFill>
                <a:latin typeface="黑体" panose="02010609060101010101" pitchFamily="49" charset="-122"/>
                <a:ea typeface="黑体" panose="02010609060101010101" pitchFamily="49" charset="-122"/>
              </a:rPr>
              <a:t>+</a:t>
            </a:r>
            <a:r>
              <a:rPr kumimoji="1" lang="zh-CN" altLang="en-US" sz="2400">
                <a:solidFill>
                  <a:srgbClr val="FF0000"/>
                </a:solidFill>
                <a:latin typeface="黑体" panose="02010609060101010101" pitchFamily="49" charset="-122"/>
                <a:ea typeface="黑体" panose="02010609060101010101" pitchFamily="49" charset="-122"/>
              </a:rPr>
              <a:t>字符输入带</a:t>
            </a:r>
          </a:p>
        </p:txBody>
      </p:sp>
      <p:sp>
        <p:nvSpPr>
          <p:cNvPr id="52234" name="灯片编号占位符 19">
            <a:extLst>
              <a:ext uri="{FF2B5EF4-FFF2-40B4-BE49-F238E27FC236}">
                <a16:creationId xmlns:a16="http://schemas.microsoft.com/office/drawing/2014/main" id="{EBE25B96-9A52-85D2-787B-7FD31411A63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D9600E0F-4F9E-9048-84B6-66CBA93FCB4C}"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41</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3981DFD-EB41-D6C7-0623-8FF754322A3F}"/>
              </a:ext>
            </a:extLst>
          </p:cNvPr>
          <p:cNvSpPr>
            <a:spLocks noGrp="1" noChangeArrowheads="1"/>
          </p:cNvSpPr>
          <p:nvPr>
            <p:ph type="title"/>
          </p:nvPr>
        </p:nvSpPr>
        <p:spPr/>
        <p:txBody>
          <a:bodyPr/>
          <a:lstStyle/>
          <a:p>
            <a:pPr eaLnBrk="1" hangingPunct="1"/>
            <a:r>
              <a:rPr lang="zh-CN" altLang="en-US"/>
              <a:t>示例</a:t>
            </a:r>
          </a:p>
        </p:txBody>
      </p:sp>
      <p:grpSp>
        <p:nvGrpSpPr>
          <p:cNvPr id="53251" name="Group 3">
            <a:extLst>
              <a:ext uri="{FF2B5EF4-FFF2-40B4-BE49-F238E27FC236}">
                <a16:creationId xmlns:a16="http://schemas.microsoft.com/office/drawing/2014/main" id="{F0D816C9-15ED-D01A-B138-E11644AC3176}"/>
              </a:ext>
            </a:extLst>
          </p:cNvPr>
          <p:cNvGrpSpPr>
            <a:grpSpLocks/>
          </p:cNvGrpSpPr>
          <p:nvPr/>
        </p:nvGrpSpPr>
        <p:grpSpPr bwMode="auto">
          <a:xfrm>
            <a:off x="2771775" y="3214688"/>
            <a:ext cx="3505200" cy="2590800"/>
            <a:chOff x="3120" y="864"/>
            <a:chExt cx="2208" cy="1632"/>
          </a:xfrm>
        </p:grpSpPr>
        <p:sp>
          <p:nvSpPr>
            <p:cNvPr id="53270" name="Text Box 4">
              <a:extLst>
                <a:ext uri="{FF2B5EF4-FFF2-40B4-BE49-F238E27FC236}">
                  <a16:creationId xmlns:a16="http://schemas.microsoft.com/office/drawing/2014/main" id="{B7E82A9D-B8F9-6943-8CE7-A7D36E66305B}"/>
                </a:ext>
              </a:extLst>
            </p:cNvPr>
            <p:cNvSpPr txBox="1">
              <a:spLocks noChangeArrowheads="1"/>
            </p:cNvSpPr>
            <p:nvPr/>
          </p:nvSpPr>
          <p:spPr bwMode="auto">
            <a:xfrm>
              <a:off x="3653" y="1016"/>
              <a:ext cx="4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q</a:t>
              </a:r>
              <a:r>
                <a:rPr kumimoji="1" lang="en-US" altLang="zh-CN" sz="2400" i="1" baseline="-25000">
                  <a:solidFill>
                    <a:srgbClr val="800080"/>
                  </a:solidFill>
                  <a:latin typeface="Times New Roman" panose="02020603050405020304" pitchFamily="18" charset="0"/>
                  <a:ea typeface="宋体" panose="02010600030101010101" pitchFamily="2" charset="-122"/>
                </a:rPr>
                <a:t>0</a:t>
              </a:r>
            </a:p>
          </p:txBody>
        </p:sp>
        <p:sp>
          <p:nvSpPr>
            <p:cNvPr id="53271" name="Text Box 5">
              <a:extLst>
                <a:ext uri="{FF2B5EF4-FFF2-40B4-BE49-F238E27FC236}">
                  <a16:creationId xmlns:a16="http://schemas.microsoft.com/office/drawing/2014/main" id="{F8EE2EEA-825A-8883-86C0-32AEA009D804}"/>
                </a:ext>
              </a:extLst>
            </p:cNvPr>
            <p:cNvSpPr txBox="1">
              <a:spLocks noChangeArrowheads="1"/>
            </p:cNvSpPr>
            <p:nvPr/>
          </p:nvSpPr>
          <p:spPr bwMode="auto">
            <a:xfrm>
              <a:off x="4757" y="1016"/>
              <a:ext cx="4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q</a:t>
              </a:r>
              <a:r>
                <a:rPr kumimoji="1" lang="en-US" altLang="zh-CN" sz="2400" i="1" baseline="-25000">
                  <a:solidFill>
                    <a:srgbClr val="800080"/>
                  </a:solidFill>
                  <a:latin typeface="Times New Roman" panose="02020603050405020304" pitchFamily="18" charset="0"/>
                  <a:ea typeface="宋体" panose="02010600030101010101" pitchFamily="2" charset="-122"/>
                </a:rPr>
                <a:t>1</a:t>
              </a:r>
            </a:p>
          </p:txBody>
        </p:sp>
        <p:sp>
          <p:nvSpPr>
            <p:cNvPr id="53272" name="Text Box 6">
              <a:extLst>
                <a:ext uri="{FF2B5EF4-FFF2-40B4-BE49-F238E27FC236}">
                  <a16:creationId xmlns:a16="http://schemas.microsoft.com/office/drawing/2014/main" id="{1F3C2093-D3AB-13C7-61AB-26DEB8D5D2B0}"/>
                </a:ext>
              </a:extLst>
            </p:cNvPr>
            <p:cNvSpPr txBox="1">
              <a:spLocks noChangeArrowheads="1"/>
            </p:cNvSpPr>
            <p:nvPr/>
          </p:nvSpPr>
          <p:spPr bwMode="auto">
            <a:xfrm>
              <a:off x="3653" y="2044"/>
              <a:ext cx="4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q</a:t>
              </a:r>
              <a:r>
                <a:rPr kumimoji="1" lang="en-US" altLang="zh-CN" sz="2400" i="1" baseline="-25000">
                  <a:solidFill>
                    <a:srgbClr val="800080"/>
                  </a:solidFill>
                  <a:latin typeface="Times New Roman" panose="02020603050405020304" pitchFamily="18" charset="0"/>
                  <a:ea typeface="宋体" panose="02010600030101010101" pitchFamily="2" charset="-122"/>
                </a:rPr>
                <a:t>2</a:t>
              </a:r>
            </a:p>
          </p:txBody>
        </p:sp>
        <p:sp>
          <p:nvSpPr>
            <p:cNvPr id="53273" name="Text Box 7">
              <a:extLst>
                <a:ext uri="{FF2B5EF4-FFF2-40B4-BE49-F238E27FC236}">
                  <a16:creationId xmlns:a16="http://schemas.microsoft.com/office/drawing/2014/main" id="{C24D9CFB-F90E-06B0-C3BB-758229F10960}"/>
                </a:ext>
              </a:extLst>
            </p:cNvPr>
            <p:cNvSpPr txBox="1">
              <a:spLocks noChangeArrowheads="1"/>
            </p:cNvSpPr>
            <p:nvPr/>
          </p:nvSpPr>
          <p:spPr bwMode="auto">
            <a:xfrm>
              <a:off x="4757" y="2044"/>
              <a:ext cx="3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q</a:t>
              </a:r>
              <a:r>
                <a:rPr kumimoji="1" lang="en-US" altLang="zh-CN" sz="2400" i="1" baseline="-25000">
                  <a:solidFill>
                    <a:srgbClr val="800080"/>
                  </a:solidFill>
                  <a:latin typeface="Times New Roman" panose="02020603050405020304" pitchFamily="18" charset="0"/>
                  <a:ea typeface="宋体" panose="02010600030101010101" pitchFamily="2" charset="-122"/>
                </a:rPr>
                <a:t>3</a:t>
              </a:r>
            </a:p>
          </p:txBody>
        </p:sp>
        <p:graphicFrame>
          <p:nvGraphicFramePr>
            <p:cNvPr id="53274" name="Object 8">
              <a:extLst>
                <a:ext uri="{FF2B5EF4-FFF2-40B4-BE49-F238E27FC236}">
                  <a16:creationId xmlns:a16="http://schemas.microsoft.com/office/drawing/2014/main" id="{407E1FBF-27E5-8DC9-80DB-B6C037E9C540}"/>
                </a:ext>
              </a:extLst>
            </p:cNvPr>
            <p:cNvGraphicFramePr>
              <a:graphicFrameLocks noChangeAspect="1"/>
            </p:cNvGraphicFramePr>
            <p:nvPr/>
          </p:nvGraphicFramePr>
          <p:xfrm>
            <a:off x="3120" y="864"/>
            <a:ext cx="2208" cy="1632"/>
          </p:xfrm>
          <a:graphic>
            <a:graphicData uri="http://schemas.openxmlformats.org/presentationml/2006/ole">
              <mc:AlternateContent xmlns:mc="http://schemas.openxmlformats.org/markup-compatibility/2006">
                <mc:Choice xmlns:v="urn:schemas-microsoft-com:vml" Requires="v">
                  <p:oleObj name="VISIO" r:id="rId2" imgW="38442900" imgH="30518100" progId="Visio.Drawing.11">
                    <p:embed/>
                  </p:oleObj>
                </mc:Choice>
                <mc:Fallback>
                  <p:oleObj name="VISIO" r:id="rId2" imgW="38442900" imgH="30518100" progId="Visio.Drawing.11">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0" y="864"/>
                          <a:ext cx="2208" cy="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40714" name="Line 10">
            <a:extLst>
              <a:ext uri="{FF2B5EF4-FFF2-40B4-BE49-F238E27FC236}">
                <a16:creationId xmlns:a16="http://schemas.microsoft.com/office/drawing/2014/main" id="{E38298E8-A0CB-5D49-39BE-5586CB09804D}"/>
              </a:ext>
            </a:extLst>
          </p:cNvPr>
          <p:cNvSpPr>
            <a:spLocks noChangeShapeType="1"/>
          </p:cNvSpPr>
          <p:nvPr/>
        </p:nvSpPr>
        <p:spPr bwMode="auto">
          <a:xfrm>
            <a:off x="4332288" y="4005263"/>
            <a:ext cx="0" cy="79216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53" name="Rectangle 11">
            <a:extLst>
              <a:ext uri="{FF2B5EF4-FFF2-40B4-BE49-F238E27FC236}">
                <a16:creationId xmlns:a16="http://schemas.microsoft.com/office/drawing/2014/main" id="{8FEBBED8-EEEE-9987-0511-A0847B43E255}"/>
              </a:ext>
            </a:extLst>
          </p:cNvPr>
          <p:cNvSpPr>
            <a:spLocks noChangeArrowheads="1"/>
          </p:cNvSpPr>
          <p:nvPr/>
        </p:nvSpPr>
        <p:spPr bwMode="auto">
          <a:xfrm>
            <a:off x="1739900" y="1773238"/>
            <a:ext cx="4464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zh-CN" altLang="en-US" sz="2000">
                <a:ea typeface="黑体" panose="02010609060101010101" pitchFamily="49" charset="-122"/>
              </a:rPr>
              <a:t>输入（字符串）</a:t>
            </a:r>
            <a:r>
              <a:rPr lang="zh-CN" altLang="en-US" sz="2000">
                <a:ea typeface="宋体" panose="02010600030101010101" pitchFamily="2" charset="-122"/>
              </a:rPr>
              <a:t>：     </a:t>
            </a:r>
            <a:r>
              <a:rPr lang="en-US" altLang="zh-CN" sz="2000">
                <a:ea typeface="宋体" panose="02010600030101010101" pitchFamily="2" charset="-122"/>
              </a:rPr>
              <a:t>0   0   1   0</a:t>
            </a:r>
          </a:p>
        </p:txBody>
      </p:sp>
      <p:sp>
        <p:nvSpPr>
          <p:cNvPr id="840716" name="AutoShape 12">
            <a:extLst>
              <a:ext uri="{FF2B5EF4-FFF2-40B4-BE49-F238E27FC236}">
                <a16:creationId xmlns:a16="http://schemas.microsoft.com/office/drawing/2014/main" id="{8A1A9F5A-1C85-3FF8-C00A-836D1DB3F2C7}"/>
              </a:ext>
            </a:extLst>
          </p:cNvPr>
          <p:cNvSpPr>
            <a:spLocks noChangeArrowheads="1"/>
          </p:cNvSpPr>
          <p:nvPr/>
        </p:nvSpPr>
        <p:spPr bwMode="auto">
          <a:xfrm rot="-5400000">
            <a:off x="4260850" y="2454276"/>
            <a:ext cx="719137" cy="144462"/>
          </a:xfrm>
          <a:prstGeom prst="rightArrow">
            <a:avLst>
              <a:gd name="adj1" fmla="val 0"/>
              <a:gd name="adj2" fmla="val 131157"/>
            </a:avLst>
          </a:prstGeom>
          <a:solidFill>
            <a:schemeClr val="accent1"/>
          </a:solidFill>
          <a:ln w="9525" algn="ctr">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40717" name="Rectangle 13">
            <a:extLst>
              <a:ext uri="{FF2B5EF4-FFF2-40B4-BE49-F238E27FC236}">
                <a16:creationId xmlns:a16="http://schemas.microsoft.com/office/drawing/2014/main" id="{02791101-04A7-1261-DE78-F7B4AB8C03CC}"/>
              </a:ext>
            </a:extLst>
          </p:cNvPr>
          <p:cNvSpPr>
            <a:spLocks noChangeArrowheads="1"/>
          </p:cNvSpPr>
          <p:nvPr/>
        </p:nvSpPr>
        <p:spPr bwMode="auto">
          <a:xfrm>
            <a:off x="4308475" y="422116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ea typeface="宋体" panose="02010600030101010101" pitchFamily="2" charset="-122"/>
              </a:rPr>
              <a:t>0</a:t>
            </a:r>
          </a:p>
        </p:txBody>
      </p:sp>
      <p:sp>
        <p:nvSpPr>
          <p:cNvPr id="840718" name="Line 14">
            <a:extLst>
              <a:ext uri="{FF2B5EF4-FFF2-40B4-BE49-F238E27FC236}">
                <a16:creationId xmlns:a16="http://schemas.microsoft.com/office/drawing/2014/main" id="{57E3F1E2-CDD8-D5BB-FC15-F18F04CAD477}"/>
              </a:ext>
            </a:extLst>
          </p:cNvPr>
          <p:cNvSpPr>
            <a:spLocks noChangeShapeType="1"/>
          </p:cNvSpPr>
          <p:nvPr/>
        </p:nvSpPr>
        <p:spPr bwMode="auto">
          <a:xfrm flipV="1">
            <a:off x="3324225" y="4149725"/>
            <a:ext cx="0" cy="792163"/>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719" name="Rectangle 15">
            <a:extLst>
              <a:ext uri="{FF2B5EF4-FFF2-40B4-BE49-F238E27FC236}">
                <a16:creationId xmlns:a16="http://schemas.microsoft.com/office/drawing/2014/main" id="{5E4EF869-21E0-3DEC-4D05-6938F4D63BEC}"/>
              </a:ext>
            </a:extLst>
          </p:cNvPr>
          <p:cNvSpPr>
            <a:spLocks noChangeArrowheads="1"/>
          </p:cNvSpPr>
          <p:nvPr/>
        </p:nvSpPr>
        <p:spPr bwMode="auto">
          <a:xfrm>
            <a:off x="3036888" y="436562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ea typeface="宋体" panose="02010600030101010101" pitchFamily="2" charset="-122"/>
              </a:rPr>
              <a:t>0</a:t>
            </a:r>
          </a:p>
        </p:txBody>
      </p:sp>
      <p:sp>
        <p:nvSpPr>
          <p:cNvPr id="840720" name="AutoShape 16">
            <a:extLst>
              <a:ext uri="{FF2B5EF4-FFF2-40B4-BE49-F238E27FC236}">
                <a16:creationId xmlns:a16="http://schemas.microsoft.com/office/drawing/2014/main" id="{51EFFC65-7182-32B5-9697-EEBB49E6310B}"/>
              </a:ext>
            </a:extLst>
          </p:cNvPr>
          <p:cNvSpPr>
            <a:spLocks noChangeArrowheads="1"/>
          </p:cNvSpPr>
          <p:nvPr/>
        </p:nvSpPr>
        <p:spPr bwMode="auto">
          <a:xfrm rot="2597598">
            <a:off x="3267075" y="3213100"/>
            <a:ext cx="471488" cy="215900"/>
          </a:xfrm>
          <a:prstGeom prst="rightArrow">
            <a:avLst>
              <a:gd name="adj1" fmla="val 0"/>
              <a:gd name="adj2" fmla="val 57538"/>
            </a:avLst>
          </a:prstGeom>
          <a:solidFill>
            <a:schemeClr val="accent1"/>
          </a:solidFill>
          <a:ln w="9525" algn="ctr">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40721" name="AutoShape 17">
            <a:extLst>
              <a:ext uri="{FF2B5EF4-FFF2-40B4-BE49-F238E27FC236}">
                <a16:creationId xmlns:a16="http://schemas.microsoft.com/office/drawing/2014/main" id="{00BCEC74-0CDC-ACC3-0B01-F0082614BBC1}"/>
              </a:ext>
            </a:extLst>
          </p:cNvPr>
          <p:cNvSpPr>
            <a:spLocks noChangeArrowheads="1"/>
          </p:cNvSpPr>
          <p:nvPr/>
        </p:nvSpPr>
        <p:spPr bwMode="auto">
          <a:xfrm rot="-5400000">
            <a:off x="3569494" y="5725319"/>
            <a:ext cx="471488" cy="215900"/>
          </a:xfrm>
          <a:prstGeom prst="rightArrow">
            <a:avLst>
              <a:gd name="adj1" fmla="val 0"/>
              <a:gd name="adj2" fmla="val 57538"/>
            </a:avLst>
          </a:prstGeom>
          <a:solidFill>
            <a:schemeClr val="accent1"/>
          </a:solidFill>
          <a:ln w="9525" algn="ctr">
            <a:solidFill>
              <a:schemeClr val="tx1"/>
            </a:solidFill>
            <a:miter lim="800000"/>
            <a:headEnd/>
            <a:tailEnd/>
          </a:ln>
        </p:spPr>
        <p:txBody>
          <a:bodyPr vert="eaVert"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 </a:t>
            </a:r>
          </a:p>
        </p:txBody>
      </p:sp>
      <p:sp>
        <p:nvSpPr>
          <p:cNvPr id="840722" name="Line 18">
            <a:extLst>
              <a:ext uri="{FF2B5EF4-FFF2-40B4-BE49-F238E27FC236}">
                <a16:creationId xmlns:a16="http://schemas.microsoft.com/office/drawing/2014/main" id="{99BDCDFC-421B-9B74-9D28-9DB0C60569EA}"/>
              </a:ext>
            </a:extLst>
          </p:cNvPr>
          <p:cNvSpPr>
            <a:spLocks noChangeShapeType="1"/>
          </p:cNvSpPr>
          <p:nvPr/>
        </p:nvSpPr>
        <p:spPr bwMode="auto">
          <a:xfrm flipV="1">
            <a:off x="4476750" y="3286125"/>
            <a:ext cx="720725"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723" name="Rectangle 19">
            <a:extLst>
              <a:ext uri="{FF2B5EF4-FFF2-40B4-BE49-F238E27FC236}">
                <a16:creationId xmlns:a16="http://schemas.microsoft.com/office/drawing/2014/main" id="{6CFF483B-2BB5-17BE-576F-B6D5D033AB9D}"/>
              </a:ext>
            </a:extLst>
          </p:cNvPr>
          <p:cNvSpPr>
            <a:spLocks noChangeArrowheads="1"/>
          </p:cNvSpPr>
          <p:nvPr/>
        </p:nvSpPr>
        <p:spPr bwMode="auto">
          <a:xfrm>
            <a:off x="4692650" y="299720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ea typeface="宋体" panose="02010600030101010101" pitchFamily="2" charset="-122"/>
              </a:rPr>
              <a:t>1</a:t>
            </a:r>
          </a:p>
        </p:txBody>
      </p:sp>
      <p:sp>
        <p:nvSpPr>
          <p:cNvPr id="840724" name="AutoShape 20">
            <a:extLst>
              <a:ext uri="{FF2B5EF4-FFF2-40B4-BE49-F238E27FC236}">
                <a16:creationId xmlns:a16="http://schemas.microsoft.com/office/drawing/2014/main" id="{DC456118-D079-579E-A26A-07AA2D903B5E}"/>
              </a:ext>
            </a:extLst>
          </p:cNvPr>
          <p:cNvSpPr>
            <a:spLocks noChangeArrowheads="1"/>
          </p:cNvSpPr>
          <p:nvPr/>
        </p:nvSpPr>
        <p:spPr bwMode="auto">
          <a:xfrm rot="7792075">
            <a:off x="5717381" y="3198019"/>
            <a:ext cx="471488" cy="215900"/>
          </a:xfrm>
          <a:prstGeom prst="rightArrow">
            <a:avLst>
              <a:gd name="adj1" fmla="val 0"/>
              <a:gd name="adj2" fmla="val 57538"/>
            </a:avLst>
          </a:prstGeom>
          <a:solidFill>
            <a:schemeClr val="accent1"/>
          </a:solidFill>
          <a:ln w="9525" algn="ctr">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40725" name="AutoShape 21">
            <a:extLst>
              <a:ext uri="{FF2B5EF4-FFF2-40B4-BE49-F238E27FC236}">
                <a16:creationId xmlns:a16="http://schemas.microsoft.com/office/drawing/2014/main" id="{F21DDEDE-0909-5057-211A-96757A4A6B36}"/>
              </a:ext>
            </a:extLst>
          </p:cNvPr>
          <p:cNvSpPr>
            <a:spLocks noChangeArrowheads="1"/>
          </p:cNvSpPr>
          <p:nvPr/>
        </p:nvSpPr>
        <p:spPr bwMode="auto">
          <a:xfrm rot="-8305675">
            <a:off x="5772150" y="5589588"/>
            <a:ext cx="471488" cy="215900"/>
          </a:xfrm>
          <a:prstGeom prst="rightArrow">
            <a:avLst>
              <a:gd name="adj1" fmla="val 0"/>
              <a:gd name="adj2" fmla="val 57538"/>
            </a:avLst>
          </a:prstGeom>
          <a:solidFill>
            <a:schemeClr val="accent1"/>
          </a:solidFill>
          <a:ln w="9525" algn="ctr">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40726" name="Line 22">
            <a:extLst>
              <a:ext uri="{FF2B5EF4-FFF2-40B4-BE49-F238E27FC236}">
                <a16:creationId xmlns:a16="http://schemas.microsoft.com/office/drawing/2014/main" id="{CFB09504-12CD-DB51-CD0A-6EA152B80854}"/>
              </a:ext>
            </a:extLst>
          </p:cNvPr>
          <p:cNvSpPr>
            <a:spLocks noChangeShapeType="1"/>
          </p:cNvSpPr>
          <p:nvPr/>
        </p:nvSpPr>
        <p:spPr bwMode="auto">
          <a:xfrm>
            <a:off x="6061075" y="4151313"/>
            <a:ext cx="0" cy="719137"/>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0727" name="Rectangle 23">
            <a:extLst>
              <a:ext uri="{FF2B5EF4-FFF2-40B4-BE49-F238E27FC236}">
                <a16:creationId xmlns:a16="http://schemas.microsoft.com/office/drawing/2014/main" id="{FE8DEBE3-A867-E07A-9BAD-F9EB5F1B007B}"/>
              </a:ext>
            </a:extLst>
          </p:cNvPr>
          <p:cNvSpPr>
            <a:spLocks noChangeArrowheads="1"/>
          </p:cNvSpPr>
          <p:nvPr/>
        </p:nvSpPr>
        <p:spPr bwMode="auto">
          <a:xfrm>
            <a:off x="6132513" y="436562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ea typeface="宋体" panose="02010600030101010101" pitchFamily="2" charset="-122"/>
              </a:rPr>
              <a:t>0</a:t>
            </a:r>
          </a:p>
        </p:txBody>
      </p:sp>
      <p:sp>
        <p:nvSpPr>
          <p:cNvPr id="840728" name="Rectangle 24">
            <a:extLst>
              <a:ext uri="{FF2B5EF4-FFF2-40B4-BE49-F238E27FC236}">
                <a16:creationId xmlns:a16="http://schemas.microsoft.com/office/drawing/2014/main" id="{89D84A8C-8736-6703-DA9F-5154F5845F9A}"/>
              </a:ext>
            </a:extLst>
          </p:cNvPr>
          <p:cNvSpPr>
            <a:spLocks noChangeArrowheads="1"/>
          </p:cNvSpPr>
          <p:nvPr/>
        </p:nvSpPr>
        <p:spPr bwMode="auto">
          <a:xfrm>
            <a:off x="2028825" y="2997200"/>
            <a:ext cx="4392613" cy="3095625"/>
          </a:xfrm>
          <a:prstGeom prst="rect">
            <a:avLst/>
          </a:prstGeom>
          <a:solidFill>
            <a:schemeClr val="accent1"/>
          </a:solidFill>
          <a:ln w="9525" algn="ctr">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zh-CN" altLang="en-US" sz="4000" b="0">
                <a:solidFill>
                  <a:schemeClr val="tx1"/>
                </a:solidFill>
                <a:ea typeface="宋体" panose="02010600030101010101" pitchFamily="2" charset="-122"/>
              </a:rPr>
              <a:t>控制器</a:t>
            </a:r>
          </a:p>
        </p:txBody>
      </p:sp>
      <p:sp>
        <p:nvSpPr>
          <p:cNvPr id="840729" name="AutoShape 25">
            <a:extLst>
              <a:ext uri="{FF2B5EF4-FFF2-40B4-BE49-F238E27FC236}">
                <a16:creationId xmlns:a16="http://schemas.microsoft.com/office/drawing/2014/main" id="{28C82084-B870-9D00-9717-346ADC5DD9A7}"/>
              </a:ext>
            </a:extLst>
          </p:cNvPr>
          <p:cNvSpPr>
            <a:spLocks noChangeArrowheads="1"/>
          </p:cNvSpPr>
          <p:nvPr/>
        </p:nvSpPr>
        <p:spPr bwMode="auto">
          <a:xfrm rot="-5400000">
            <a:off x="4621213" y="2492375"/>
            <a:ext cx="719137" cy="144463"/>
          </a:xfrm>
          <a:prstGeom prst="rightArrow">
            <a:avLst>
              <a:gd name="adj1" fmla="val 0"/>
              <a:gd name="adj2" fmla="val 131157"/>
            </a:avLst>
          </a:prstGeom>
          <a:solidFill>
            <a:schemeClr val="accent1"/>
          </a:solidFill>
          <a:ln w="9525" algn="ctr">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40730" name="AutoShape 26">
            <a:extLst>
              <a:ext uri="{FF2B5EF4-FFF2-40B4-BE49-F238E27FC236}">
                <a16:creationId xmlns:a16="http://schemas.microsoft.com/office/drawing/2014/main" id="{C7D2AC32-66D4-F1D7-A488-0A469FC8F522}"/>
              </a:ext>
            </a:extLst>
          </p:cNvPr>
          <p:cNvSpPr>
            <a:spLocks noChangeArrowheads="1"/>
          </p:cNvSpPr>
          <p:nvPr/>
        </p:nvSpPr>
        <p:spPr bwMode="auto">
          <a:xfrm rot="-5400000">
            <a:off x="4981575" y="2492376"/>
            <a:ext cx="719137" cy="144462"/>
          </a:xfrm>
          <a:prstGeom prst="rightArrow">
            <a:avLst>
              <a:gd name="adj1" fmla="val 0"/>
              <a:gd name="adj2" fmla="val 131157"/>
            </a:avLst>
          </a:prstGeom>
          <a:solidFill>
            <a:schemeClr val="accent1"/>
          </a:solidFill>
          <a:ln w="9525" algn="ctr">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53269" name="灯片编号占位符 25">
            <a:extLst>
              <a:ext uri="{FF2B5EF4-FFF2-40B4-BE49-F238E27FC236}">
                <a16:creationId xmlns:a16="http://schemas.microsoft.com/office/drawing/2014/main" id="{8C00F3C3-80B4-6256-71C2-DF347E048AA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E546916F-91A1-F044-B7E4-A61E6A1A01FB}"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42</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nodeType="clickEffect">
                                  <p:stCondLst>
                                    <p:cond delay="0"/>
                                  </p:stCondLst>
                                  <p:childTnLst>
                                    <p:animEffect transition="out" filter="dissolve">
                                      <p:cBhvr>
                                        <p:cTn id="6" dur="500"/>
                                        <p:tgtEl>
                                          <p:spTgt spid="840728"/>
                                        </p:tgtEl>
                                      </p:cBhvr>
                                    </p:animEffect>
                                    <p:set>
                                      <p:cBhvr>
                                        <p:cTn id="7" dur="1" fill="hold">
                                          <p:stCondLst>
                                            <p:cond delay="499"/>
                                          </p:stCondLst>
                                        </p:cTn>
                                        <p:tgtEl>
                                          <p:spTgt spid="840728"/>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840720"/>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840714"/>
                                        </p:tgtEl>
                                        <p:attrNameLst>
                                          <p:attrName>style.visibility</p:attrName>
                                        </p:attrNameLst>
                                      </p:cBhvr>
                                      <p:to>
                                        <p:strVal val="visible"/>
                                      </p:to>
                                    </p:set>
                                    <p:animEffect transition="in" filter="wipe(up)">
                                      <p:cBhvr>
                                        <p:cTn id="16" dur="500"/>
                                        <p:tgtEl>
                                          <p:spTgt spid="840714"/>
                                        </p:tgtEl>
                                      </p:cBhvr>
                                    </p:animEffect>
                                  </p:childTnLst>
                                </p:cTn>
                              </p:par>
                              <p:par>
                                <p:cTn id="17" presetID="22" presetClass="entr" presetSubtype="1" fill="hold" nodeType="withEffect">
                                  <p:stCondLst>
                                    <p:cond delay="0"/>
                                  </p:stCondLst>
                                  <p:childTnLst>
                                    <p:set>
                                      <p:cBhvr>
                                        <p:cTn id="18" dur="1" fill="hold">
                                          <p:stCondLst>
                                            <p:cond delay="0"/>
                                          </p:stCondLst>
                                        </p:cTn>
                                        <p:tgtEl>
                                          <p:spTgt spid="840717"/>
                                        </p:tgtEl>
                                        <p:attrNameLst>
                                          <p:attrName>style.visibility</p:attrName>
                                        </p:attrNameLst>
                                      </p:cBhvr>
                                      <p:to>
                                        <p:strVal val="visible"/>
                                      </p:to>
                                    </p:set>
                                    <p:animEffect transition="in" filter="wipe(up)">
                                      <p:cBhvr>
                                        <p:cTn id="19" dur="500"/>
                                        <p:tgtEl>
                                          <p:spTgt spid="840717"/>
                                        </p:tgtEl>
                                      </p:cBhvr>
                                    </p:animEffect>
                                  </p:childTnLst>
                                </p:cTn>
                              </p:par>
                              <p:par>
                                <p:cTn id="20" presetID="17" presetClass="entr" presetSubtype="10" fill="hold" nodeType="withEffect">
                                  <p:stCondLst>
                                    <p:cond delay="0"/>
                                  </p:stCondLst>
                                  <p:childTnLst>
                                    <p:set>
                                      <p:cBhvr>
                                        <p:cTn id="21" dur="1" fill="hold">
                                          <p:stCondLst>
                                            <p:cond delay="0"/>
                                          </p:stCondLst>
                                        </p:cTn>
                                        <p:tgtEl>
                                          <p:spTgt spid="840721"/>
                                        </p:tgtEl>
                                        <p:attrNameLst>
                                          <p:attrName>style.visibility</p:attrName>
                                        </p:attrNameLst>
                                      </p:cBhvr>
                                      <p:to>
                                        <p:strVal val="visible"/>
                                      </p:to>
                                    </p:set>
                                    <p:anim calcmode="lin" valueType="num">
                                      <p:cBhvr>
                                        <p:cTn id="22" dur="500" fill="hold"/>
                                        <p:tgtEl>
                                          <p:spTgt spid="840721"/>
                                        </p:tgtEl>
                                        <p:attrNameLst>
                                          <p:attrName>ppt_w</p:attrName>
                                        </p:attrNameLst>
                                      </p:cBhvr>
                                      <p:tavLst>
                                        <p:tav tm="0">
                                          <p:val>
                                            <p:fltVal val="0"/>
                                          </p:val>
                                        </p:tav>
                                        <p:tav tm="100000">
                                          <p:val>
                                            <p:strVal val="#ppt_w"/>
                                          </p:val>
                                        </p:tav>
                                      </p:tavLst>
                                    </p:anim>
                                    <p:anim calcmode="lin" valueType="num">
                                      <p:cBhvr>
                                        <p:cTn id="23" dur="500" fill="hold"/>
                                        <p:tgtEl>
                                          <p:spTgt spid="840721"/>
                                        </p:tgtEl>
                                        <p:attrNameLst>
                                          <p:attrName>ppt_h</p:attrName>
                                        </p:attrNameLst>
                                      </p:cBhvr>
                                      <p:tavLst>
                                        <p:tav tm="0">
                                          <p:val>
                                            <p:strVal val="#ppt_h"/>
                                          </p:val>
                                        </p:tav>
                                        <p:tav tm="100000">
                                          <p:val>
                                            <p:strVal val="#ppt_h"/>
                                          </p:val>
                                        </p:tav>
                                      </p:tavLst>
                                    </p:anim>
                                  </p:childTnLst>
                                </p:cTn>
                              </p:par>
                              <p:par>
                                <p:cTn id="24" presetID="1" presetClass="exit" presetSubtype="0" fill="hold" nodeType="withEffect">
                                  <p:stCondLst>
                                    <p:cond delay="0"/>
                                  </p:stCondLst>
                                  <p:childTnLst>
                                    <p:set>
                                      <p:cBhvr>
                                        <p:cTn id="25" dur="1" fill="hold">
                                          <p:stCondLst>
                                            <p:cond delay="0"/>
                                          </p:stCondLst>
                                        </p:cTn>
                                        <p:tgtEl>
                                          <p:spTgt spid="840720"/>
                                        </p:tgtEl>
                                        <p:attrNameLst>
                                          <p:attrName>style.visibility</p:attrName>
                                        </p:attrNameLst>
                                      </p:cBhvr>
                                      <p:to>
                                        <p:strVal val="hidden"/>
                                      </p:to>
                                    </p:set>
                                  </p:childTnLst>
                                </p:cTn>
                              </p:par>
                              <p:par>
                                <p:cTn id="26" presetID="63" presetClass="path" presetSubtype="0" accel="50000" decel="50000" fill="hold" nodeType="withEffect">
                                  <p:stCondLst>
                                    <p:cond delay="0"/>
                                  </p:stCondLst>
                                  <p:childTnLst>
                                    <p:animMotion origin="layout" path="M 0 -1.08233E-6 L 0.03958 0.00116 " pathEditMode="relative" rAng="0" ptsTypes="AA">
                                      <p:cBhvr>
                                        <p:cTn id="27" dur="2000" fill="hold"/>
                                        <p:tgtEl>
                                          <p:spTgt spid="840716"/>
                                        </p:tgtEl>
                                        <p:attrNameLst>
                                          <p:attrName>ppt_x</p:attrName>
                                          <p:attrName>ppt_y</p:attrName>
                                        </p:attrNameLst>
                                      </p:cBhvr>
                                      <p:rCtr x="2000" y="0"/>
                                    </p:animMotion>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840718"/>
                                        </p:tgtEl>
                                        <p:attrNameLst>
                                          <p:attrName>style.visibility</p:attrName>
                                        </p:attrNameLst>
                                      </p:cBhvr>
                                      <p:to>
                                        <p:strVal val="visible"/>
                                      </p:to>
                                    </p:set>
                                    <p:animEffect transition="in" filter="wipe(down)">
                                      <p:cBhvr>
                                        <p:cTn id="32" dur="500"/>
                                        <p:tgtEl>
                                          <p:spTgt spid="840718"/>
                                        </p:tgtEl>
                                      </p:cBhvr>
                                    </p:animEffect>
                                  </p:childTnLst>
                                </p:cTn>
                              </p:par>
                              <p:par>
                                <p:cTn id="33" presetID="22" presetClass="entr" presetSubtype="4" fill="hold" nodeType="withEffect">
                                  <p:stCondLst>
                                    <p:cond delay="0"/>
                                  </p:stCondLst>
                                  <p:childTnLst>
                                    <p:set>
                                      <p:cBhvr>
                                        <p:cTn id="34" dur="1" fill="hold">
                                          <p:stCondLst>
                                            <p:cond delay="0"/>
                                          </p:stCondLst>
                                        </p:cTn>
                                        <p:tgtEl>
                                          <p:spTgt spid="840719"/>
                                        </p:tgtEl>
                                        <p:attrNameLst>
                                          <p:attrName>style.visibility</p:attrName>
                                        </p:attrNameLst>
                                      </p:cBhvr>
                                      <p:to>
                                        <p:strVal val="visible"/>
                                      </p:to>
                                    </p:set>
                                    <p:animEffect transition="in" filter="wipe(down)">
                                      <p:cBhvr>
                                        <p:cTn id="35" dur="500"/>
                                        <p:tgtEl>
                                          <p:spTgt spid="840719"/>
                                        </p:tgtEl>
                                      </p:cBhvr>
                                    </p:animEffect>
                                  </p:childTnLst>
                                </p:cTn>
                              </p:par>
                              <p:par>
                                <p:cTn id="36" presetID="17" presetClass="entr" presetSubtype="10" fill="hold" nodeType="withEffect">
                                  <p:stCondLst>
                                    <p:cond delay="0"/>
                                  </p:stCondLst>
                                  <p:childTnLst>
                                    <p:set>
                                      <p:cBhvr>
                                        <p:cTn id="37" dur="1" fill="hold">
                                          <p:stCondLst>
                                            <p:cond delay="0"/>
                                          </p:stCondLst>
                                        </p:cTn>
                                        <p:tgtEl>
                                          <p:spTgt spid="840720"/>
                                        </p:tgtEl>
                                        <p:attrNameLst>
                                          <p:attrName>style.visibility</p:attrName>
                                        </p:attrNameLst>
                                      </p:cBhvr>
                                      <p:to>
                                        <p:strVal val="visible"/>
                                      </p:to>
                                    </p:set>
                                    <p:anim calcmode="lin" valueType="num">
                                      <p:cBhvr>
                                        <p:cTn id="38" dur="500" fill="hold"/>
                                        <p:tgtEl>
                                          <p:spTgt spid="840720"/>
                                        </p:tgtEl>
                                        <p:attrNameLst>
                                          <p:attrName>ppt_w</p:attrName>
                                        </p:attrNameLst>
                                      </p:cBhvr>
                                      <p:tavLst>
                                        <p:tav tm="0">
                                          <p:val>
                                            <p:fltVal val="0"/>
                                          </p:val>
                                        </p:tav>
                                        <p:tav tm="100000">
                                          <p:val>
                                            <p:strVal val="#ppt_w"/>
                                          </p:val>
                                        </p:tav>
                                      </p:tavLst>
                                    </p:anim>
                                    <p:anim calcmode="lin" valueType="num">
                                      <p:cBhvr>
                                        <p:cTn id="39" dur="500" fill="hold"/>
                                        <p:tgtEl>
                                          <p:spTgt spid="840720"/>
                                        </p:tgtEl>
                                        <p:attrNameLst>
                                          <p:attrName>ppt_h</p:attrName>
                                        </p:attrNameLst>
                                      </p:cBhvr>
                                      <p:tavLst>
                                        <p:tav tm="0">
                                          <p:val>
                                            <p:strVal val="#ppt_h"/>
                                          </p:val>
                                        </p:tav>
                                        <p:tav tm="100000">
                                          <p:val>
                                            <p:strVal val="#ppt_h"/>
                                          </p:val>
                                        </p:tav>
                                      </p:tavLst>
                                    </p:anim>
                                  </p:childTnLst>
                                </p:cTn>
                              </p:par>
                              <p:par>
                                <p:cTn id="40" presetID="1" presetClass="exit" presetSubtype="0" fill="hold" nodeType="withEffect">
                                  <p:stCondLst>
                                    <p:cond delay="0"/>
                                  </p:stCondLst>
                                  <p:childTnLst>
                                    <p:set>
                                      <p:cBhvr>
                                        <p:cTn id="41" dur="1" fill="hold">
                                          <p:stCondLst>
                                            <p:cond delay="0"/>
                                          </p:stCondLst>
                                        </p:cTn>
                                        <p:tgtEl>
                                          <p:spTgt spid="840716"/>
                                        </p:tgtEl>
                                        <p:attrNameLst>
                                          <p:attrName>style.visibility</p:attrName>
                                        </p:attrNameLst>
                                      </p:cBhvr>
                                      <p:to>
                                        <p:strVal val="hidden"/>
                                      </p:to>
                                    </p:set>
                                  </p:childTnLst>
                                </p:cTn>
                              </p:par>
                              <p:par>
                                <p:cTn id="42" presetID="1" presetClass="exit" presetSubtype="0" fill="hold" nodeType="withEffect">
                                  <p:stCondLst>
                                    <p:cond delay="0"/>
                                  </p:stCondLst>
                                  <p:childTnLst>
                                    <p:set>
                                      <p:cBhvr>
                                        <p:cTn id="43" dur="1" fill="hold">
                                          <p:stCondLst>
                                            <p:cond delay="0"/>
                                          </p:stCondLst>
                                        </p:cTn>
                                        <p:tgtEl>
                                          <p:spTgt spid="840721"/>
                                        </p:tgtEl>
                                        <p:attrNameLst>
                                          <p:attrName>style.visibility</p:attrName>
                                        </p:attrNameLst>
                                      </p:cBhvr>
                                      <p:to>
                                        <p:strVal val="hidden"/>
                                      </p:to>
                                    </p:set>
                                  </p:childTnLst>
                                </p:cTn>
                              </p:par>
                              <p:par>
                                <p:cTn id="44" presetID="1" presetClass="entr" presetSubtype="0" fill="hold" nodeType="withEffect">
                                  <p:stCondLst>
                                    <p:cond delay="0"/>
                                  </p:stCondLst>
                                  <p:childTnLst>
                                    <p:set>
                                      <p:cBhvr>
                                        <p:cTn id="45" dur="1" fill="hold">
                                          <p:stCondLst>
                                            <p:cond delay="0"/>
                                          </p:stCondLst>
                                        </p:cTn>
                                        <p:tgtEl>
                                          <p:spTgt spid="840729"/>
                                        </p:tgtEl>
                                        <p:attrNameLst>
                                          <p:attrName>style.visibility</p:attrName>
                                        </p:attrNameLst>
                                      </p:cBhvr>
                                      <p:to>
                                        <p:strVal val="visible"/>
                                      </p:to>
                                    </p:set>
                                  </p:childTnLst>
                                </p:cTn>
                              </p:par>
                              <p:par>
                                <p:cTn id="46" presetID="63" presetClass="path" presetSubtype="0" accel="50000" decel="50000" fill="hold" nodeType="withEffect">
                                  <p:stCondLst>
                                    <p:cond delay="0"/>
                                  </p:stCondLst>
                                  <p:childTnLst>
                                    <p:animMotion origin="layout" path="M 0.00018 -0.00439 L 0.03959 -0.00416 " pathEditMode="relative" rAng="0" ptsTypes="AA">
                                      <p:cBhvr>
                                        <p:cTn id="47" dur="2000" fill="hold"/>
                                        <p:tgtEl>
                                          <p:spTgt spid="840729"/>
                                        </p:tgtEl>
                                        <p:attrNameLst>
                                          <p:attrName>ppt_x</p:attrName>
                                          <p:attrName>ppt_y</p:attrName>
                                        </p:attrNameLst>
                                      </p:cBhvr>
                                      <p:rCtr x="2000" y="0"/>
                                    </p:animMotion>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840722"/>
                                        </p:tgtEl>
                                        <p:attrNameLst>
                                          <p:attrName>style.visibility</p:attrName>
                                        </p:attrNameLst>
                                      </p:cBhvr>
                                      <p:to>
                                        <p:strVal val="visible"/>
                                      </p:to>
                                    </p:set>
                                    <p:animEffect transition="in" filter="wipe(left)">
                                      <p:cBhvr>
                                        <p:cTn id="52" dur="500"/>
                                        <p:tgtEl>
                                          <p:spTgt spid="840722"/>
                                        </p:tgtEl>
                                      </p:cBhvr>
                                    </p:animEffect>
                                  </p:childTnLst>
                                </p:cTn>
                              </p:par>
                              <p:par>
                                <p:cTn id="53" presetID="22" presetClass="entr" presetSubtype="8" fill="hold" nodeType="withEffect">
                                  <p:stCondLst>
                                    <p:cond delay="0"/>
                                  </p:stCondLst>
                                  <p:childTnLst>
                                    <p:set>
                                      <p:cBhvr>
                                        <p:cTn id="54" dur="1" fill="hold">
                                          <p:stCondLst>
                                            <p:cond delay="0"/>
                                          </p:stCondLst>
                                        </p:cTn>
                                        <p:tgtEl>
                                          <p:spTgt spid="840723"/>
                                        </p:tgtEl>
                                        <p:attrNameLst>
                                          <p:attrName>style.visibility</p:attrName>
                                        </p:attrNameLst>
                                      </p:cBhvr>
                                      <p:to>
                                        <p:strVal val="visible"/>
                                      </p:to>
                                    </p:set>
                                    <p:animEffect transition="in" filter="wipe(left)">
                                      <p:cBhvr>
                                        <p:cTn id="55" dur="500"/>
                                        <p:tgtEl>
                                          <p:spTgt spid="840723"/>
                                        </p:tgtEl>
                                      </p:cBhvr>
                                    </p:animEffect>
                                  </p:childTnLst>
                                </p:cTn>
                              </p:par>
                              <p:par>
                                <p:cTn id="56" presetID="17" presetClass="entr" presetSubtype="10" fill="hold" nodeType="withEffect">
                                  <p:stCondLst>
                                    <p:cond delay="0"/>
                                  </p:stCondLst>
                                  <p:childTnLst>
                                    <p:set>
                                      <p:cBhvr>
                                        <p:cTn id="57" dur="1" fill="hold">
                                          <p:stCondLst>
                                            <p:cond delay="0"/>
                                          </p:stCondLst>
                                        </p:cTn>
                                        <p:tgtEl>
                                          <p:spTgt spid="840724"/>
                                        </p:tgtEl>
                                        <p:attrNameLst>
                                          <p:attrName>style.visibility</p:attrName>
                                        </p:attrNameLst>
                                      </p:cBhvr>
                                      <p:to>
                                        <p:strVal val="visible"/>
                                      </p:to>
                                    </p:set>
                                    <p:anim calcmode="lin" valueType="num">
                                      <p:cBhvr>
                                        <p:cTn id="58" dur="500" fill="hold"/>
                                        <p:tgtEl>
                                          <p:spTgt spid="840724"/>
                                        </p:tgtEl>
                                        <p:attrNameLst>
                                          <p:attrName>ppt_w</p:attrName>
                                        </p:attrNameLst>
                                      </p:cBhvr>
                                      <p:tavLst>
                                        <p:tav tm="0">
                                          <p:val>
                                            <p:fltVal val="0"/>
                                          </p:val>
                                        </p:tav>
                                        <p:tav tm="100000">
                                          <p:val>
                                            <p:strVal val="#ppt_w"/>
                                          </p:val>
                                        </p:tav>
                                      </p:tavLst>
                                    </p:anim>
                                    <p:anim calcmode="lin" valueType="num">
                                      <p:cBhvr>
                                        <p:cTn id="59" dur="500" fill="hold"/>
                                        <p:tgtEl>
                                          <p:spTgt spid="840724"/>
                                        </p:tgtEl>
                                        <p:attrNameLst>
                                          <p:attrName>ppt_h</p:attrName>
                                        </p:attrNameLst>
                                      </p:cBhvr>
                                      <p:tavLst>
                                        <p:tav tm="0">
                                          <p:val>
                                            <p:strVal val="#ppt_h"/>
                                          </p:val>
                                        </p:tav>
                                        <p:tav tm="100000">
                                          <p:val>
                                            <p:strVal val="#ppt_h"/>
                                          </p:val>
                                        </p:tav>
                                      </p:tavLst>
                                    </p:anim>
                                  </p:childTnLst>
                                </p:cTn>
                              </p:par>
                              <p:par>
                                <p:cTn id="60" presetID="1" presetClass="exit" presetSubtype="0" fill="hold" nodeType="withEffect">
                                  <p:stCondLst>
                                    <p:cond delay="0"/>
                                  </p:stCondLst>
                                  <p:childTnLst>
                                    <p:set>
                                      <p:cBhvr>
                                        <p:cTn id="61" dur="1" fill="hold">
                                          <p:stCondLst>
                                            <p:cond delay="0"/>
                                          </p:stCondLst>
                                        </p:cTn>
                                        <p:tgtEl>
                                          <p:spTgt spid="840720"/>
                                        </p:tgtEl>
                                        <p:attrNameLst>
                                          <p:attrName>style.visibility</p:attrName>
                                        </p:attrNameLst>
                                      </p:cBhvr>
                                      <p:to>
                                        <p:strVal val="hidden"/>
                                      </p:to>
                                    </p:set>
                                  </p:childTnLst>
                                </p:cTn>
                              </p:par>
                              <p:par>
                                <p:cTn id="62" presetID="1" presetClass="exit" presetSubtype="0" fill="hold" nodeType="withEffect">
                                  <p:stCondLst>
                                    <p:cond delay="0"/>
                                  </p:stCondLst>
                                  <p:childTnLst>
                                    <p:set>
                                      <p:cBhvr>
                                        <p:cTn id="63" dur="1" fill="hold">
                                          <p:stCondLst>
                                            <p:cond delay="0"/>
                                          </p:stCondLst>
                                        </p:cTn>
                                        <p:tgtEl>
                                          <p:spTgt spid="840729"/>
                                        </p:tgtEl>
                                        <p:attrNameLst>
                                          <p:attrName>style.visibility</p:attrName>
                                        </p:attrNameLst>
                                      </p:cBhvr>
                                      <p:to>
                                        <p:strVal val="hidden"/>
                                      </p:to>
                                    </p:set>
                                  </p:childTnLst>
                                </p:cTn>
                              </p:par>
                              <p:par>
                                <p:cTn id="64" presetID="1" presetClass="entr" presetSubtype="0" fill="hold" nodeType="withEffect">
                                  <p:stCondLst>
                                    <p:cond delay="0"/>
                                  </p:stCondLst>
                                  <p:childTnLst>
                                    <p:set>
                                      <p:cBhvr>
                                        <p:cTn id="65" dur="1" fill="hold">
                                          <p:stCondLst>
                                            <p:cond delay="0"/>
                                          </p:stCondLst>
                                        </p:cTn>
                                        <p:tgtEl>
                                          <p:spTgt spid="840730"/>
                                        </p:tgtEl>
                                        <p:attrNameLst>
                                          <p:attrName>style.visibility</p:attrName>
                                        </p:attrNameLst>
                                      </p:cBhvr>
                                      <p:to>
                                        <p:strVal val="visible"/>
                                      </p:to>
                                    </p:set>
                                  </p:childTnLst>
                                </p:cTn>
                              </p:par>
                              <p:par>
                                <p:cTn id="66" presetID="63" presetClass="path" presetSubtype="0" accel="50000" decel="50000" fill="hold" nodeType="withEffect">
                                  <p:stCondLst>
                                    <p:cond delay="0"/>
                                  </p:stCondLst>
                                  <p:childTnLst>
                                    <p:animMotion origin="layout" path="M 0 -1.08233E-6 L 0.03958 0.00116 " pathEditMode="relative" rAng="0" ptsTypes="AA">
                                      <p:cBhvr>
                                        <p:cTn id="67" dur="2000" fill="hold"/>
                                        <p:tgtEl>
                                          <p:spTgt spid="840730"/>
                                        </p:tgtEl>
                                        <p:attrNameLst>
                                          <p:attrName>ppt_x</p:attrName>
                                          <p:attrName>ppt_y</p:attrName>
                                        </p:attrNameLst>
                                      </p:cBhvr>
                                      <p:rCtr x="2000" y="0"/>
                                    </p:animMotion>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1" fill="hold" nodeType="clickEffect">
                                  <p:stCondLst>
                                    <p:cond delay="0"/>
                                  </p:stCondLst>
                                  <p:childTnLst>
                                    <p:set>
                                      <p:cBhvr>
                                        <p:cTn id="71" dur="1" fill="hold">
                                          <p:stCondLst>
                                            <p:cond delay="0"/>
                                          </p:stCondLst>
                                        </p:cTn>
                                        <p:tgtEl>
                                          <p:spTgt spid="840726"/>
                                        </p:tgtEl>
                                        <p:attrNameLst>
                                          <p:attrName>style.visibility</p:attrName>
                                        </p:attrNameLst>
                                      </p:cBhvr>
                                      <p:to>
                                        <p:strVal val="visible"/>
                                      </p:to>
                                    </p:set>
                                    <p:animEffect transition="in" filter="wipe(up)">
                                      <p:cBhvr>
                                        <p:cTn id="72" dur="500"/>
                                        <p:tgtEl>
                                          <p:spTgt spid="840726"/>
                                        </p:tgtEl>
                                      </p:cBhvr>
                                    </p:animEffect>
                                  </p:childTnLst>
                                </p:cTn>
                              </p:par>
                              <p:par>
                                <p:cTn id="73" presetID="22" presetClass="entr" presetSubtype="1" fill="hold" nodeType="withEffect">
                                  <p:stCondLst>
                                    <p:cond delay="0"/>
                                  </p:stCondLst>
                                  <p:childTnLst>
                                    <p:set>
                                      <p:cBhvr>
                                        <p:cTn id="74" dur="1" fill="hold">
                                          <p:stCondLst>
                                            <p:cond delay="0"/>
                                          </p:stCondLst>
                                        </p:cTn>
                                        <p:tgtEl>
                                          <p:spTgt spid="840727"/>
                                        </p:tgtEl>
                                        <p:attrNameLst>
                                          <p:attrName>style.visibility</p:attrName>
                                        </p:attrNameLst>
                                      </p:cBhvr>
                                      <p:to>
                                        <p:strVal val="visible"/>
                                      </p:to>
                                    </p:set>
                                    <p:animEffect transition="in" filter="wipe(up)">
                                      <p:cBhvr>
                                        <p:cTn id="75" dur="500"/>
                                        <p:tgtEl>
                                          <p:spTgt spid="840727"/>
                                        </p:tgtEl>
                                      </p:cBhvr>
                                    </p:animEffect>
                                  </p:childTnLst>
                                </p:cTn>
                              </p:par>
                              <p:par>
                                <p:cTn id="76" presetID="1" presetClass="entr" presetSubtype="0" fill="hold" nodeType="withEffect">
                                  <p:stCondLst>
                                    <p:cond delay="0"/>
                                  </p:stCondLst>
                                  <p:childTnLst>
                                    <p:set>
                                      <p:cBhvr>
                                        <p:cTn id="77" dur="1" fill="hold">
                                          <p:stCondLst>
                                            <p:cond delay="0"/>
                                          </p:stCondLst>
                                        </p:cTn>
                                        <p:tgtEl>
                                          <p:spTgt spid="840725"/>
                                        </p:tgtEl>
                                        <p:attrNameLst>
                                          <p:attrName>style.visibility</p:attrName>
                                        </p:attrNameLst>
                                      </p:cBhvr>
                                      <p:to>
                                        <p:strVal val="visible"/>
                                      </p:to>
                                    </p:set>
                                  </p:childTnLst>
                                </p:cTn>
                              </p:par>
                              <p:par>
                                <p:cTn id="78" presetID="1" presetClass="exit" presetSubtype="0" fill="hold" nodeType="withEffect">
                                  <p:stCondLst>
                                    <p:cond delay="0"/>
                                  </p:stCondLst>
                                  <p:childTnLst>
                                    <p:set>
                                      <p:cBhvr>
                                        <p:cTn id="79" dur="1" fill="hold">
                                          <p:stCondLst>
                                            <p:cond delay="0"/>
                                          </p:stCondLst>
                                        </p:cTn>
                                        <p:tgtEl>
                                          <p:spTgt spid="8407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0716" grpId="0" animBg="1"/>
      <p:bldP spid="840716" grpId="1" animBg="1"/>
      <p:bldP spid="840717" grpId="0"/>
      <p:bldP spid="840719" grpId="0"/>
      <p:bldP spid="840720" grpId="0" animBg="1"/>
      <p:bldP spid="840720" grpId="1" animBg="1"/>
      <p:bldP spid="840720" grpId="2" animBg="1"/>
      <p:bldP spid="840720" grpId="3" animBg="1"/>
      <p:bldP spid="840721" grpId="0" animBg="1"/>
      <p:bldP spid="840721" grpId="1" animBg="1"/>
      <p:bldP spid="840723" grpId="0"/>
      <p:bldP spid="840724" grpId="0" animBg="1"/>
      <p:bldP spid="840724" grpId="1" animBg="1"/>
      <p:bldP spid="840725" grpId="0" animBg="1"/>
      <p:bldP spid="840727" grpId="0"/>
      <p:bldP spid="840728" grpId="0" animBg="1"/>
      <p:bldP spid="840729" grpId="0" animBg="1"/>
      <p:bldP spid="840729" grpId="1" animBg="1"/>
      <p:bldP spid="840729" grpId="2" animBg="1"/>
      <p:bldP spid="840730" grpId="0" animBg="1"/>
      <p:bldP spid="840730" grpId="1"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B3210DD3-17AB-BCC6-D7EA-C3F72D8E8F5F}"/>
              </a:ext>
            </a:extLst>
          </p:cNvPr>
          <p:cNvSpPr>
            <a:spLocks noGrp="1" noChangeArrowheads="1"/>
          </p:cNvSpPr>
          <p:nvPr>
            <p:ph type="title"/>
          </p:nvPr>
        </p:nvSpPr>
        <p:spPr/>
        <p:txBody>
          <a:bodyPr/>
          <a:lstStyle/>
          <a:p>
            <a:pPr eaLnBrk="1" hangingPunct="1"/>
            <a:r>
              <a:rPr lang="zh-CN" altLang="en-US"/>
              <a:t>确定有限自动机（</a:t>
            </a:r>
            <a:r>
              <a:rPr lang="en-US" altLang="zh-CN"/>
              <a:t>DFA</a:t>
            </a:r>
            <a:r>
              <a:rPr lang="zh-CN" altLang="en-US"/>
              <a:t>）</a:t>
            </a:r>
          </a:p>
        </p:txBody>
      </p:sp>
      <p:sp>
        <p:nvSpPr>
          <p:cNvPr id="54275" name="Rectangle 3">
            <a:extLst>
              <a:ext uri="{FF2B5EF4-FFF2-40B4-BE49-F238E27FC236}">
                <a16:creationId xmlns:a16="http://schemas.microsoft.com/office/drawing/2014/main" id="{4AF5FB49-42EB-4704-37F0-98E93734C686}"/>
              </a:ext>
            </a:extLst>
          </p:cNvPr>
          <p:cNvSpPr>
            <a:spLocks noGrp="1" noChangeArrowheads="1"/>
          </p:cNvSpPr>
          <p:nvPr>
            <p:ph type="body" idx="1"/>
          </p:nvPr>
        </p:nvSpPr>
        <p:spPr>
          <a:xfrm>
            <a:off x="457200" y="1981200"/>
            <a:ext cx="8229600" cy="4400550"/>
          </a:xfrm>
        </p:spPr>
        <p:txBody>
          <a:bodyPr/>
          <a:lstStyle/>
          <a:p>
            <a:pPr eaLnBrk="1" hangingPunct="1">
              <a:lnSpc>
                <a:spcPct val="130000"/>
              </a:lnSpc>
            </a:pPr>
            <a:r>
              <a:rPr lang="en-US" altLang="zh-CN" sz="2800">
                <a:ea typeface="宋体" panose="02010600030101010101" pitchFamily="2" charset="-122"/>
              </a:rPr>
              <a:t>DFA</a:t>
            </a:r>
            <a:r>
              <a:rPr lang="zh-CN" altLang="en-US" sz="2800">
                <a:ea typeface="宋体" panose="02010600030101010101" pitchFamily="2" charset="-122"/>
              </a:rPr>
              <a:t>是一个五元组 </a:t>
            </a:r>
            <a:r>
              <a:rPr lang="en-US" altLang="zh-CN" sz="2800">
                <a:ea typeface="宋体" panose="02010600030101010101" pitchFamily="2" charset="-122"/>
              </a:rPr>
              <a:t>M=(S, </a:t>
            </a:r>
            <a:r>
              <a:rPr lang="el-GR" altLang="zh-CN" sz="2800">
                <a:cs typeface="Arial" panose="020B0604020202020204" pitchFamily="34" charset="0"/>
              </a:rPr>
              <a:t>Σ</a:t>
            </a:r>
            <a:r>
              <a:rPr lang="en-US" altLang="zh-CN" sz="2800">
                <a:ea typeface="宋体" panose="02010600030101010101" pitchFamily="2" charset="-122"/>
              </a:rPr>
              <a:t>,δ,s</a:t>
            </a:r>
            <a:r>
              <a:rPr lang="en-US" altLang="zh-CN" sz="2800" baseline="-25000">
                <a:ea typeface="宋体" panose="02010600030101010101" pitchFamily="2" charset="-122"/>
              </a:rPr>
              <a:t>0</a:t>
            </a:r>
            <a:r>
              <a:rPr lang="en-US" altLang="zh-CN" sz="2800">
                <a:ea typeface="宋体" panose="02010600030101010101" pitchFamily="2" charset="-122"/>
              </a:rPr>
              <a:t>,F)</a:t>
            </a:r>
          </a:p>
          <a:p>
            <a:pPr lvl="1" eaLnBrk="1" hangingPunct="1">
              <a:lnSpc>
                <a:spcPct val="130000"/>
              </a:lnSpc>
              <a:buFont typeface="Wingdings" pitchFamily="2" charset="2"/>
              <a:buNone/>
            </a:pPr>
            <a:r>
              <a:rPr lang="en-US" altLang="zh-CN" sz="2400">
                <a:ea typeface="宋体" panose="02010600030101010101" pitchFamily="2" charset="-122"/>
              </a:rPr>
              <a:t>S: </a:t>
            </a:r>
            <a:r>
              <a:rPr lang="zh-CN" altLang="en-US" sz="2400">
                <a:ea typeface="宋体" panose="02010600030101010101" pitchFamily="2" charset="-122"/>
              </a:rPr>
              <a:t>有限的状态集合，每个元素称为一个</a:t>
            </a:r>
            <a:r>
              <a:rPr lang="zh-CN" altLang="en-US" sz="2400">
                <a:solidFill>
                  <a:srgbClr val="990000"/>
                </a:solidFill>
                <a:ea typeface="宋体" panose="02010600030101010101" pitchFamily="2" charset="-122"/>
              </a:rPr>
              <a:t>状态</a:t>
            </a:r>
            <a:r>
              <a:rPr lang="zh-CN" altLang="en-US" sz="2400">
                <a:ea typeface="宋体" panose="02010600030101010101" pitchFamily="2" charset="-122"/>
              </a:rPr>
              <a:t>；</a:t>
            </a:r>
          </a:p>
          <a:p>
            <a:pPr lvl="1" eaLnBrk="1" hangingPunct="1">
              <a:lnSpc>
                <a:spcPct val="130000"/>
              </a:lnSpc>
              <a:buFont typeface="Wingdings" pitchFamily="2" charset="2"/>
              <a:buNone/>
            </a:pPr>
            <a:r>
              <a:rPr lang="el-GR" altLang="zh-CN" sz="2400">
                <a:cs typeface="Arial" panose="020B0604020202020204" pitchFamily="34" charset="0"/>
              </a:rPr>
              <a:t>Σ</a:t>
            </a:r>
            <a:r>
              <a:rPr lang="en-US" altLang="zh-CN" sz="2400">
                <a:ea typeface="宋体" panose="02010600030101010101" pitchFamily="2" charset="-122"/>
              </a:rPr>
              <a:t> : </a:t>
            </a:r>
            <a:r>
              <a:rPr lang="zh-CN" altLang="en-US" sz="2400">
                <a:ea typeface="宋体" panose="02010600030101010101" pitchFamily="2" charset="-122"/>
              </a:rPr>
              <a:t>有限的输入字母表，每个元素称为一个</a:t>
            </a:r>
            <a:r>
              <a:rPr lang="zh-CN" altLang="en-US" sz="2400">
                <a:solidFill>
                  <a:srgbClr val="990000"/>
                </a:solidFill>
                <a:ea typeface="宋体" panose="02010600030101010101" pitchFamily="2" charset="-122"/>
              </a:rPr>
              <a:t>输入字符</a:t>
            </a:r>
            <a:r>
              <a:rPr lang="zh-CN" altLang="en-US" sz="2400">
                <a:ea typeface="宋体" panose="02010600030101010101" pitchFamily="2" charset="-122"/>
              </a:rPr>
              <a:t>；</a:t>
            </a:r>
          </a:p>
          <a:p>
            <a:pPr lvl="1" eaLnBrk="1" hangingPunct="1">
              <a:lnSpc>
                <a:spcPct val="130000"/>
              </a:lnSpc>
              <a:buFont typeface="Wingdings" pitchFamily="2" charset="2"/>
              <a:buNone/>
            </a:pPr>
            <a:r>
              <a:rPr lang="en-US" altLang="zh-CN" sz="2400">
                <a:ea typeface="宋体" panose="02010600030101010101" pitchFamily="2" charset="-122"/>
              </a:rPr>
              <a:t>δ: </a:t>
            </a:r>
            <a:r>
              <a:rPr lang="zh-CN" altLang="en-US" sz="2400">
                <a:ea typeface="宋体" panose="02010600030101010101" pitchFamily="2" charset="-122"/>
              </a:rPr>
              <a:t>转换函数</a:t>
            </a:r>
            <a:r>
              <a:rPr lang="en-US" altLang="zh-CN" sz="2400">
                <a:ea typeface="宋体" panose="02010600030101010101" pitchFamily="2" charset="-122"/>
              </a:rPr>
              <a:t>(</a:t>
            </a:r>
            <a:r>
              <a:rPr lang="zh-CN" altLang="en-US" sz="2400">
                <a:ea typeface="宋体" panose="02010600030101010101" pitchFamily="2" charset="-122"/>
              </a:rPr>
              <a:t>状态转移集合</a:t>
            </a:r>
            <a:r>
              <a:rPr lang="en-US" altLang="zh-CN" sz="2400">
                <a:ea typeface="宋体" panose="02010600030101010101" pitchFamily="2" charset="-122"/>
              </a:rPr>
              <a:t>): S×</a:t>
            </a:r>
            <a:r>
              <a:rPr lang="el-GR" altLang="zh-CN" sz="2400">
                <a:cs typeface="Arial" panose="020B0604020202020204" pitchFamily="34" charset="0"/>
              </a:rPr>
              <a:t>Σ</a:t>
            </a:r>
            <a:r>
              <a:rPr lang="en-US" altLang="zh-CN" sz="2400">
                <a:ea typeface="宋体" panose="02010600030101010101" pitchFamily="2" charset="-122"/>
              </a:rPr>
              <a:t> </a:t>
            </a:r>
            <a:r>
              <a:rPr lang="en-US" altLang="en-US" sz="2400" noProof="1">
                <a:sym typeface="Wingdings" pitchFamily="2" charset="2"/>
              </a:rPr>
              <a:t></a:t>
            </a:r>
            <a:r>
              <a:rPr lang="en-US" altLang="zh-CN" sz="2400">
                <a:ea typeface="宋体" panose="02010600030101010101" pitchFamily="2" charset="-122"/>
              </a:rPr>
              <a:t> S </a:t>
            </a:r>
            <a:r>
              <a:rPr lang="zh-CN" altLang="en-US" sz="2400">
                <a:ea typeface="宋体" panose="02010600030101010101" pitchFamily="2" charset="-122"/>
              </a:rPr>
              <a:t>；</a:t>
            </a:r>
          </a:p>
          <a:p>
            <a:pPr lvl="1" eaLnBrk="1" hangingPunct="1">
              <a:lnSpc>
                <a:spcPct val="130000"/>
              </a:lnSpc>
              <a:buFont typeface="Wingdings" pitchFamily="2" charset="2"/>
              <a:buNone/>
            </a:pPr>
            <a:r>
              <a:rPr lang="en-US" altLang="zh-CN" sz="2400">
                <a:ea typeface="宋体" panose="02010600030101010101" pitchFamily="2" charset="-122"/>
              </a:rPr>
              <a:t>s</a:t>
            </a:r>
            <a:r>
              <a:rPr lang="en-US" altLang="zh-CN" sz="2400" baseline="-25000">
                <a:ea typeface="宋体" panose="02010600030101010101" pitchFamily="2" charset="-122"/>
              </a:rPr>
              <a:t>0</a:t>
            </a:r>
            <a:r>
              <a:rPr lang="en-US" altLang="zh-CN" sz="2400">
                <a:ea typeface="宋体" panose="02010600030101010101" pitchFamily="2" charset="-122"/>
              </a:rPr>
              <a:t>: </a:t>
            </a:r>
            <a:r>
              <a:rPr lang="zh-CN" altLang="en-US" sz="2400">
                <a:ea typeface="宋体" panose="02010600030101010101" pitchFamily="2" charset="-122"/>
              </a:rPr>
              <a:t>初始状态， </a:t>
            </a:r>
            <a:r>
              <a:rPr lang="en-US" altLang="zh-CN" sz="2400">
                <a:ea typeface="宋体" panose="02010600030101010101" pitchFamily="2" charset="-122"/>
              </a:rPr>
              <a:t>s</a:t>
            </a:r>
            <a:r>
              <a:rPr lang="en-US" altLang="zh-CN" sz="2400" baseline="-25000">
                <a:ea typeface="宋体" panose="02010600030101010101" pitchFamily="2" charset="-122"/>
              </a:rPr>
              <a:t>0</a:t>
            </a:r>
            <a:r>
              <a:rPr lang="en-US" altLang="zh-CN" sz="2400">
                <a:ea typeface="宋体" panose="02010600030101010101" pitchFamily="2" charset="-122"/>
                <a:sym typeface="Symbol" pitchFamily="2" charset="2"/>
              </a:rPr>
              <a:t>  S </a:t>
            </a:r>
            <a:r>
              <a:rPr lang="zh-CN" altLang="en-US" sz="2400">
                <a:ea typeface="宋体" panose="02010600030101010101" pitchFamily="2" charset="-122"/>
                <a:sym typeface="Symbol" pitchFamily="2" charset="2"/>
              </a:rPr>
              <a:t>；</a:t>
            </a:r>
          </a:p>
          <a:p>
            <a:pPr lvl="1" eaLnBrk="1" hangingPunct="1">
              <a:lnSpc>
                <a:spcPct val="130000"/>
              </a:lnSpc>
              <a:buFont typeface="Wingdings" pitchFamily="2" charset="2"/>
              <a:buNone/>
            </a:pPr>
            <a:r>
              <a:rPr lang="en-US" altLang="zh-CN" sz="2400">
                <a:ea typeface="宋体" panose="02010600030101010101" pitchFamily="2" charset="-122"/>
              </a:rPr>
              <a:t>F: </a:t>
            </a:r>
            <a:r>
              <a:rPr lang="zh-CN" altLang="en-US" sz="2400">
                <a:ea typeface="宋体" panose="02010600030101010101" pitchFamily="2" charset="-122"/>
              </a:rPr>
              <a:t>终止状态集</a:t>
            </a:r>
            <a:r>
              <a:rPr lang="en-US" altLang="zh-CN" sz="2400">
                <a:ea typeface="宋体" panose="02010600030101010101" pitchFamily="2" charset="-122"/>
              </a:rPr>
              <a:t>,  F</a:t>
            </a:r>
            <a:r>
              <a:rPr lang="en-US" altLang="zh-CN" sz="2400">
                <a:ea typeface="宋体" panose="02010600030101010101" pitchFamily="2" charset="-122"/>
                <a:sym typeface="Symbol" pitchFamily="2" charset="2"/>
              </a:rPr>
              <a:t>  S </a:t>
            </a:r>
            <a:r>
              <a:rPr lang="zh-CN" altLang="en-US" sz="2400">
                <a:ea typeface="宋体" panose="02010600030101010101" pitchFamily="2" charset="-122"/>
                <a:sym typeface="Symbol" pitchFamily="2" charset="2"/>
              </a:rPr>
              <a:t>；</a:t>
            </a:r>
          </a:p>
          <a:p>
            <a:pPr eaLnBrk="1" hangingPunct="1">
              <a:lnSpc>
                <a:spcPct val="130000"/>
              </a:lnSpc>
            </a:pPr>
            <a:endParaRPr lang="en-US" altLang="zh-CN" sz="2400">
              <a:ea typeface="宋体" panose="02010600030101010101" pitchFamily="2" charset="-122"/>
            </a:endParaRPr>
          </a:p>
        </p:txBody>
      </p:sp>
      <p:sp>
        <p:nvSpPr>
          <p:cNvPr id="54276" name="灯片编号占位符 3">
            <a:extLst>
              <a:ext uri="{FF2B5EF4-FFF2-40B4-BE49-F238E27FC236}">
                <a16:creationId xmlns:a16="http://schemas.microsoft.com/office/drawing/2014/main" id="{9DF55182-D602-CEB6-423E-2F6BBFF3782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905EFA22-D5AE-A142-8667-E81CAACB69CC}"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43</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2DA583A5-C56B-B4DC-881A-ACD0189CAA7C}"/>
              </a:ext>
            </a:extLst>
          </p:cNvPr>
          <p:cNvSpPr>
            <a:spLocks noGrp="1" noChangeArrowheads="1"/>
          </p:cNvSpPr>
          <p:nvPr>
            <p:ph type="title"/>
          </p:nvPr>
        </p:nvSpPr>
        <p:spPr/>
        <p:txBody>
          <a:bodyPr/>
          <a:lstStyle/>
          <a:p>
            <a:pPr eaLnBrk="1" hangingPunct="1"/>
            <a:r>
              <a:rPr lang="zh-CN" altLang="en-US"/>
              <a:t>状态转换矩阵</a:t>
            </a:r>
          </a:p>
        </p:txBody>
      </p:sp>
      <p:sp>
        <p:nvSpPr>
          <p:cNvPr id="55299" name="Rectangle 3">
            <a:extLst>
              <a:ext uri="{FF2B5EF4-FFF2-40B4-BE49-F238E27FC236}">
                <a16:creationId xmlns:a16="http://schemas.microsoft.com/office/drawing/2014/main" id="{CA2FFB54-3BB6-EE1D-9011-8388D33C91D4}"/>
              </a:ext>
            </a:extLst>
          </p:cNvPr>
          <p:cNvSpPr>
            <a:spLocks noGrp="1" noChangeArrowheads="1"/>
          </p:cNvSpPr>
          <p:nvPr>
            <p:ph type="body" sz="half" idx="1"/>
          </p:nvPr>
        </p:nvSpPr>
        <p:spPr>
          <a:xfrm>
            <a:off x="457200" y="1981200"/>
            <a:ext cx="8362950" cy="1160463"/>
          </a:xfrm>
        </p:spPr>
        <p:txBody>
          <a:bodyPr/>
          <a:lstStyle/>
          <a:p>
            <a:pPr eaLnBrk="1" hangingPunct="1">
              <a:lnSpc>
                <a:spcPct val="130000"/>
              </a:lnSpc>
            </a:pPr>
            <a:r>
              <a:rPr lang="zh-CN" altLang="en-US" sz="2400">
                <a:ea typeface="宋体" panose="02010600030101010101" pitchFamily="2" charset="-122"/>
              </a:rPr>
              <a:t>一个</a:t>
            </a:r>
            <a:r>
              <a:rPr lang="en-US" altLang="zh-CN" sz="2400">
                <a:ea typeface="宋体" panose="02010600030101010101" pitchFamily="2" charset="-122"/>
              </a:rPr>
              <a:t>DFA</a:t>
            </a:r>
            <a:r>
              <a:rPr lang="zh-CN" altLang="en-US" sz="2400">
                <a:ea typeface="宋体" panose="02010600030101010101" pitchFamily="2" charset="-122"/>
              </a:rPr>
              <a:t>可用一个矩阵表示，该矩阵的行表示状态，列表示输入字符，矩阵元素表示</a:t>
            </a:r>
            <a:r>
              <a:rPr lang="en-US" altLang="zh-CN" sz="2400">
                <a:ea typeface="宋体" panose="02010600030101010101" pitchFamily="2" charset="-122"/>
              </a:rPr>
              <a:t>δ(s,a)</a:t>
            </a:r>
            <a:r>
              <a:rPr lang="zh-CN" altLang="en-US" sz="2400">
                <a:ea typeface="宋体" panose="02010600030101010101" pitchFamily="2" charset="-122"/>
              </a:rPr>
              <a:t>的值。</a:t>
            </a:r>
          </a:p>
        </p:txBody>
      </p:sp>
      <p:sp>
        <p:nvSpPr>
          <p:cNvPr id="55300" name="Text Box 4">
            <a:extLst>
              <a:ext uri="{FF2B5EF4-FFF2-40B4-BE49-F238E27FC236}">
                <a16:creationId xmlns:a16="http://schemas.microsoft.com/office/drawing/2014/main" id="{89F772BB-A833-9B34-0FDF-05FE4A850693}"/>
              </a:ext>
            </a:extLst>
          </p:cNvPr>
          <p:cNvSpPr txBox="1">
            <a:spLocks noChangeArrowheads="1"/>
          </p:cNvSpPr>
          <p:nvPr/>
        </p:nvSpPr>
        <p:spPr bwMode="auto">
          <a:xfrm>
            <a:off x="539750" y="3141663"/>
            <a:ext cx="7488238"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lnSpc>
                <a:spcPct val="125000"/>
              </a:lnSpc>
              <a:spcBef>
                <a:spcPct val="0"/>
              </a:spcBef>
              <a:buClrTx/>
              <a:buSzTx/>
              <a:buFontTx/>
              <a:buNone/>
            </a:pPr>
            <a:r>
              <a:rPr lang="zh-CN" altLang="en-US" sz="2400">
                <a:ea typeface="宋体" panose="02010600030101010101" pitchFamily="2" charset="-122"/>
              </a:rPr>
              <a:t>例：</a:t>
            </a:r>
            <a:r>
              <a:rPr lang="en-US" altLang="zh-CN" sz="2400">
                <a:ea typeface="宋体" panose="02010600030101010101" pitchFamily="2" charset="-122"/>
              </a:rPr>
              <a:t>DFA M= ( {0,1,2,3}</a:t>
            </a:r>
            <a:r>
              <a:rPr lang="zh-CN" altLang="en-US" sz="2400">
                <a:ea typeface="宋体" panose="02010600030101010101" pitchFamily="2" charset="-122"/>
              </a:rPr>
              <a:t>，</a:t>
            </a:r>
            <a:r>
              <a:rPr lang="en-US" altLang="zh-CN" sz="2400">
                <a:ea typeface="宋体" panose="02010600030101010101" pitchFamily="2" charset="-122"/>
              </a:rPr>
              <a:t>{a,b}, δ,  0,  {3})</a:t>
            </a:r>
          </a:p>
          <a:p>
            <a:pPr eaLnBrk="1" hangingPunct="1">
              <a:lnSpc>
                <a:spcPct val="125000"/>
              </a:lnSpc>
              <a:spcBef>
                <a:spcPct val="0"/>
              </a:spcBef>
              <a:buClrTx/>
              <a:buSzTx/>
              <a:buFontTx/>
              <a:buNone/>
            </a:pPr>
            <a:r>
              <a:rPr lang="en-US" altLang="zh-CN" sz="2400">
                <a:ea typeface="宋体" panose="02010600030101010101" pitchFamily="2" charset="-122"/>
              </a:rPr>
              <a:t>        </a:t>
            </a:r>
            <a:r>
              <a:rPr lang="zh-CN" altLang="en-US" sz="2400">
                <a:ea typeface="宋体" panose="02010600030101010101" pitchFamily="2" charset="-122"/>
              </a:rPr>
              <a:t>其中</a:t>
            </a:r>
            <a:r>
              <a:rPr lang="en-US" altLang="zh-CN" sz="2400">
                <a:ea typeface="宋体" panose="02010600030101010101" pitchFamily="2" charset="-122"/>
              </a:rPr>
              <a:t>δ(0,a)=1 δ(0,b)=2</a:t>
            </a:r>
          </a:p>
          <a:p>
            <a:pPr eaLnBrk="1" hangingPunct="1">
              <a:lnSpc>
                <a:spcPct val="125000"/>
              </a:lnSpc>
              <a:spcBef>
                <a:spcPct val="0"/>
              </a:spcBef>
              <a:buClrTx/>
              <a:buSzTx/>
              <a:buFontTx/>
              <a:buNone/>
            </a:pPr>
            <a:r>
              <a:rPr lang="en-US" altLang="zh-CN" sz="2400">
                <a:ea typeface="宋体" panose="02010600030101010101" pitchFamily="2" charset="-122"/>
              </a:rPr>
              <a:t>               δ(2,a)=1 δ(2,b)=3</a:t>
            </a:r>
            <a:r>
              <a:rPr lang="en-US" altLang="zh-CN" sz="2400" b="0">
                <a:ea typeface="宋体" panose="02010600030101010101" pitchFamily="2" charset="-122"/>
              </a:rPr>
              <a:t> </a:t>
            </a:r>
            <a:endParaRPr lang="en-US" altLang="zh-CN" sz="2400">
              <a:ea typeface="宋体" panose="02010600030101010101" pitchFamily="2" charset="-122"/>
            </a:endParaRPr>
          </a:p>
          <a:p>
            <a:pPr eaLnBrk="1" hangingPunct="1">
              <a:lnSpc>
                <a:spcPct val="125000"/>
              </a:lnSpc>
              <a:spcBef>
                <a:spcPct val="0"/>
              </a:spcBef>
              <a:buClrTx/>
              <a:buSzTx/>
              <a:buFontTx/>
              <a:buNone/>
            </a:pPr>
            <a:r>
              <a:rPr lang="en-US" altLang="zh-CN" sz="2400">
                <a:ea typeface="宋体" panose="02010600030101010101" pitchFamily="2" charset="-122"/>
              </a:rPr>
              <a:t>               δ(1,a)=3 δ(1,b)=2</a:t>
            </a:r>
          </a:p>
          <a:p>
            <a:pPr eaLnBrk="1" hangingPunct="1">
              <a:lnSpc>
                <a:spcPct val="125000"/>
              </a:lnSpc>
              <a:spcBef>
                <a:spcPct val="0"/>
              </a:spcBef>
              <a:buClrTx/>
              <a:buSzTx/>
              <a:buFontTx/>
              <a:buNone/>
            </a:pPr>
            <a:r>
              <a:rPr lang="en-US" altLang="zh-CN" sz="2400">
                <a:ea typeface="宋体" panose="02010600030101010101" pitchFamily="2" charset="-122"/>
              </a:rPr>
              <a:t>               δ(3,a)=3 δ(3,b)=3</a:t>
            </a:r>
          </a:p>
          <a:p>
            <a:pPr eaLnBrk="1" hangingPunct="1">
              <a:lnSpc>
                <a:spcPct val="125000"/>
              </a:lnSpc>
              <a:spcBef>
                <a:spcPct val="0"/>
              </a:spcBef>
              <a:buClrTx/>
              <a:buSzTx/>
              <a:buFontTx/>
              <a:buNone/>
            </a:pPr>
            <a:r>
              <a:rPr lang="en-US" altLang="zh-CN" sz="2400">
                <a:ea typeface="宋体" panose="02010600030101010101" pitchFamily="2" charset="-122"/>
              </a:rPr>
              <a:t>        </a:t>
            </a:r>
            <a:r>
              <a:rPr lang="zh-CN" altLang="en-US" sz="2400">
                <a:ea typeface="宋体" panose="02010600030101010101" pitchFamily="2" charset="-122"/>
              </a:rPr>
              <a:t>对应的状态转换矩阵</a:t>
            </a:r>
            <a:r>
              <a:rPr lang="zh-CN" altLang="en-US" sz="2400" b="0">
                <a:ea typeface="宋体" panose="02010600030101010101" pitchFamily="2" charset="-122"/>
              </a:rPr>
              <a:t> </a:t>
            </a:r>
          </a:p>
        </p:txBody>
      </p:sp>
      <p:graphicFrame>
        <p:nvGraphicFramePr>
          <p:cNvPr id="809989" name="Group 5">
            <a:extLst>
              <a:ext uri="{FF2B5EF4-FFF2-40B4-BE49-F238E27FC236}">
                <a16:creationId xmlns:a16="http://schemas.microsoft.com/office/drawing/2014/main" id="{270A1BF7-7728-01A9-695C-6CA18DCBC00C}"/>
              </a:ext>
            </a:extLst>
          </p:cNvPr>
          <p:cNvGraphicFramePr>
            <a:graphicFrameLocks noGrp="1"/>
          </p:cNvGraphicFramePr>
          <p:nvPr>
            <p:ph sz="half" idx="2"/>
          </p:nvPr>
        </p:nvGraphicFramePr>
        <p:xfrm>
          <a:off x="5292725" y="4014788"/>
          <a:ext cx="3394075" cy="2078037"/>
        </p:xfrm>
        <a:graphic>
          <a:graphicData uri="http://schemas.openxmlformats.org/drawingml/2006/table">
            <a:tbl>
              <a:tblPr/>
              <a:tblGrid>
                <a:gridCol w="1131888">
                  <a:extLst>
                    <a:ext uri="{9D8B030D-6E8A-4147-A177-3AD203B41FA5}">
                      <a16:colId xmlns:a16="http://schemas.microsoft.com/office/drawing/2014/main" val="3143697353"/>
                    </a:ext>
                  </a:extLst>
                </a:gridCol>
                <a:gridCol w="1130300">
                  <a:extLst>
                    <a:ext uri="{9D8B030D-6E8A-4147-A177-3AD203B41FA5}">
                      <a16:colId xmlns:a16="http://schemas.microsoft.com/office/drawing/2014/main" val="2467894430"/>
                    </a:ext>
                  </a:extLst>
                </a:gridCol>
                <a:gridCol w="1131887">
                  <a:extLst>
                    <a:ext uri="{9D8B030D-6E8A-4147-A177-3AD203B41FA5}">
                      <a16:colId xmlns:a16="http://schemas.microsoft.com/office/drawing/2014/main" val="2326995729"/>
                    </a:ext>
                  </a:extLst>
                </a:gridCol>
              </a:tblGrid>
              <a:tr h="415925">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状态</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2881835"/>
                  </a:ext>
                </a:extLst>
              </a:tr>
              <a:tr h="415925">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29070596"/>
                  </a:ext>
                </a:extLst>
              </a:tr>
              <a:tr h="414338">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88530107"/>
                  </a:ext>
                </a:extLst>
              </a:tr>
              <a:tr h="415925">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76848152"/>
                  </a:ext>
                </a:extLst>
              </a:tr>
              <a:tr h="415925">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54714823"/>
                  </a:ext>
                </a:extLst>
              </a:tr>
            </a:tbl>
          </a:graphicData>
        </a:graphic>
      </p:graphicFrame>
      <p:sp>
        <p:nvSpPr>
          <p:cNvPr id="55327" name="灯片编号占位符 5">
            <a:extLst>
              <a:ext uri="{FF2B5EF4-FFF2-40B4-BE49-F238E27FC236}">
                <a16:creationId xmlns:a16="http://schemas.microsoft.com/office/drawing/2014/main" id="{E9F97EB0-00CF-AC4D-685B-A2FB765C017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D95778E1-4BB9-CB43-BC1F-E35110D03D30}"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44</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85282545-B18F-A2ED-3968-0C68C37DE390}"/>
              </a:ext>
            </a:extLst>
          </p:cNvPr>
          <p:cNvSpPr>
            <a:spLocks noGrp="1" noChangeArrowheads="1"/>
          </p:cNvSpPr>
          <p:nvPr>
            <p:ph type="title"/>
          </p:nvPr>
        </p:nvSpPr>
        <p:spPr/>
        <p:txBody>
          <a:bodyPr/>
          <a:lstStyle/>
          <a:p>
            <a:pPr eaLnBrk="1" hangingPunct="1"/>
            <a:r>
              <a:rPr lang="en-US" altLang="zh-CN"/>
              <a:t>DFA</a:t>
            </a:r>
            <a:r>
              <a:rPr lang="zh-CN" altLang="en-US"/>
              <a:t>与状态转换图</a:t>
            </a:r>
          </a:p>
        </p:txBody>
      </p:sp>
      <p:sp>
        <p:nvSpPr>
          <p:cNvPr id="56323" name="Rectangle 3">
            <a:extLst>
              <a:ext uri="{FF2B5EF4-FFF2-40B4-BE49-F238E27FC236}">
                <a16:creationId xmlns:a16="http://schemas.microsoft.com/office/drawing/2014/main" id="{05BDF2EE-C732-50BE-306B-343BB9070C47}"/>
              </a:ext>
            </a:extLst>
          </p:cNvPr>
          <p:cNvSpPr>
            <a:spLocks noGrp="1" noChangeArrowheads="1"/>
          </p:cNvSpPr>
          <p:nvPr>
            <p:ph type="body" sz="half" idx="1"/>
          </p:nvPr>
        </p:nvSpPr>
        <p:spPr>
          <a:xfrm>
            <a:off x="457200" y="1981200"/>
            <a:ext cx="7715250" cy="3886200"/>
          </a:xfrm>
        </p:spPr>
        <p:txBody>
          <a:bodyPr/>
          <a:lstStyle/>
          <a:p>
            <a:pPr eaLnBrk="1" hangingPunct="1">
              <a:lnSpc>
                <a:spcPct val="130000"/>
              </a:lnSpc>
            </a:pPr>
            <a:r>
              <a:rPr lang="zh-CN" altLang="en-US" sz="2000">
                <a:ea typeface="宋体" panose="02010600030101010101" pitchFamily="2" charset="-122"/>
              </a:rPr>
              <a:t>一个</a:t>
            </a:r>
            <a:r>
              <a:rPr lang="en-US" altLang="zh-CN" sz="2000">
                <a:ea typeface="宋体" panose="02010600030101010101" pitchFamily="2" charset="-122"/>
              </a:rPr>
              <a:t>DFA</a:t>
            </a:r>
            <a:r>
              <a:rPr lang="zh-CN" altLang="en-US" sz="2000">
                <a:ea typeface="宋体" panose="02010600030101010101" pitchFamily="2" charset="-122"/>
              </a:rPr>
              <a:t>可以表示成一张（确定的）状态转换图。</a:t>
            </a:r>
          </a:p>
          <a:p>
            <a:pPr lvl="1" eaLnBrk="1" hangingPunct="1">
              <a:lnSpc>
                <a:spcPct val="130000"/>
              </a:lnSpc>
            </a:pPr>
            <a:r>
              <a:rPr lang="zh-CN" altLang="en-US" sz="1800">
                <a:ea typeface="宋体" panose="02010600030101010101" pitchFamily="2" charset="-122"/>
              </a:rPr>
              <a:t>假定</a:t>
            </a:r>
            <a:r>
              <a:rPr lang="en-US" altLang="zh-CN" sz="1800">
                <a:ea typeface="宋体" panose="02010600030101010101" pitchFamily="2" charset="-122"/>
              </a:rPr>
              <a:t>DFA M</a:t>
            </a:r>
            <a:r>
              <a:rPr lang="zh-CN" altLang="en-US" sz="1800">
                <a:ea typeface="宋体" panose="02010600030101010101" pitchFamily="2" charset="-122"/>
              </a:rPr>
              <a:t>含有</a:t>
            </a:r>
            <a:r>
              <a:rPr lang="en-US" altLang="zh-CN" sz="1800">
                <a:ea typeface="宋体" panose="02010600030101010101" pitchFamily="2" charset="-122"/>
              </a:rPr>
              <a:t>m</a:t>
            </a:r>
            <a:r>
              <a:rPr lang="zh-CN" altLang="en-US" sz="1800">
                <a:ea typeface="宋体" panose="02010600030101010101" pitchFamily="2" charset="-122"/>
              </a:rPr>
              <a:t>个状态和</a:t>
            </a:r>
            <a:r>
              <a:rPr lang="en-US" altLang="zh-CN" sz="1800">
                <a:ea typeface="宋体" panose="02010600030101010101" pitchFamily="2" charset="-122"/>
              </a:rPr>
              <a:t>n</a:t>
            </a:r>
            <a:r>
              <a:rPr lang="zh-CN" altLang="en-US" sz="1800">
                <a:ea typeface="宋体" panose="02010600030101010101" pitchFamily="2" charset="-122"/>
              </a:rPr>
              <a:t>个输入字符，那么，状态图必含有</a:t>
            </a:r>
            <a:r>
              <a:rPr lang="en-US" altLang="zh-CN" sz="1800">
                <a:ea typeface="宋体" panose="02010600030101010101" pitchFamily="2" charset="-122"/>
              </a:rPr>
              <a:t>m </a:t>
            </a:r>
            <a:r>
              <a:rPr lang="zh-CN" altLang="en-US" sz="1800">
                <a:ea typeface="宋体" panose="02010600030101010101" pitchFamily="2" charset="-122"/>
              </a:rPr>
              <a:t>个状态结点，每个结点最多有</a:t>
            </a:r>
            <a:r>
              <a:rPr lang="en-US" altLang="zh-CN" sz="1800">
                <a:ea typeface="宋体" panose="02010600030101010101" pitchFamily="2" charset="-122"/>
              </a:rPr>
              <a:t>n</a:t>
            </a:r>
            <a:r>
              <a:rPr lang="zh-CN" altLang="en-US" sz="1800">
                <a:ea typeface="宋体" panose="02010600030101010101" pitchFamily="2" charset="-122"/>
              </a:rPr>
              <a:t>条弧射出和别的结点相连。每条弧上用∑中的一个不同输入字符做标记。整张图有唯一的一个初态结点和若干终态结点。</a:t>
            </a:r>
          </a:p>
          <a:p>
            <a:pPr eaLnBrk="1" hangingPunct="1">
              <a:lnSpc>
                <a:spcPct val="130000"/>
              </a:lnSpc>
            </a:pPr>
            <a:endParaRPr lang="en-US" altLang="zh-CN" sz="2000">
              <a:ea typeface="宋体" panose="02010600030101010101" pitchFamily="2" charset="-122"/>
            </a:endParaRPr>
          </a:p>
        </p:txBody>
      </p:sp>
      <p:graphicFrame>
        <p:nvGraphicFramePr>
          <p:cNvPr id="811012" name="Group 4">
            <a:extLst>
              <a:ext uri="{FF2B5EF4-FFF2-40B4-BE49-F238E27FC236}">
                <a16:creationId xmlns:a16="http://schemas.microsoft.com/office/drawing/2014/main" id="{EE9502D0-491C-1CE1-5258-267C4BA96891}"/>
              </a:ext>
            </a:extLst>
          </p:cNvPr>
          <p:cNvGraphicFramePr>
            <a:graphicFrameLocks noGrp="1"/>
          </p:cNvGraphicFramePr>
          <p:nvPr>
            <p:ph sz="quarter" idx="2"/>
          </p:nvPr>
        </p:nvGraphicFramePr>
        <p:xfrm>
          <a:off x="965200" y="4221163"/>
          <a:ext cx="3390900" cy="1981200"/>
        </p:xfrm>
        <a:graphic>
          <a:graphicData uri="http://schemas.openxmlformats.org/drawingml/2006/table">
            <a:tbl>
              <a:tblPr/>
              <a:tblGrid>
                <a:gridCol w="1130300">
                  <a:extLst>
                    <a:ext uri="{9D8B030D-6E8A-4147-A177-3AD203B41FA5}">
                      <a16:colId xmlns:a16="http://schemas.microsoft.com/office/drawing/2014/main" val="105819412"/>
                    </a:ext>
                  </a:extLst>
                </a:gridCol>
                <a:gridCol w="1130300">
                  <a:extLst>
                    <a:ext uri="{9D8B030D-6E8A-4147-A177-3AD203B41FA5}">
                      <a16:colId xmlns:a16="http://schemas.microsoft.com/office/drawing/2014/main" val="3073901407"/>
                    </a:ext>
                  </a:extLst>
                </a:gridCol>
                <a:gridCol w="1130300">
                  <a:extLst>
                    <a:ext uri="{9D8B030D-6E8A-4147-A177-3AD203B41FA5}">
                      <a16:colId xmlns:a16="http://schemas.microsoft.com/office/drawing/2014/main" val="2100250930"/>
                    </a:ext>
                  </a:extLst>
                </a:gridCol>
              </a:tblGrid>
              <a:tr h="373063">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状态</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56827979"/>
                  </a:ext>
                </a:extLst>
              </a:tr>
              <a:tr h="374650">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84273692"/>
                  </a:ext>
                </a:extLst>
              </a:tr>
              <a:tr h="371475">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80398772"/>
                  </a:ext>
                </a:extLst>
              </a:tr>
              <a:tr h="374650">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38447938"/>
                  </a:ext>
                </a:extLst>
              </a:tr>
              <a:tr h="373063">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09977689"/>
                  </a:ext>
                </a:extLst>
              </a:tr>
            </a:tbl>
          </a:graphicData>
        </a:graphic>
      </p:graphicFrame>
      <p:graphicFrame>
        <p:nvGraphicFramePr>
          <p:cNvPr id="811038" name="Object 30">
            <a:extLst>
              <a:ext uri="{FF2B5EF4-FFF2-40B4-BE49-F238E27FC236}">
                <a16:creationId xmlns:a16="http://schemas.microsoft.com/office/drawing/2014/main" id="{29295C9E-4FDC-A5EC-5A1F-227282DA0DFC}"/>
              </a:ext>
            </a:extLst>
          </p:cNvPr>
          <p:cNvGraphicFramePr>
            <a:graphicFrameLocks noChangeAspect="1"/>
          </p:cNvGraphicFramePr>
          <p:nvPr>
            <p:ph sz="quarter" idx="3"/>
          </p:nvPr>
        </p:nvGraphicFramePr>
        <p:xfrm>
          <a:off x="4689475" y="4071938"/>
          <a:ext cx="4130675" cy="2020887"/>
        </p:xfrm>
        <a:graphic>
          <a:graphicData uri="http://schemas.openxmlformats.org/presentationml/2006/ole">
            <mc:AlternateContent xmlns:mc="http://schemas.openxmlformats.org/markup-compatibility/2006">
              <mc:Choice xmlns:v="urn:schemas-microsoft-com:vml" Requires="v">
                <p:oleObj name="图片" r:id="rId2" imgW="7886700" imgH="3860800" progId="Word.Picture.8">
                  <p:embed/>
                </p:oleObj>
              </mc:Choice>
              <mc:Fallback>
                <p:oleObj name="图片" r:id="rId2" imgW="7886700" imgH="3860800" progId="Word.Picture.8">
                  <p:embed/>
                  <p:pic>
                    <p:nvPicPr>
                      <p:cNvPr id="0" name="Object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9475" y="4071938"/>
                        <a:ext cx="4130675" cy="202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351" name="灯片编号占位符 5">
            <a:extLst>
              <a:ext uri="{FF2B5EF4-FFF2-40B4-BE49-F238E27FC236}">
                <a16:creationId xmlns:a16="http://schemas.microsoft.com/office/drawing/2014/main" id="{D254E35E-81AD-8FEB-A9FF-4AFDC509B85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566DA7F0-D1C6-2B40-B979-9A217B996362}"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45</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811038"/>
                                        </p:tgtEl>
                                        <p:attrNameLst>
                                          <p:attrName>style.visibility</p:attrName>
                                        </p:attrNameLst>
                                      </p:cBhvr>
                                      <p:to>
                                        <p:strVal val="visible"/>
                                      </p:to>
                                    </p:set>
                                    <p:anim calcmode="lin" valueType="num">
                                      <p:cBhvr additive="base">
                                        <p:cTn id="7" dur="500" fill="hold"/>
                                        <p:tgtEl>
                                          <p:spTgt spid="811038"/>
                                        </p:tgtEl>
                                        <p:attrNameLst>
                                          <p:attrName>ppt_x</p:attrName>
                                        </p:attrNameLst>
                                      </p:cBhvr>
                                      <p:tavLst>
                                        <p:tav tm="0">
                                          <p:val>
                                            <p:strVal val="#ppt_x"/>
                                          </p:val>
                                        </p:tav>
                                        <p:tav tm="100000">
                                          <p:val>
                                            <p:strVal val="#ppt_x"/>
                                          </p:val>
                                        </p:tav>
                                      </p:tavLst>
                                    </p:anim>
                                    <p:anim calcmode="lin" valueType="num">
                                      <p:cBhvr additive="base">
                                        <p:cTn id="8" dur="500" fill="hold"/>
                                        <p:tgtEl>
                                          <p:spTgt spid="8110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0C3296C8-22AC-F3FA-CCCC-DDA09A0E6CE8}"/>
              </a:ext>
            </a:extLst>
          </p:cNvPr>
          <p:cNvSpPr>
            <a:spLocks noGrp="1" noChangeArrowheads="1"/>
          </p:cNvSpPr>
          <p:nvPr>
            <p:ph type="title"/>
          </p:nvPr>
        </p:nvSpPr>
        <p:spPr/>
        <p:txBody>
          <a:bodyPr/>
          <a:lstStyle/>
          <a:p>
            <a:pPr eaLnBrk="1" hangingPunct="1"/>
            <a:r>
              <a:rPr lang="zh-CN" altLang="en-US"/>
              <a:t>扩展转移函数</a:t>
            </a:r>
          </a:p>
        </p:txBody>
      </p:sp>
      <p:sp>
        <p:nvSpPr>
          <p:cNvPr id="57347" name="Rectangle 3">
            <a:extLst>
              <a:ext uri="{FF2B5EF4-FFF2-40B4-BE49-F238E27FC236}">
                <a16:creationId xmlns:a16="http://schemas.microsoft.com/office/drawing/2014/main" id="{C80CBA95-EFA7-4223-60A2-A3A33075A165}"/>
              </a:ext>
            </a:extLst>
          </p:cNvPr>
          <p:cNvSpPr>
            <a:spLocks noGrp="1" noChangeArrowheads="1"/>
          </p:cNvSpPr>
          <p:nvPr>
            <p:ph type="body" idx="1"/>
          </p:nvPr>
        </p:nvSpPr>
        <p:spPr>
          <a:xfrm>
            <a:off x="457200" y="1981200"/>
            <a:ext cx="8229600" cy="4471988"/>
          </a:xfrm>
        </p:spPr>
        <p:txBody>
          <a:bodyPr/>
          <a:lstStyle/>
          <a:p>
            <a:pPr eaLnBrk="1" hangingPunct="1">
              <a:lnSpc>
                <a:spcPct val="120000"/>
              </a:lnSpc>
              <a:spcBef>
                <a:spcPct val="5000"/>
              </a:spcBef>
            </a:pPr>
            <a:r>
              <a:rPr lang="en-US" altLang="zh-CN" sz="2400">
                <a:ea typeface="宋体" panose="02010600030101010101" pitchFamily="2" charset="-122"/>
              </a:rPr>
              <a:t>δ</a:t>
            </a:r>
            <a:r>
              <a:rPr lang="en-US" altLang="zh-CN" sz="2400">
                <a:ea typeface="宋体" panose="02010600030101010101" pitchFamily="2" charset="-122"/>
                <a:sym typeface="Symbol" pitchFamily="2" charset="2"/>
              </a:rPr>
              <a:t></a:t>
            </a:r>
            <a:r>
              <a:rPr lang="en-US" altLang="zh-CN" sz="2400">
                <a:ea typeface="宋体" panose="02010600030101010101" pitchFamily="2" charset="-122"/>
              </a:rPr>
              <a:t> </a:t>
            </a:r>
            <a:r>
              <a:rPr lang="zh-CN" altLang="en-US" sz="2400">
                <a:ea typeface="宋体" panose="02010600030101010101" pitchFamily="2" charset="-122"/>
              </a:rPr>
              <a:t>函数</a:t>
            </a:r>
          </a:p>
          <a:p>
            <a:pPr lvl="1" eaLnBrk="1" hangingPunct="1">
              <a:lnSpc>
                <a:spcPct val="120000"/>
              </a:lnSpc>
              <a:spcBef>
                <a:spcPct val="5000"/>
              </a:spcBef>
            </a:pPr>
            <a:r>
              <a:rPr lang="zh-CN" altLang="en-US" sz="2000">
                <a:ea typeface="宋体" panose="02010600030101010101" pitchFamily="2" charset="-122"/>
              </a:rPr>
              <a:t>接收一个字符串的状态转移函数。</a:t>
            </a:r>
          </a:p>
          <a:p>
            <a:pPr lvl="1" eaLnBrk="1" hangingPunct="1">
              <a:lnSpc>
                <a:spcPct val="120000"/>
              </a:lnSpc>
              <a:spcBef>
                <a:spcPct val="5000"/>
              </a:spcBef>
            </a:pPr>
            <a:r>
              <a:rPr lang="zh-CN" altLang="en-US" sz="2000">
                <a:ea typeface="宋体" panose="02010600030101010101" pitchFamily="2" charset="-122"/>
                <a:sym typeface="Symbol" pitchFamily="2" charset="2"/>
              </a:rPr>
              <a:t></a:t>
            </a:r>
            <a:r>
              <a:rPr lang="en-US" altLang="zh-CN" sz="2000">
                <a:ea typeface="宋体" panose="02010600030101010101" pitchFamily="2" charset="-122"/>
                <a:sym typeface="Symbol" pitchFamily="2" charset="2"/>
              </a:rPr>
              <a:t>:  S  </a:t>
            </a:r>
            <a:r>
              <a:rPr lang="el-GR" altLang="zh-CN" sz="2000"/>
              <a:t>Σ</a:t>
            </a:r>
            <a:r>
              <a:rPr lang="en-US" altLang="zh-CN" sz="2000">
                <a:ea typeface="宋体" panose="02010600030101010101" pitchFamily="2" charset="-122"/>
                <a:sym typeface="Symbol" pitchFamily="2" charset="2"/>
              </a:rPr>
              <a:t>*  S </a:t>
            </a:r>
            <a:r>
              <a:rPr lang="en-US" altLang="zh-CN" sz="2000">
                <a:ea typeface="宋体" panose="02010600030101010101" pitchFamily="2" charset="-122"/>
              </a:rPr>
              <a:t> </a:t>
            </a:r>
          </a:p>
          <a:p>
            <a:pPr eaLnBrk="1" hangingPunct="1">
              <a:lnSpc>
                <a:spcPct val="120000"/>
              </a:lnSpc>
              <a:spcBef>
                <a:spcPct val="5000"/>
              </a:spcBef>
            </a:pPr>
            <a:r>
              <a:rPr lang="en-US" altLang="zh-CN" sz="2400">
                <a:ea typeface="宋体" panose="02010600030101010101" pitchFamily="2" charset="-122"/>
              </a:rPr>
              <a:t> </a:t>
            </a:r>
            <a:r>
              <a:rPr lang="zh-CN" altLang="en-US" sz="2400">
                <a:ea typeface="宋体" panose="02010600030101010101" pitchFamily="2" charset="-122"/>
              </a:rPr>
              <a:t>对任何</a:t>
            </a:r>
            <a:r>
              <a:rPr lang="en-US" altLang="zh-CN" sz="2400">
                <a:ea typeface="宋体" panose="02010600030101010101" pitchFamily="2" charset="-122"/>
              </a:rPr>
              <a:t>s</a:t>
            </a:r>
            <a:r>
              <a:rPr lang="en-US" altLang="zh-CN" sz="2400">
                <a:ea typeface="宋体" panose="02010600030101010101" pitchFamily="2" charset="-122"/>
                <a:sym typeface="Symbol" pitchFamily="2" charset="2"/>
              </a:rPr>
              <a:t>  S</a:t>
            </a:r>
            <a:r>
              <a:rPr lang="zh-CN" altLang="en-US" sz="2400">
                <a:ea typeface="宋体" panose="02010600030101010101" pitchFamily="2" charset="-122"/>
                <a:sym typeface="Symbol" pitchFamily="2" charset="2"/>
              </a:rPr>
              <a:t>，定义：</a:t>
            </a:r>
            <a:endParaRPr lang="zh-CN" altLang="en-US" sz="2400">
              <a:ea typeface="宋体" panose="02010600030101010101" pitchFamily="2" charset="-122"/>
            </a:endParaRPr>
          </a:p>
          <a:p>
            <a:pPr eaLnBrk="1" hangingPunct="1">
              <a:lnSpc>
                <a:spcPct val="120000"/>
              </a:lnSpc>
              <a:spcBef>
                <a:spcPct val="5000"/>
              </a:spcBef>
              <a:buFont typeface="Wingdings" pitchFamily="2" charset="2"/>
              <a:buNone/>
            </a:pPr>
            <a:r>
              <a:rPr lang="zh-CN" altLang="en-US" sz="2400">
                <a:ea typeface="宋体" panose="02010600030101010101" pitchFamily="2" charset="-122"/>
              </a:rPr>
              <a:t>           </a:t>
            </a:r>
            <a:r>
              <a:rPr lang="en-US" altLang="zh-CN" sz="2400">
                <a:ea typeface="宋体" panose="02010600030101010101" pitchFamily="2" charset="-122"/>
              </a:rPr>
              <a:t>1.  </a:t>
            </a:r>
            <a:r>
              <a:rPr lang="en-US" altLang="zh-CN" sz="2400">
                <a:ea typeface="宋体" panose="02010600030101010101" pitchFamily="2" charset="-122"/>
                <a:sym typeface="Symbol" pitchFamily="2" charset="2"/>
              </a:rPr>
              <a:t> (s</a:t>
            </a:r>
            <a:r>
              <a:rPr lang="en-US" altLang="zh-CN" sz="2400">
                <a:ea typeface="宋体" panose="02010600030101010101" pitchFamily="2" charset="-122"/>
              </a:rPr>
              <a:t> </a:t>
            </a:r>
            <a:r>
              <a:rPr lang="en-US" altLang="zh-CN" sz="2400">
                <a:ea typeface="宋体" panose="02010600030101010101" pitchFamily="2" charset="-122"/>
                <a:sym typeface="Symbol" pitchFamily="2" charset="2"/>
              </a:rPr>
              <a:t>,  ) = s</a:t>
            </a:r>
            <a:endParaRPr lang="en-US" altLang="zh-CN" sz="2400">
              <a:ea typeface="宋体" panose="02010600030101010101" pitchFamily="2" charset="-122"/>
            </a:endParaRPr>
          </a:p>
          <a:p>
            <a:pPr eaLnBrk="1" hangingPunct="1">
              <a:lnSpc>
                <a:spcPct val="120000"/>
              </a:lnSpc>
              <a:spcBef>
                <a:spcPct val="5000"/>
              </a:spcBef>
              <a:buFont typeface="Wingdings" pitchFamily="2" charset="2"/>
              <a:buNone/>
            </a:pPr>
            <a:r>
              <a:rPr lang="en-US" altLang="zh-CN" sz="2400">
                <a:ea typeface="宋体" panose="02010600030101010101" pitchFamily="2" charset="-122"/>
              </a:rPr>
              <a:t>           2.  </a:t>
            </a:r>
            <a:r>
              <a:rPr lang="zh-CN" altLang="en-US" sz="2400">
                <a:ea typeface="宋体" panose="02010600030101010101" pitchFamily="2" charset="-122"/>
              </a:rPr>
              <a:t>若</a:t>
            </a:r>
            <a:r>
              <a:rPr lang="en-US" altLang="zh-CN" sz="2400">
                <a:ea typeface="宋体" panose="02010600030101010101" pitchFamily="2" charset="-122"/>
              </a:rPr>
              <a:t>ω</a:t>
            </a:r>
            <a:r>
              <a:rPr lang="zh-CN" altLang="en-US" sz="2400">
                <a:ea typeface="宋体" panose="02010600030101010101" pitchFamily="2" charset="-122"/>
              </a:rPr>
              <a:t>是一个字符串</a:t>
            </a:r>
            <a:r>
              <a:rPr lang="en-US" altLang="zh-CN" sz="2400">
                <a:ea typeface="宋体" panose="02010600030101010101" pitchFamily="2" charset="-122"/>
              </a:rPr>
              <a:t>,  a</a:t>
            </a:r>
            <a:r>
              <a:rPr lang="zh-CN" altLang="en-US" sz="2400">
                <a:ea typeface="宋体" panose="02010600030101010101" pitchFamily="2" charset="-122"/>
              </a:rPr>
              <a:t>是一个字符</a:t>
            </a:r>
          </a:p>
          <a:p>
            <a:pPr eaLnBrk="1" hangingPunct="1">
              <a:lnSpc>
                <a:spcPct val="120000"/>
              </a:lnSpc>
              <a:spcBef>
                <a:spcPct val="5000"/>
              </a:spcBef>
              <a:buFont typeface="Wingdings" pitchFamily="2" charset="2"/>
              <a:buNone/>
            </a:pPr>
            <a:r>
              <a:rPr lang="zh-CN" altLang="en-US" sz="2400">
                <a:ea typeface="宋体" panose="02010600030101010101" pitchFamily="2" charset="-122"/>
              </a:rPr>
              <a:t>		定义</a:t>
            </a:r>
            <a:r>
              <a:rPr lang="en-US" altLang="zh-CN" sz="2400">
                <a:ea typeface="宋体" panose="02010600030101010101" pitchFamily="2" charset="-122"/>
              </a:rPr>
              <a:t>: δ</a:t>
            </a:r>
            <a:r>
              <a:rPr lang="en-US" altLang="zh-CN" sz="2400">
                <a:ea typeface="宋体" panose="02010600030101010101" pitchFamily="2" charset="-122"/>
                <a:sym typeface="Symbol" pitchFamily="2" charset="2"/>
              </a:rPr>
              <a:t></a:t>
            </a:r>
            <a:r>
              <a:rPr lang="en-US" altLang="zh-CN" sz="2400">
                <a:ea typeface="宋体" panose="02010600030101010101" pitchFamily="2" charset="-122"/>
              </a:rPr>
              <a:t> (s, ωa)=δ(δ</a:t>
            </a:r>
            <a:r>
              <a:rPr lang="en-US" altLang="zh-CN" sz="2400">
                <a:ea typeface="宋体" panose="02010600030101010101" pitchFamily="2" charset="-122"/>
                <a:sym typeface="Symbol" pitchFamily="2" charset="2"/>
              </a:rPr>
              <a:t></a:t>
            </a:r>
            <a:r>
              <a:rPr lang="en-US" altLang="zh-CN" sz="2400">
                <a:ea typeface="宋体" panose="02010600030101010101" pitchFamily="2" charset="-122"/>
              </a:rPr>
              <a:t> (s,ω),a)</a:t>
            </a:r>
          </a:p>
          <a:p>
            <a:pPr eaLnBrk="1" hangingPunct="1">
              <a:lnSpc>
                <a:spcPct val="120000"/>
              </a:lnSpc>
              <a:spcBef>
                <a:spcPct val="5000"/>
              </a:spcBef>
            </a:pPr>
            <a:r>
              <a:rPr lang="zh-CN" altLang="en-US" sz="2400">
                <a:ea typeface="宋体" panose="02010600030101010101" pitchFamily="2" charset="-122"/>
              </a:rPr>
              <a:t>对于</a:t>
            </a:r>
            <a:r>
              <a:rPr lang="en-US" altLang="zh-CN" sz="2400">
                <a:ea typeface="宋体" panose="02010600030101010101" pitchFamily="2" charset="-122"/>
              </a:rPr>
              <a:t>DFA: δ</a:t>
            </a:r>
            <a:r>
              <a:rPr lang="en-US" altLang="zh-CN" sz="2400">
                <a:ea typeface="宋体" panose="02010600030101010101" pitchFamily="2" charset="-122"/>
                <a:sym typeface="Symbol" pitchFamily="2" charset="2"/>
              </a:rPr>
              <a:t></a:t>
            </a:r>
            <a:r>
              <a:rPr lang="en-US" altLang="zh-CN" sz="2400">
                <a:ea typeface="宋体" panose="02010600030101010101" pitchFamily="2" charset="-122"/>
              </a:rPr>
              <a:t> (s,a)=δ(δ</a:t>
            </a:r>
            <a:r>
              <a:rPr lang="en-US" altLang="zh-CN" sz="2400">
                <a:ea typeface="宋体" panose="02010600030101010101" pitchFamily="2" charset="-122"/>
                <a:sym typeface="Symbol" pitchFamily="2" charset="2"/>
              </a:rPr>
              <a:t></a:t>
            </a:r>
            <a:r>
              <a:rPr lang="en-US" altLang="zh-CN" sz="2400">
                <a:ea typeface="宋体" panose="02010600030101010101" pitchFamily="2" charset="-122"/>
              </a:rPr>
              <a:t> (s, </a:t>
            </a:r>
            <a:r>
              <a:rPr lang="en-US" altLang="zh-CN" sz="2400">
                <a:ea typeface="宋体" panose="02010600030101010101" pitchFamily="2" charset="-122"/>
                <a:sym typeface="Symbol" pitchFamily="2" charset="2"/>
              </a:rPr>
              <a:t> </a:t>
            </a:r>
            <a:r>
              <a:rPr lang="en-US" altLang="zh-CN" sz="2400">
                <a:ea typeface="宋体" panose="02010600030101010101" pitchFamily="2" charset="-122"/>
              </a:rPr>
              <a:t>),a)=δ(s,a)</a:t>
            </a:r>
          </a:p>
          <a:p>
            <a:pPr lvl="1" eaLnBrk="1" hangingPunct="1">
              <a:lnSpc>
                <a:spcPct val="120000"/>
              </a:lnSpc>
              <a:spcBef>
                <a:spcPct val="5000"/>
              </a:spcBef>
            </a:pPr>
            <a:r>
              <a:rPr lang="zh-CN" altLang="en-US" sz="2000">
                <a:ea typeface="宋体" panose="02010600030101010101" pitchFamily="2" charset="-122"/>
              </a:rPr>
              <a:t>即对于单个字符时</a:t>
            </a:r>
            <a:r>
              <a:rPr lang="en-US" altLang="zh-CN" sz="2000">
                <a:ea typeface="宋体" panose="02010600030101010101" pitchFamily="2" charset="-122"/>
              </a:rPr>
              <a:t>δ</a:t>
            </a:r>
            <a:r>
              <a:rPr lang="zh-CN" altLang="en-US" sz="2000">
                <a:ea typeface="宋体" panose="02010600030101010101" pitchFamily="2" charset="-122"/>
              </a:rPr>
              <a:t>和</a:t>
            </a:r>
            <a:r>
              <a:rPr lang="en-US" altLang="zh-CN" sz="2000">
                <a:ea typeface="宋体" panose="02010600030101010101" pitchFamily="2" charset="-122"/>
              </a:rPr>
              <a:t>δ'</a:t>
            </a:r>
            <a:r>
              <a:rPr lang="zh-CN" altLang="en-US" sz="2000">
                <a:ea typeface="宋体" panose="02010600030101010101" pitchFamily="2" charset="-122"/>
              </a:rPr>
              <a:t>是相等的。</a:t>
            </a:r>
          </a:p>
        </p:txBody>
      </p:sp>
      <p:sp>
        <p:nvSpPr>
          <p:cNvPr id="57348" name="灯片编号占位符 3">
            <a:extLst>
              <a:ext uri="{FF2B5EF4-FFF2-40B4-BE49-F238E27FC236}">
                <a16:creationId xmlns:a16="http://schemas.microsoft.com/office/drawing/2014/main" id="{8B2F2FE4-A9B0-9D6A-93A4-125B3CD59A2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57385DE8-0228-8244-BE8E-1203CF210213}"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46</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E0B2ABFC-99D3-5883-5297-52CA64C55ED1}"/>
              </a:ext>
            </a:extLst>
          </p:cNvPr>
          <p:cNvSpPr>
            <a:spLocks noGrp="1" noChangeArrowheads="1"/>
          </p:cNvSpPr>
          <p:nvPr>
            <p:ph type="title"/>
          </p:nvPr>
        </p:nvSpPr>
        <p:spPr/>
        <p:txBody>
          <a:bodyPr/>
          <a:lstStyle/>
          <a:p>
            <a:pPr eaLnBrk="1" hangingPunct="1"/>
            <a:r>
              <a:rPr lang="zh-CN" altLang="en-US"/>
              <a:t>扩展转移函数</a:t>
            </a:r>
          </a:p>
        </p:txBody>
      </p:sp>
      <p:grpSp>
        <p:nvGrpSpPr>
          <p:cNvPr id="58371" name="Group 3">
            <a:extLst>
              <a:ext uri="{FF2B5EF4-FFF2-40B4-BE49-F238E27FC236}">
                <a16:creationId xmlns:a16="http://schemas.microsoft.com/office/drawing/2014/main" id="{12976656-B028-DF77-58F0-4D7CBA6C1BAD}"/>
              </a:ext>
            </a:extLst>
          </p:cNvPr>
          <p:cNvGrpSpPr>
            <a:grpSpLocks/>
          </p:cNvGrpSpPr>
          <p:nvPr/>
        </p:nvGrpSpPr>
        <p:grpSpPr bwMode="auto">
          <a:xfrm>
            <a:off x="1211263" y="3502025"/>
            <a:ext cx="3505200" cy="2590800"/>
            <a:chOff x="3120" y="864"/>
            <a:chExt cx="2208" cy="1632"/>
          </a:xfrm>
        </p:grpSpPr>
        <p:sp>
          <p:nvSpPr>
            <p:cNvPr id="58391" name="Text Box 4">
              <a:extLst>
                <a:ext uri="{FF2B5EF4-FFF2-40B4-BE49-F238E27FC236}">
                  <a16:creationId xmlns:a16="http://schemas.microsoft.com/office/drawing/2014/main" id="{63F84499-1F53-C4EB-F77E-7A7B9737828B}"/>
                </a:ext>
              </a:extLst>
            </p:cNvPr>
            <p:cNvSpPr txBox="1">
              <a:spLocks noChangeArrowheads="1"/>
            </p:cNvSpPr>
            <p:nvPr/>
          </p:nvSpPr>
          <p:spPr bwMode="auto">
            <a:xfrm>
              <a:off x="3653" y="1016"/>
              <a:ext cx="4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q</a:t>
              </a:r>
              <a:r>
                <a:rPr kumimoji="1" lang="en-US" altLang="zh-CN" sz="2400" i="1" baseline="-25000">
                  <a:solidFill>
                    <a:srgbClr val="800080"/>
                  </a:solidFill>
                  <a:latin typeface="Times New Roman" panose="02020603050405020304" pitchFamily="18" charset="0"/>
                  <a:ea typeface="宋体" panose="02010600030101010101" pitchFamily="2" charset="-122"/>
                </a:rPr>
                <a:t>0</a:t>
              </a:r>
            </a:p>
          </p:txBody>
        </p:sp>
        <p:sp>
          <p:nvSpPr>
            <p:cNvPr id="58392" name="Text Box 5">
              <a:extLst>
                <a:ext uri="{FF2B5EF4-FFF2-40B4-BE49-F238E27FC236}">
                  <a16:creationId xmlns:a16="http://schemas.microsoft.com/office/drawing/2014/main" id="{E0B2B150-3AFD-752D-F6F4-4344371AFC46}"/>
                </a:ext>
              </a:extLst>
            </p:cNvPr>
            <p:cNvSpPr txBox="1">
              <a:spLocks noChangeArrowheads="1"/>
            </p:cNvSpPr>
            <p:nvPr/>
          </p:nvSpPr>
          <p:spPr bwMode="auto">
            <a:xfrm>
              <a:off x="4757" y="1016"/>
              <a:ext cx="4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q</a:t>
              </a:r>
              <a:r>
                <a:rPr kumimoji="1" lang="en-US" altLang="zh-CN" sz="2400" i="1" baseline="-25000">
                  <a:solidFill>
                    <a:srgbClr val="800080"/>
                  </a:solidFill>
                  <a:latin typeface="Times New Roman" panose="02020603050405020304" pitchFamily="18" charset="0"/>
                  <a:ea typeface="宋体" panose="02010600030101010101" pitchFamily="2" charset="-122"/>
                </a:rPr>
                <a:t>1</a:t>
              </a:r>
            </a:p>
          </p:txBody>
        </p:sp>
        <p:sp>
          <p:nvSpPr>
            <p:cNvPr id="58393" name="Text Box 6">
              <a:extLst>
                <a:ext uri="{FF2B5EF4-FFF2-40B4-BE49-F238E27FC236}">
                  <a16:creationId xmlns:a16="http://schemas.microsoft.com/office/drawing/2014/main" id="{69D56F84-63F9-97F5-AA30-1DC4DDEAAA97}"/>
                </a:ext>
              </a:extLst>
            </p:cNvPr>
            <p:cNvSpPr txBox="1">
              <a:spLocks noChangeArrowheads="1"/>
            </p:cNvSpPr>
            <p:nvPr/>
          </p:nvSpPr>
          <p:spPr bwMode="auto">
            <a:xfrm>
              <a:off x="3653" y="2044"/>
              <a:ext cx="4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q</a:t>
              </a:r>
              <a:r>
                <a:rPr kumimoji="1" lang="en-US" altLang="zh-CN" sz="2400" i="1" baseline="-25000">
                  <a:solidFill>
                    <a:srgbClr val="800080"/>
                  </a:solidFill>
                  <a:latin typeface="Times New Roman" panose="02020603050405020304" pitchFamily="18" charset="0"/>
                  <a:ea typeface="宋体" panose="02010600030101010101" pitchFamily="2" charset="-122"/>
                </a:rPr>
                <a:t>2</a:t>
              </a:r>
            </a:p>
          </p:txBody>
        </p:sp>
        <p:sp>
          <p:nvSpPr>
            <p:cNvPr id="58394" name="Text Box 7">
              <a:extLst>
                <a:ext uri="{FF2B5EF4-FFF2-40B4-BE49-F238E27FC236}">
                  <a16:creationId xmlns:a16="http://schemas.microsoft.com/office/drawing/2014/main" id="{56A3219C-BB98-6549-AD0B-2F32032AA16A}"/>
                </a:ext>
              </a:extLst>
            </p:cNvPr>
            <p:cNvSpPr txBox="1">
              <a:spLocks noChangeArrowheads="1"/>
            </p:cNvSpPr>
            <p:nvPr/>
          </p:nvSpPr>
          <p:spPr bwMode="auto">
            <a:xfrm>
              <a:off x="4757" y="2044"/>
              <a:ext cx="3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q</a:t>
              </a:r>
              <a:r>
                <a:rPr kumimoji="1" lang="en-US" altLang="zh-CN" sz="2400" i="1" baseline="-25000">
                  <a:solidFill>
                    <a:srgbClr val="800080"/>
                  </a:solidFill>
                  <a:latin typeface="Times New Roman" panose="02020603050405020304" pitchFamily="18" charset="0"/>
                  <a:ea typeface="宋体" panose="02010600030101010101" pitchFamily="2" charset="-122"/>
                </a:rPr>
                <a:t>3</a:t>
              </a:r>
            </a:p>
          </p:txBody>
        </p:sp>
        <p:graphicFrame>
          <p:nvGraphicFramePr>
            <p:cNvPr id="58395" name="Object 8">
              <a:extLst>
                <a:ext uri="{FF2B5EF4-FFF2-40B4-BE49-F238E27FC236}">
                  <a16:creationId xmlns:a16="http://schemas.microsoft.com/office/drawing/2014/main" id="{09E9D48D-E2B6-991D-53C6-BC5007C3F4AF}"/>
                </a:ext>
              </a:extLst>
            </p:cNvPr>
            <p:cNvGraphicFramePr>
              <a:graphicFrameLocks noChangeAspect="1"/>
            </p:cNvGraphicFramePr>
            <p:nvPr/>
          </p:nvGraphicFramePr>
          <p:xfrm>
            <a:off x="3120" y="864"/>
            <a:ext cx="2208" cy="1632"/>
          </p:xfrm>
          <a:graphic>
            <a:graphicData uri="http://schemas.openxmlformats.org/presentationml/2006/ole">
              <mc:AlternateContent xmlns:mc="http://schemas.openxmlformats.org/markup-compatibility/2006">
                <mc:Choice xmlns:v="urn:schemas-microsoft-com:vml" Requires="v">
                  <p:oleObj name="VISIO" r:id="rId2" imgW="38442900" imgH="30518100" progId="Visio.Drawing.11">
                    <p:embed/>
                  </p:oleObj>
                </mc:Choice>
                <mc:Fallback>
                  <p:oleObj name="VISIO" r:id="rId2" imgW="38442900" imgH="30518100" progId="Visio.Drawing.11">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0" y="864"/>
                          <a:ext cx="2208" cy="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13065" name="Rectangle 9">
            <a:extLst>
              <a:ext uri="{FF2B5EF4-FFF2-40B4-BE49-F238E27FC236}">
                <a16:creationId xmlns:a16="http://schemas.microsoft.com/office/drawing/2014/main" id="{B577566B-4395-B6E3-2C4A-2559FB2E17A1}"/>
              </a:ext>
            </a:extLst>
          </p:cNvPr>
          <p:cNvSpPr>
            <a:spLocks noChangeArrowheads="1"/>
          </p:cNvSpPr>
          <p:nvPr/>
        </p:nvSpPr>
        <p:spPr bwMode="auto">
          <a:xfrm>
            <a:off x="5076825" y="2643188"/>
            <a:ext cx="3671888"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 typeface="Wingdings" pitchFamily="2" charset="2"/>
              <a:buNone/>
            </a:pPr>
            <a:r>
              <a:rPr kumimoji="1" lang="en-US" altLang="zh-CN" sz="2000" i="1">
                <a:solidFill>
                  <a:srgbClr val="333399"/>
                </a:solidFill>
                <a:ea typeface="华文行楷" panose="02010800040101010101" pitchFamily="2" charset="-122"/>
                <a:sym typeface="Symbol" pitchFamily="2" charset="2"/>
              </a:rPr>
              <a:t></a:t>
            </a:r>
            <a:r>
              <a:rPr kumimoji="1" lang="en-US" altLang="zh-CN" sz="2000" i="1">
                <a:solidFill>
                  <a:srgbClr val="800080"/>
                </a:solidFill>
                <a:ea typeface="华文行楷" panose="02010800040101010101" pitchFamily="2" charset="-122"/>
                <a:sym typeface="Symbol" pitchFamily="2" charset="2"/>
              </a:rPr>
              <a:t> </a:t>
            </a:r>
            <a:r>
              <a:rPr kumimoji="1" lang="en-US" altLang="zh-CN" sz="2000" i="1">
                <a:solidFill>
                  <a:srgbClr val="333399"/>
                </a:solidFill>
                <a:ea typeface="华文行楷" panose="02010800040101010101" pitchFamily="2" charset="-122"/>
                <a:sym typeface="Symbol" pitchFamily="2" charset="2"/>
              </a:rPr>
              <a:t>(</a:t>
            </a:r>
            <a:r>
              <a:rPr kumimoji="1" lang="en-US" altLang="zh-CN" sz="2000" i="1">
                <a:solidFill>
                  <a:srgbClr val="333399"/>
                </a:solidFill>
                <a:ea typeface="华文行楷" panose="02010800040101010101" pitchFamily="2" charset="-122"/>
              </a:rPr>
              <a:t>q</a:t>
            </a:r>
            <a:r>
              <a:rPr kumimoji="1" lang="en-US" altLang="zh-CN" sz="2000" i="1" baseline="-25000">
                <a:solidFill>
                  <a:srgbClr val="333399"/>
                </a:solidFill>
                <a:ea typeface="华文行楷" panose="02010800040101010101" pitchFamily="2" charset="-122"/>
              </a:rPr>
              <a:t>0 </a:t>
            </a:r>
            <a:r>
              <a:rPr kumimoji="1" lang="en-US" altLang="zh-CN" sz="2000" i="1">
                <a:solidFill>
                  <a:srgbClr val="333399"/>
                </a:solidFill>
                <a:ea typeface="华文行楷" panose="02010800040101010101" pitchFamily="2" charset="-122"/>
                <a:sym typeface="Symbol" pitchFamily="2" charset="2"/>
              </a:rPr>
              <a:t>, </a:t>
            </a:r>
            <a:r>
              <a:rPr kumimoji="1" lang="en-US" altLang="zh-CN" sz="2000" i="1">
                <a:solidFill>
                  <a:srgbClr val="333399"/>
                </a:solidFill>
                <a:latin typeface="Times New Roman" panose="02020603050405020304" pitchFamily="18" charset="0"/>
                <a:ea typeface="华文行楷" panose="02010800040101010101" pitchFamily="2" charset="-122"/>
                <a:sym typeface="Symbol" pitchFamily="2" charset="2"/>
              </a:rPr>
              <a:t></a:t>
            </a:r>
            <a:r>
              <a:rPr kumimoji="1" lang="en-US" altLang="zh-CN" sz="2000" i="1">
                <a:solidFill>
                  <a:srgbClr val="333399"/>
                </a:solidFill>
                <a:ea typeface="华文行楷" panose="02010800040101010101" pitchFamily="2" charset="-122"/>
                <a:sym typeface="Symbol" pitchFamily="2" charset="2"/>
              </a:rPr>
              <a:t>)</a:t>
            </a:r>
            <a:r>
              <a:rPr kumimoji="1" lang="en-US" altLang="zh-CN" sz="2000" i="1" baseline="-25000">
                <a:solidFill>
                  <a:srgbClr val="333399"/>
                </a:solidFill>
                <a:ea typeface="华文行楷" panose="02010800040101010101" pitchFamily="2" charset="-122"/>
              </a:rPr>
              <a:t>  </a:t>
            </a:r>
            <a:r>
              <a:rPr kumimoji="1" lang="en-US" altLang="zh-CN" sz="2000" i="1">
                <a:solidFill>
                  <a:srgbClr val="333399"/>
                </a:solidFill>
                <a:ea typeface="华文行楷" panose="02010800040101010101" pitchFamily="2" charset="-122"/>
                <a:sym typeface="Symbol" pitchFamily="2" charset="2"/>
              </a:rPr>
              <a:t>= </a:t>
            </a:r>
            <a:r>
              <a:rPr kumimoji="1" lang="en-US" altLang="zh-CN" sz="2000" i="1">
                <a:solidFill>
                  <a:srgbClr val="333399"/>
                </a:solidFill>
                <a:ea typeface="华文行楷" panose="02010800040101010101" pitchFamily="2" charset="-122"/>
              </a:rPr>
              <a:t>q</a:t>
            </a:r>
            <a:r>
              <a:rPr kumimoji="1" lang="en-US" altLang="zh-CN" sz="2000" i="1" baseline="-25000">
                <a:solidFill>
                  <a:srgbClr val="333399"/>
                </a:solidFill>
                <a:ea typeface="华文行楷" panose="02010800040101010101" pitchFamily="2" charset="-122"/>
              </a:rPr>
              <a:t>0 </a:t>
            </a:r>
            <a:endParaRPr kumimoji="1" lang="en-US" altLang="zh-CN" sz="2000" i="1">
              <a:solidFill>
                <a:srgbClr val="333399"/>
              </a:solidFill>
              <a:ea typeface="华文行楷" panose="02010800040101010101" pitchFamily="2" charset="-122"/>
              <a:sym typeface="Symbol" pitchFamily="2" charset="2"/>
            </a:endParaRPr>
          </a:p>
          <a:p>
            <a:pPr eaLnBrk="1" hangingPunct="1">
              <a:spcBef>
                <a:spcPct val="50000"/>
              </a:spcBef>
              <a:buClrTx/>
              <a:buSzTx/>
              <a:buFont typeface="Wingdings" pitchFamily="2" charset="2"/>
              <a:buNone/>
            </a:pPr>
            <a:r>
              <a:rPr kumimoji="1" lang="en-US" altLang="zh-CN" sz="2000" i="1">
                <a:solidFill>
                  <a:srgbClr val="333399"/>
                </a:solidFill>
                <a:ea typeface="华文行楷" panose="02010800040101010101" pitchFamily="2" charset="-122"/>
                <a:sym typeface="Symbol" pitchFamily="2" charset="2"/>
              </a:rPr>
              <a:t> (</a:t>
            </a:r>
            <a:r>
              <a:rPr kumimoji="1" lang="en-US" altLang="zh-CN" sz="2000" i="1">
                <a:solidFill>
                  <a:srgbClr val="333399"/>
                </a:solidFill>
                <a:ea typeface="华文行楷" panose="02010800040101010101" pitchFamily="2" charset="-122"/>
              </a:rPr>
              <a:t>q</a:t>
            </a:r>
            <a:r>
              <a:rPr kumimoji="1" lang="en-US" altLang="zh-CN" sz="2000" i="1" baseline="-25000">
                <a:solidFill>
                  <a:srgbClr val="333399"/>
                </a:solidFill>
                <a:ea typeface="华文行楷" panose="02010800040101010101" pitchFamily="2" charset="-122"/>
              </a:rPr>
              <a:t>0 </a:t>
            </a:r>
            <a:r>
              <a:rPr kumimoji="1" lang="en-US" altLang="zh-CN" sz="2000" i="1">
                <a:solidFill>
                  <a:srgbClr val="333399"/>
                </a:solidFill>
                <a:ea typeface="华文行楷" panose="02010800040101010101" pitchFamily="2" charset="-122"/>
                <a:sym typeface="Symbol" pitchFamily="2" charset="2"/>
              </a:rPr>
              <a:t>, 0)</a:t>
            </a:r>
            <a:r>
              <a:rPr kumimoji="1" lang="en-US" altLang="zh-CN" sz="2000" i="1" baseline="-25000">
                <a:solidFill>
                  <a:srgbClr val="333399"/>
                </a:solidFill>
                <a:ea typeface="华文行楷" panose="02010800040101010101" pitchFamily="2" charset="-122"/>
              </a:rPr>
              <a:t> </a:t>
            </a:r>
            <a:r>
              <a:rPr kumimoji="1" lang="en-US" altLang="zh-CN" sz="2000" i="1">
                <a:solidFill>
                  <a:srgbClr val="333399"/>
                </a:solidFill>
                <a:ea typeface="华文行楷" panose="02010800040101010101" pitchFamily="2" charset="-122"/>
                <a:sym typeface="Symbol" pitchFamily="2" charset="2"/>
              </a:rPr>
              <a:t>=  (</a:t>
            </a:r>
            <a:r>
              <a:rPr kumimoji="1" lang="en-US" altLang="zh-CN" sz="2000" i="1">
                <a:solidFill>
                  <a:srgbClr val="333399"/>
                </a:solidFill>
                <a:ea typeface="华文行楷" panose="02010800040101010101" pitchFamily="2" charset="-122"/>
              </a:rPr>
              <a:t>q</a:t>
            </a:r>
            <a:r>
              <a:rPr kumimoji="1" lang="en-US" altLang="zh-CN" sz="2000" i="1" baseline="-25000">
                <a:solidFill>
                  <a:srgbClr val="333399"/>
                </a:solidFill>
                <a:ea typeface="华文行楷" panose="02010800040101010101" pitchFamily="2" charset="-122"/>
              </a:rPr>
              <a:t>0 </a:t>
            </a:r>
            <a:r>
              <a:rPr kumimoji="1" lang="en-US" altLang="zh-CN" sz="2000" i="1">
                <a:solidFill>
                  <a:srgbClr val="333399"/>
                </a:solidFill>
                <a:ea typeface="华文行楷" panose="02010800040101010101" pitchFamily="2" charset="-122"/>
                <a:sym typeface="Symbol" pitchFamily="2" charset="2"/>
              </a:rPr>
              <a:t>, 0)</a:t>
            </a:r>
            <a:r>
              <a:rPr kumimoji="1" lang="en-US" altLang="zh-CN" sz="2000" i="1" baseline="-25000">
                <a:solidFill>
                  <a:srgbClr val="333399"/>
                </a:solidFill>
                <a:ea typeface="华文行楷" panose="02010800040101010101" pitchFamily="2" charset="-122"/>
              </a:rPr>
              <a:t> </a:t>
            </a:r>
            <a:r>
              <a:rPr kumimoji="1" lang="en-US" altLang="zh-CN" sz="2000" i="1">
                <a:solidFill>
                  <a:srgbClr val="333399"/>
                </a:solidFill>
                <a:ea typeface="华文行楷" panose="02010800040101010101" pitchFamily="2" charset="-122"/>
                <a:sym typeface="Symbol" pitchFamily="2" charset="2"/>
              </a:rPr>
              <a:t>= </a:t>
            </a:r>
            <a:r>
              <a:rPr kumimoji="1" lang="en-US" altLang="zh-CN" sz="2000" i="1">
                <a:solidFill>
                  <a:srgbClr val="333399"/>
                </a:solidFill>
                <a:ea typeface="华文行楷" panose="02010800040101010101" pitchFamily="2" charset="-122"/>
              </a:rPr>
              <a:t>q</a:t>
            </a:r>
            <a:r>
              <a:rPr kumimoji="1" lang="en-US" altLang="zh-CN" sz="2000" i="1" baseline="-25000">
                <a:solidFill>
                  <a:srgbClr val="333399"/>
                </a:solidFill>
                <a:ea typeface="华文行楷" panose="02010800040101010101" pitchFamily="2" charset="-122"/>
              </a:rPr>
              <a:t>2</a:t>
            </a:r>
          </a:p>
          <a:p>
            <a:pPr eaLnBrk="1" hangingPunct="1">
              <a:spcBef>
                <a:spcPct val="50000"/>
              </a:spcBef>
              <a:buClrTx/>
              <a:buSzTx/>
              <a:buFont typeface="Wingdings" pitchFamily="2" charset="2"/>
              <a:buNone/>
            </a:pPr>
            <a:r>
              <a:rPr kumimoji="1" lang="en-US" altLang="zh-CN" sz="2000" i="1">
                <a:solidFill>
                  <a:srgbClr val="333399"/>
                </a:solidFill>
                <a:ea typeface="华文行楷" panose="02010800040101010101" pitchFamily="2" charset="-122"/>
                <a:sym typeface="Symbol" pitchFamily="2" charset="2"/>
              </a:rPr>
              <a:t> (</a:t>
            </a:r>
            <a:r>
              <a:rPr kumimoji="1" lang="en-US" altLang="zh-CN" sz="2000" i="1">
                <a:solidFill>
                  <a:srgbClr val="333399"/>
                </a:solidFill>
                <a:ea typeface="华文行楷" panose="02010800040101010101" pitchFamily="2" charset="-122"/>
              </a:rPr>
              <a:t>q</a:t>
            </a:r>
            <a:r>
              <a:rPr kumimoji="1" lang="en-US" altLang="zh-CN" sz="2000" i="1" baseline="-25000">
                <a:solidFill>
                  <a:srgbClr val="333399"/>
                </a:solidFill>
                <a:ea typeface="华文行楷" panose="02010800040101010101" pitchFamily="2" charset="-122"/>
              </a:rPr>
              <a:t>0 </a:t>
            </a:r>
            <a:r>
              <a:rPr kumimoji="1" lang="en-US" altLang="zh-CN" sz="2000" i="1">
                <a:solidFill>
                  <a:srgbClr val="333399"/>
                </a:solidFill>
                <a:ea typeface="华文行楷" panose="02010800040101010101" pitchFamily="2" charset="-122"/>
                <a:sym typeface="Symbol" pitchFamily="2" charset="2"/>
              </a:rPr>
              <a:t>, 00)</a:t>
            </a:r>
            <a:r>
              <a:rPr kumimoji="1" lang="en-US" altLang="zh-CN" sz="2000" i="1" baseline="-25000">
                <a:solidFill>
                  <a:srgbClr val="333399"/>
                </a:solidFill>
                <a:ea typeface="华文行楷" panose="02010800040101010101" pitchFamily="2" charset="-122"/>
              </a:rPr>
              <a:t> </a:t>
            </a:r>
            <a:r>
              <a:rPr kumimoji="1" lang="en-US" altLang="zh-CN" sz="2000" i="1">
                <a:solidFill>
                  <a:srgbClr val="333399"/>
                </a:solidFill>
                <a:ea typeface="华文行楷" panose="02010800040101010101" pitchFamily="2" charset="-122"/>
                <a:sym typeface="Symbol" pitchFamily="2" charset="2"/>
              </a:rPr>
              <a:t>= (</a:t>
            </a:r>
            <a:r>
              <a:rPr kumimoji="1" lang="en-US" altLang="zh-CN" sz="2000" i="1">
                <a:solidFill>
                  <a:srgbClr val="333399"/>
                </a:solidFill>
                <a:ea typeface="华文行楷" panose="02010800040101010101" pitchFamily="2" charset="-122"/>
              </a:rPr>
              <a:t>q</a:t>
            </a:r>
            <a:r>
              <a:rPr kumimoji="1" lang="en-US" altLang="zh-CN" sz="2000" i="1" baseline="-25000">
                <a:solidFill>
                  <a:srgbClr val="333399"/>
                </a:solidFill>
                <a:ea typeface="华文行楷" panose="02010800040101010101" pitchFamily="2" charset="-122"/>
              </a:rPr>
              <a:t>2 </a:t>
            </a:r>
            <a:r>
              <a:rPr kumimoji="1" lang="en-US" altLang="zh-CN" sz="2000" i="1">
                <a:solidFill>
                  <a:srgbClr val="333399"/>
                </a:solidFill>
                <a:ea typeface="华文行楷" panose="02010800040101010101" pitchFamily="2" charset="-122"/>
                <a:sym typeface="Symbol" pitchFamily="2" charset="2"/>
              </a:rPr>
              <a:t>, 0)</a:t>
            </a:r>
            <a:r>
              <a:rPr kumimoji="1" lang="en-US" altLang="zh-CN" sz="2000" i="1" baseline="-25000">
                <a:solidFill>
                  <a:srgbClr val="333399"/>
                </a:solidFill>
                <a:ea typeface="华文行楷" panose="02010800040101010101" pitchFamily="2" charset="-122"/>
              </a:rPr>
              <a:t> </a:t>
            </a:r>
            <a:r>
              <a:rPr kumimoji="1" lang="en-US" altLang="zh-CN" sz="2000" i="1">
                <a:solidFill>
                  <a:srgbClr val="333399"/>
                </a:solidFill>
                <a:ea typeface="华文行楷" panose="02010800040101010101" pitchFamily="2" charset="-122"/>
                <a:sym typeface="Symbol" pitchFamily="2" charset="2"/>
              </a:rPr>
              <a:t>= </a:t>
            </a:r>
            <a:r>
              <a:rPr kumimoji="1" lang="en-US" altLang="zh-CN" sz="2000" i="1">
                <a:solidFill>
                  <a:srgbClr val="333399"/>
                </a:solidFill>
                <a:ea typeface="华文行楷" panose="02010800040101010101" pitchFamily="2" charset="-122"/>
              </a:rPr>
              <a:t>q</a:t>
            </a:r>
            <a:r>
              <a:rPr kumimoji="1" lang="en-US" altLang="zh-CN" sz="2000" i="1" baseline="-25000">
                <a:solidFill>
                  <a:srgbClr val="333399"/>
                </a:solidFill>
                <a:ea typeface="华文行楷" panose="02010800040101010101" pitchFamily="2" charset="-122"/>
              </a:rPr>
              <a:t>0</a:t>
            </a:r>
          </a:p>
          <a:p>
            <a:pPr eaLnBrk="1" hangingPunct="1">
              <a:spcBef>
                <a:spcPct val="50000"/>
              </a:spcBef>
              <a:buClrTx/>
              <a:buSzTx/>
              <a:buFont typeface="Wingdings" pitchFamily="2" charset="2"/>
              <a:buNone/>
            </a:pPr>
            <a:r>
              <a:rPr kumimoji="1" lang="en-US" altLang="zh-CN" sz="2000" i="1">
                <a:solidFill>
                  <a:srgbClr val="333399"/>
                </a:solidFill>
                <a:ea typeface="华文行楷" panose="02010800040101010101" pitchFamily="2" charset="-122"/>
                <a:sym typeface="Symbol" pitchFamily="2" charset="2"/>
              </a:rPr>
              <a:t> (</a:t>
            </a:r>
            <a:r>
              <a:rPr kumimoji="1" lang="en-US" altLang="zh-CN" sz="2000" i="1">
                <a:solidFill>
                  <a:srgbClr val="333399"/>
                </a:solidFill>
                <a:ea typeface="华文行楷" panose="02010800040101010101" pitchFamily="2" charset="-122"/>
              </a:rPr>
              <a:t>q</a:t>
            </a:r>
            <a:r>
              <a:rPr kumimoji="1" lang="en-US" altLang="zh-CN" sz="2000" i="1" baseline="-25000">
                <a:solidFill>
                  <a:srgbClr val="333399"/>
                </a:solidFill>
                <a:ea typeface="华文行楷" panose="02010800040101010101" pitchFamily="2" charset="-122"/>
              </a:rPr>
              <a:t>0 </a:t>
            </a:r>
            <a:r>
              <a:rPr kumimoji="1" lang="en-US" altLang="zh-CN" sz="2000" i="1">
                <a:solidFill>
                  <a:srgbClr val="333399"/>
                </a:solidFill>
                <a:ea typeface="华文行楷" panose="02010800040101010101" pitchFamily="2" charset="-122"/>
                <a:sym typeface="Symbol" pitchFamily="2" charset="2"/>
              </a:rPr>
              <a:t>, 001)</a:t>
            </a:r>
            <a:r>
              <a:rPr kumimoji="1" lang="en-US" altLang="zh-CN" sz="2000" i="1" baseline="-25000">
                <a:solidFill>
                  <a:srgbClr val="333399"/>
                </a:solidFill>
                <a:ea typeface="华文行楷" panose="02010800040101010101" pitchFamily="2" charset="-122"/>
              </a:rPr>
              <a:t> </a:t>
            </a:r>
            <a:r>
              <a:rPr kumimoji="1" lang="en-US" altLang="zh-CN" sz="2000" i="1">
                <a:solidFill>
                  <a:srgbClr val="333399"/>
                </a:solidFill>
                <a:ea typeface="华文行楷" panose="02010800040101010101" pitchFamily="2" charset="-122"/>
                <a:sym typeface="Symbol" pitchFamily="2" charset="2"/>
              </a:rPr>
              <a:t>=  (</a:t>
            </a:r>
            <a:r>
              <a:rPr kumimoji="1" lang="en-US" altLang="zh-CN" sz="2000" i="1">
                <a:solidFill>
                  <a:srgbClr val="333399"/>
                </a:solidFill>
                <a:ea typeface="华文行楷" panose="02010800040101010101" pitchFamily="2" charset="-122"/>
              </a:rPr>
              <a:t>q</a:t>
            </a:r>
            <a:r>
              <a:rPr kumimoji="1" lang="en-US" altLang="zh-CN" sz="2000" i="1" baseline="-25000">
                <a:solidFill>
                  <a:srgbClr val="333399"/>
                </a:solidFill>
                <a:ea typeface="华文行楷" panose="02010800040101010101" pitchFamily="2" charset="-122"/>
              </a:rPr>
              <a:t>0 </a:t>
            </a:r>
            <a:r>
              <a:rPr kumimoji="1" lang="en-US" altLang="zh-CN" sz="2000" i="1">
                <a:solidFill>
                  <a:srgbClr val="333399"/>
                </a:solidFill>
                <a:ea typeface="华文行楷" panose="02010800040101010101" pitchFamily="2" charset="-122"/>
                <a:sym typeface="Symbol" pitchFamily="2" charset="2"/>
              </a:rPr>
              <a:t>, 1)</a:t>
            </a:r>
            <a:r>
              <a:rPr kumimoji="1" lang="en-US" altLang="zh-CN" sz="2000" i="1" baseline="-25000">
                <a:solidFill>
                  <a:srgbClr val="333399"/>
                </a:solidFill>
                <a:ea typeface="华文行楷" panose="02010800040101010101" pitchFamily="2" charset="-122"/>
              </a:rPr>
              <a:t> </a:t>
            </a:r>
            <a:r>
              <a:rPr kumimoji="1" lang="en-US" altLang="zh-CN" sz="2000" i="1">
                <a:solidFill>
                  <a:srgbClr val="333399"/>
                </a:solidFill>
                <a:ea typeface="华文行楷" panose="02010800040101010101" pitchFamily="2" charset="-122"/>
                <a:sym typeface="Symbol" pitchFamily="2" charset="2"/>
              </a:rPr>
              <a:t>= </a:t>
            </a:r>
            <a:r>
              <a:rPr kumimoji="1" lang="en-US" altLang="zh-CN" sz="2000" i="1">
                <a:solidFill>
                  <a:srgbClr val="333399"/>
                </a:solidFill>
                <a:ea typeface="华文行楷" panose="02010800040101010101" pitchFamily="2" charset="-122"/>
              </a:rPr>
              <a:t>q</a:t>
            </a:r>
            <a:r>
              <a:rPr kumimoji="1" lang="en-US" altLang="zh-CN" sz="2000" i="1" baseline="-25000">
                <a:solidFill>
                  <a:srgbClr val="333399"/>
                </a:solidFill>
                <a:ea typeface="华文行楷" panose="02010800040101010101" pitchFamily="2" charset="-122"/>
              </a:rPr>
              <a:t>1</a:t>
            </a:r>
          </a:p>
          <a:p>
            <a:pPr eaLnBrk="1" hangingPunct="1">
              <a:spcBef>
                <a:spcPct val="50000"/>
              </a:spcBef>
              <a:buClrTx/>
              <a:buSzTx/>
              <a:buFont typeface="Wingdings" pitchFamily="2" charset="2"/>
              <a:buNone/>
            </a:pPr>
            <a:r>
              <a:rPr kumimoji="1" lang="en-US" altLang="zh-CN" sz="2000" i="1">
                <a:solidFill>
                  <a:srgbClr val="333399"/>
                </a:solidFill>
                <a:ea typeface="华文行楷" panose="02010800040101010101" pitchFamily="2" charset="-122"/>
                <a:sym typeface="Symbol" pitchFamily="2" charset="2"/>
              </a:rPr>
              <a:t> (</a:t>
            </a:r>
            <a:r>
              <a:rPr kumimoji="1" lang="en-US" altLang="zh-CN" sz="2000" i="1">
                <a:solidFill>
                  <a:srgbClr val="333399"/>
                </a:solidFill>
                <a:ea typeface="华文行楷" panose="02010800040101010101" pitchFamily="2" charset="-122"/>
              </a:rPr>
              <a:t>q</a:t>
            </a:r>
            <a:r>
              <a:rPr kumimoji="1" lang="en-US" altLang="zh-CN" sz="2000" i="1" baseline="-25000">
                <a:solidFill>
                  <a:srgbClr val="333399"/>
                </a:solidFill>
                <a:ea typeface="华文行楷" panose="02010800040101010101" pitchFamily="2" charset="-122"/>
              </a:rPr>
              <a:t>0 </a:t>
            </a:r>
            <a:r>
              <a:rPr kumimoji="1" lang="en-US" altLang="zh-CN" sz="2000" i="1">
                <a:solidFill>
                  <a:srgbClr val="333399"/>
                </a:solidFill>
                <a:ea typeface="华文行楷" panose="02010800040101010101" pitchFamily="2" charset="-122"/>
                <a:sym typeface="Symbol" pitchFamily="2" charset="2"/>
              </a:rPr>
              <a:t>, 0010)</a:t>
            </a:r>
            <a:r>
              <a:rPr kumimoji="1" lang="en-US" altLang="zh-CN" sz="2000" i="1" baseline="-25000">
                <a:solidFill>
                  <a:srgbClr val="333399"/>
                </a:solidFill>
                <a:ea typeface="华文行楷" panose="02010800040101010101" pitchFamily="2" charset="-122"/>
              </a:rPr>
              <a:t> </a:t>
            </a:r>
            <a:r>
              <a:rPr kumimoji="1" lang="en-US" altLang="zh-CN" sz="2000" i="1">
                <a:solidFill>
                  <a:srgbClr val="333399"/>
                </a:solidFill>
                <a:ea typeface="华文行楷" panose="02010800040101010101" pitchFamily="2" charset="-122"/>
                <a:sym typeface="Symbol" pitchFamily="2" charset="2"/>
              </a:rPr>
              <a:t>=  (</a:t>
            </a:r>
            <a:r>
              <a:rPr kumimoji="1" lang="en-US" altLang="zh-CN" sz="2000" i="1">
                <a:solidFill>
                  <a:srgbClr val="333399"/>
                </a:solidFill>
                <a:ea typeface="华文行楷" panose="02010800040101010101" pitchFamily="2" charset="-122"/>
              </a:rPr>
              <a:t>q</a:t>
            </a:r>
            <a:r>
              <a:rPr kumimoji="1" lang="en-US" altLang="zh-CN" sz="2000" i="1" baseline="-25000">
                <a:solidFill>
                  <a:srgbClr val="333399"/>
                </a:solidFill>
                <a:ea typeface="华文行楷" panose="02010800040101010101" pitchFamily="2" charset="-122"/>
              </a:rPr>
              <a:t>1 </a:t>
            </a:r>
            <a:r>
              <a:rPr kumimoji="1" lang="en-US" altLang="zh-CN" sz="2000" i="1">
                <a:solidFill>
                  <a:srgbClr val="333399"/>
                </a:solidFill>
                <a:ea typeface="华文行楷" panose="02010800040101010101" pitchFamily="2" charset="-122"/>
                <a:sym typeface="Symbol" pitchFamily="2" charset="2"/>
              </a:rPr>
              <a:t>, 0)</a:t>
            </a:r>
            <a:r>
              <a:rPr kumimoji="1" lang="en-US" altLang="zh-CN" sz="2000" i="1" baseline="-25000">
                <a:solidFill>
                  <a:srgbClr val="333399"/>
                </a:solidFill>
                <a:ea typeface="华文行楷" panose="02010800040101010101" pitchFamily="2" charset="-122"/>
              </a:rPr>
              <a:t> </a:t>
            </a:r>
            <a:r>
              <a:rPr kumimoji="1" lang="en-US" altLang="zh-CN" sz="2000" i="1">
                <a:solidFill>
                  <a:srgbClr val="333399"/>
                </a:solidFill>
                <a:ea typeface="华文行楷" panose="02010800040101010101" pitchFamily="2" charset="-122"/>
                <a:sym typeface="Symbol" pitchFamily="2" charset="2"/>
              </a:rPr>
              <a:t>= </a:t>
            </a:r>
            <a:r>
              <a:rPr kumimoji="1" lang="en-US" altLang="zh-CN" sz="2000" i="1">
                <a:solidFill>
                  <a:srgbClr val="333399"/>
                </a:solidFill>
                <a:ea typeface="华文行楷" panose="02010800040101010101" pitchFamily="2" charset="-122"/>
              </a:rPr>
              <a:t>q</a:t>
            </a:r>
            <a:r>
              <a:rPr kumimoji="1" lang="en-US" altLang="zh-CN" sz="2000" i="1" baseline="-25000">
                <a:solidFill>
                  <a:srgbClr val="333399"/>
                </a:solidFill>
                <a:ea typeface="华文行楷" panose="02010800040101010101" pitchFamily="2" charset="-122"/>
              </a:rPr>
              <a:t>3</a:t>
            </a:r>
          </a:p>
        </p:txBody>
      </p:sp>
      <p:sp>
        <p:nvSpPr>
          <p:cNvPr id="813066" name="Line 10">
            <a:extLst>
              <a:ext uri="{FF2B5EF4-FFF2-40B4-BE49-F238E27FC236}">
                <a16:creationId xmlns:a16="http://schemas.microsoft.com/office/drawing/2014/main" id="{799459BF-DDD9-0FFB-6382-568353A0212F}"/>
              </a:ext>
            </a:extLst>
          </p:cNvPr>
          <p:cNvSpPr>
            <a:spLocks noChangeShapeType="1"/>
          </p:cNvSpPr>
          <p:nvPr/>
        </p:nvSpPr>
        <p:spPr bwMode="auto">
          <a:xfrm>
            <a:off x="2771775" y="4292600"/>
            <a:ext cx="0" cy="792163"/>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74" name="Rectangle 11">
            <a:extLst>
              <a:ext uri="{FF2B5EF4-FFF2-40B4-BE49-F238E27FC236}">
                <a16:creationId xmlns:a16="http://schemas.microsoft.com/office/drawing/2014/main" id="{A54E4AFA-2CE4-6E33-92F0-60DFB7B3C75A}"/>
              </a:ext>
            </a:extLst>
          </p:cNvPr>
          <p:cNvSpPr>
            <a:spLocks noChangeArrowheads="1"/>
          </p:cNvSpPr>
          <p:nvPr/>
        </p:nvSpPr>
        <p:spPr bwMode="auto">
          <a:xfrm>
            <a:off x="179388" y="2060575"/>
            <a:ext cx="4464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zh-CN" altLang="en-US" sz="2000">
                <a:ea typeface="黑体" panose="02010609060101010101" pitchFamily="49" charset="-122"/>
              </a:rPr>
              <a:t>输入（字符串）</a:t>
            </a:r>
            <a:r>
              <a:rPr lang="zh-CN" altLang="en-US" sz="2000">
                <a:ea typeface="宋体" panose="02010600030101010101" pitchFamily="2" charset="-122"/>
              </a:rPr>
              <a:t>：     </a:t>
            </a:r>
            <a:r>
              <a:rPr lang="en-US" altLang="zh-CN" sz="2000">
                <a:ea typeface="宋体" panose="02010600030101010101" pitchFamily="2" charset="-122"/>
              </a:rPr>
              <a:t>0   0   1   0</a:t>
            </a:r>
          </a:p>
        </p:txBody>
      </p:sp>
      <p:sp>
        <p:nvSpPr>
          <p:cNvPr id="813068" name="AutoShape 12">
            <a:extLst>
              <a:ext uri="{FF2B5EF4-FFF2-40B4-BE49-F238E27FC236}">
                <a16:creationId xmlns:a16="http://schemas.microsoft.com/office/drawing/2014/main" id="{E0483F91-6D7B-DDC4-24A3-AE284E653856}"/>
              </a:ext>
            </a:extLst>
          </p:cNvPr>
          <p:cNvSpPr>
            <a:spLocks noChangeArrowheads="1"/>
          </p:cNvSpPr>
          <p:nvPr/>
        </p:nvSpPr>
        <p:spPr bwMode="auto">
          <a:xfrm rot="-5400000">
            <a:off x="2700338" y="2741612"/>
            <a:ext cx="719138" cy="144463"/>
          </a:xfrm>
          <a:prstGeom prst="rightArrow">
            <a:avLst>
              <a:gd name="adj1" fmla="val 0"/>
              <a:gd name="adj2" fmla="val 131157"/>
            </a:avLst>
          </a:prstGeom>
          <a:solidFill>
            <a:schemeClr val="accent1"/>
          </a:solidFill>
          <a:ln w="9525" algn="ctr">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13069" name="Rectangle 13">
            <a:extLst>
              <a:ext uri="{FF2B5EF4-FFF2-40B4-BE49-F238E27FC236}">
                <a16:creationId xmlns:a16="http://schemas.microsoft.com/office/drawing/2014/main" id="{55796A37-853B-AEAA-450F-EA0E64CC776C}"/>
              </a:ext>
            </a:extLst>
          </p:cNvPr>
          <p:cNvSpPr>
            <a:spLocks noChangeArrowheads="1"/>
          </p:cNvSpPr>
          <p:nvPr/>
        </p:nvSpPr>
        <p:spPr bwMode="auto">
          <a:xfrm>
            <a:off x="2747963" y="450850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ea typeface="宋体" panose="02010600030101010101" pitchFamily="2" charset="-122"/>
              </a:rPr>
              <a:t>0</a:t>
            </a:r>
          </a:p>
        </p:txBody>
      </p:sp>
      <p:sp>
        <p:nvSpPr>
          <p:cNvPr id="813070" name="Line 14">
            <a:extLst>
              <a:ext uri="{FF2B5EF4-FFF2-40B4-BE49-F238E27FC236}">
                <a16:creationId xmlns:a16="http://schemas.microsoft.com/office/drawing/2014/main" id="{A0807DFB-1B28-80D5-62C9-8E2713ED50F6}"/>
              </a:ext>
            </a:extLst>
          </p:cNvPr>
          <p:cNvSpPr>
            <a:spLocks noChangeShapeType="1"/>
          </p:cNvSpPr>
          <p:nvPr/>
        </p:nvSpPr>
        <p:spPr bwMode="auto">
          <a:xfrm flipV="1">
            <a:off x="1763713" y="4437063"/>
            <a:ext cx="0" cy="79216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3071" name="Rectangle 15">
            <a:extLst>
              <a:ext uri="{FF2B5EF4-FFF2-40B4-BE49-F238E27FC236}">
                <a16:creationId xmlns:a16="http://schemas.microsoft.com/office/drawing/2014/main" id="{9B3C2CEB-2F7F-6F50-3FC3-8D516F219019}"/>
              </a:ext>
            </a:extLst>
          </p:cNvPr>
          <p:cNvSpPr>
            <a:spLocks noChangeArrowheads="1"/>
          </p:cNvSpPr>
          <p:nvPr/>
        </p:nvSpPr>
        <p:spPr bwMode="auto">
          <a:xfrm>
            <a:off x="1476375" y="465296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ea typeface="宋体" panose="02010600030101010101" pitchFamily="2" charset="-122"/>
              </a:rPr>
              <a:t>0</a:t>
            </a:r>
          </a:p>
        </p:txBody>
      </p:sp>
      <p:sp>
        <p:nvSpPr>
          <p:cNvPr id="813072" name="AutoShape 16">
            <a:extLst>
              <a:ext uri="{FF2B5EF4-FFF2-40B4-BE49-F238E27FC236}">
                <a16:creationId xmlns:a16="http://schemas.microsoft.com/office/drawing/2014/main" id="{3BAA6E97-094A-6E95-AD12-1B52CF1EE07E}"/>
              </a:ext>
            </a:extLst>
          </p:cNvPr>
          <p:cNvSpPr>
            <a:spLocks noChangeArrowheads="1"/>
          </p:cNvSpPr>
          <p:nvPr/>
        </p:nvSpPr>
        <p:spPr bwMode="auto">
          <a:xfrm rot="2597598">
            <a:off x="1706563" y="3500438"/>
            <a:ext cx="471487" cy="215900"/>
          </a:xfrm>
          <a:prstGeom prst="rightArrow">
            <a:avLst>
              <a:gd name="adj1" fmla="val 0"/>
              <a:gd name="adj2" fmla="val 57538"/>
            </a:avLst>
          </a:prstGeom>
          <a:solidFill>
            <a:schemeClr val="accent1"/>
          </a:solidFill>
          <a:ln w="9525" algn="ctr">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13073" name="AutoShape 17">
            <a:extLst>
              <a:ext uri="{FF2B5EF4-FFF2-40B4-BE49-F238E27FC236}">
                <a16:creationId xmlns:a16="http://schemas.microsoft.com/office/drawing/2014/main" id="{0DD2B85C-10A1-8947-DEF5-B338B59EEFA3}"/>
              </a:ext>
            </a:extLst>
          </p:cNvPr>
          <p:cNvSpPr>
            <a:spLocks noChangeArrowheads="1"/>
          </p:cNvSpPr>
          <p:nvPr/>
        </p:nvSpPr>
        <p:spPr bwMode="auto">
          <a:xfrm rot="-5400000">
            <a:off x="2008981" y="6012657"/>
            <a:ext cx="471487" cy="215900"/>
          </a:xfrm>
          <a:prstGeom prst="rightArrow">
            <a:avLst>
              <a:gd name="adj1" fmla="val 0"/>
              <a:gd name="adj2" fmla="val 57538"/>
            </a:avLst>
          </a:prstGeom>
          <a:solidFill>
            <a:schemeClr val="accent1"/>
          </a:solidFill>
          <a:ln w="9525" algn="ctr">
            <a:solidFill>
              <a:schemeClr val="tx1"/>
            </a:solidFill>
            <a:miter lim="800000"/>
            <a:headEnd/>
            <a:tailEnd/>
          </a:ln>
        </p:spPr>
        <p:txBody>
          <a:bodyPr vert="eaVert"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 </a:t>
            </a:r>
          </a:p>
        </p:txBody>
      </p:sp>
      <p:sp>
        <p:nvSpPr>
          <p:cNvPr id="813074" name="Line 18">
            <a:extLst>
              <a:ext uri="{FF2B5EF4-FFF2-40B4-BE49-F238E27FC236}">
                <a16:creationId xmlns:a16="http://schemas.microsoft.com/office/drawing/2014/main" id="{7662775D-DA80-EEFC-F1C2-2826F6CD90C0}"/>
              </a:ext>
            </a:extLst>
          </p:cNvPr>
          <p:cNvSpPr>
            <a:spLocks noChangeShapeType="1"/>
          </p:cNvSpPr>
          <p:nvPr/>
        </p:nvSpPr>
        <p:spPr bwMode="auto">
          <a:xfrm flipV="1">
            <a:off x="2916238" y="3573463"/>
            <a:ext cx="720725"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3075" name="Rectangle 19">
            <a:extLst>
              <a:ext uri="{FF2B5EF4-FFF2-40B4-BE49-F238E27FC236}">
                <a16:creationId xmlns:a16="http://schemas.microsoft.com/office/drawing/2014/main" id="{6FDA0A58-7501-ACE6-6B97-957DE85CC031}"/>
              </a:ext>
            </a:extLst>
          </p:cNvPr>
          <p:cNvSpPr>
            <a:spLocks noChangeArrowheads="1"/>
          </p:cNvSpPr>
          <p:nvPr/>
        </p:nvSpPr>
        <p:spPr bwMode="auto">
          <a:xfrm>
            <a:off x="3132138" y="32845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ea typeface="宋体" panose="02010600030101010101" pitchFamily="2" charset="-122"/>
              </a:rPr>
              <a:t>1</a:t>
            </a:r>
          </a:p>
        </p:txBody>
      </p:sp>
      <p:sp>
        <p:nvSpPr>
          <p:cNvPr id="813076" name="AutoShape 20">
            <a:extLst>
              <a:ext uri="{FF2B5EF4-FFF2-40B4-BE49-F238E27FC236}">
                <a16:creationId xmlns:a16="http://schemas.microsoft.com/office/drawing/2014/main" id="{31875265-8568-45D9-4477-BF2F63D45A82}"/>
              </a:ext>
            </a:extLst>
          </p:cNvPr>
          <p:cNvSpPr>
            <a:spLocks noChangeArrowheads="1"/>
          </p:cNvSpPr>
          <p:nvPr/>
        </p:nvSpPr>
        <p:spPr bwMode="auto">
          <a:xfrm rot="7792075">
            <a:off x="4156869" y="3485357"/>
            <a:ext cx="471487" cy="215900"/>
          </a:xfrm>
          <a:prstGeom prst="rightArrow">
            <a:avLst>
              <a:gd name="adj1" fmla="val 0"/>
              <a:gd name="adj2" fmla="val 57538"/>
            </a:avLst>
          </a:prstGeom>
          <a:solidFill>
            <a:schemeClr val="accent1"/>
          </a:solidFill>
          <a:ln w="9525" algn="ctr">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13077" name="AutoShape 21">
            <a:extLst>
              <a:ext uri="{FF2B5EF4-FFF2-40B4-BE49-F238E27FC236}">
                <a16:creationId xmlns:a16="http://schemas.microsoft.com/office/drawing/2014/main" id="{2489B188-232E-4612-BA01-9E441378C0EA}"/>
              </a:ext>
            </a:extLst>
          </p:cNvPr>
          <p:cNvSpPr>
            <a:spLocks noChangeArrowheads="1"/>
          </p:cNvSpPr>
          <p:nvPr/>
        </p:nvSpPr>
        <p:spPr bwMode="auto">
          <a:xfrm rot="-8305675">
            <a:off x="4211638" y="5876925"/>
            <a:ext cx="471487" cy="215900"/>
          </a:xfrm>
          <a:prstGeom prst="rightArrow">
            <a:avLst>
              <a:gd name="adj1" fmla="val 0"/>
              <a:gd name="adj2" fmla="val 57538"/>
            </a:avLst>
          </a:prstGeom>
          <a:solidFill>
            <a:schemeClr val="accent1"/>
          </a:solidFill>
          <a:ln w="9525" algn="ctr">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13078" name="Line 22">
            <a:extLst>
              <a:ext uri="{FF2B5EF4-FFF2-40B4-BE49-F238E27FC236}">
                <a16:creationId xmlns:a16="http://schemas.microsoft.com/office/drawing/2014/main" id="{BDB048B6-4539-62E1-7218-CDB73404AEE4}"/>
              </a:ext>
            </a:extLst>
          </p:cNvPr>
          <p:cNvSpPr>
            <a:spLocks noChangeShapeType="1"/>
          </p:cNvSpPr>
          <p:nvPr/>
        </p:nvSpPr>
        <p:spPr bwMode="auto">
          <a:xfrm>
            <a:off x="4500563" y="4438650"/>
            <a:ext cx="0" cy="719138"/>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3079" name="Rectangle 23">
            <a:extLst>
              <a:ext uri="{FF2B5EF4-FFF2-40B4-BE49-F238E27FC236}">
                <a16:creationId xmlns:a16="http://schemas.microsoft.com/office/drawing/2014/main" id="{A30F8D18-463B-F2E9-1D51-29B2ADD24E92}"/>
              </a:ext>
            </a:extLst>
          </p:cNvPr>
          <p:cNvSpPr>
            <a:spLocks noChangeArrowheads="1"/>
          </p:cNvSpPr>
          <p:nvPr/>
        </p:nvSpPr>
        <p:spPr bwMode="auto">
          <a:xfrm>
            <a:off x="4572000" y="465296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ea typeface="宋体" panose="02010600030101010101" pitchFamily="2" charset="-122"/>
              </a:rPr>
              <a:t>0</a:t>
            </a:r>
          </a:p>
        </p:txBody>
      </p:sp>
      <p:sp>
        <p:nvSpPr>
          <p:cNvPr id="813080" name="Rectangle 24">
            <a:extLst>
              <a:ext uri="{FF2B5EF4-FFF2-40B4-BE49-F238E27FC236}">
                <a16:creationId xmlns:a16="http://schemas.microsoft.com/office/drawing/2014/main" id="{44B85D7F-B072-C5E8-FD0D-0BBCEEC380E5}"/>
              </a:ext>
            </a:extLst>
          </p:cNvPr>
          <p:cNvSpPr>
            <a:spLocks noChangeArrowheads="1"/>
          </p:cNvSpPr>
          <p:nvPr/>
        </p:nvSpPr>
        <p:spPr bwMode="auto">
          <a:xfrm>
            <a:off x="468313" y="3284538"/>
            <a:ext cx="4392612" cy="3095625"/>
          </a:xfrm>
          <a:prstGeom prst="rect">
            <a:avLst/>
          </a:prstGeom>
          <a:solidFill>
            <a:schemeClr val="accent1"/>
          </a:solidFill>
          <a:ln w="9525" algn="ctr">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zh-CN" altLang="en-US" sz="4000" b="0">
                <a:solidFill>
                  <a:schemeClr val="tx1"/>
                </a:solidFill>
                <a:ea typeface="宋体" panose="02010600030101010101" pitchFamily="2" charset="-122"/>
              </a:rPr>
              <a:t>控制器</a:t>
            </a:r>
          </a:p>
        </p:txBody>
      </p:sp>
      <p:sp>
        <p:nvSpPr>
          <p:cNvPr id="813081" name="AutoShape 25">
            <a:extLst>
              <a:ext uri="{FF2B5EF4-FFF2-40B4-BE49-F238E27FC236}">
                <a16:creationId xmlns:a16="http://schemas.microsoft.com/office/drawing/2014/main" id="{E89889D2-31C3-F4D8-7D02-F4BB5466C3A7}"/>
              </a:ext>
            </a:extLst>
          </p:cNvPr>
          <p:cNvSpPr>
            <a:spLocks noChangeArrowheads="1"/>
          </p:cNvSpPr>
          <p:nvPr/>
        </p:nvSpPr>
        <p:spPr bwMode="auto">
          <a:xfrm rot="-5400000">
            <a:off x="3060700" y="2779713"/>
            <a:ext cx="719138" cy="144462"/>
          </a:xfrm>
          <a:prstGeom prst="rightArrow">
            <a:avLst>
              <a:gd name="adj1" fmla="val 0"/>
              <a:gd name="adj2" fmla="val 131158"/>
            </a:avLst>
          </a:prstGeom>
          <a:solidFill>
            <a:schemeClr val="accent1"/>
          </a:solidFill>
          <a:ln w="9525" algn="ctr">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13082" name="AutoShape 26">
            <a:extLst>
              <a:ext uri="{FF2B5EF4-FFF2-40B4-BE49-F238E27FC236}">
                <a16:creationId xmlns:a16="http://schemas.microsoft.com/office/drawing/2014/main" id="{ADB85649-4C82-232C-B318-EB08C738F6FC}"/>
              </a:ext>
            </a:extLst>
          </p:cNvPr>
          <p:cNvSpPr>
            <a:spLocks noChangeArrowheads="1"/>
          </p:cNvSpPr>
          <p:nvPr/>
        </p:nvSpPr>
        <p:spPr bwMode="auto">
          <a:xfrm rot="-5400000">
            <a:off x="3421063" y="2779712"/>
            <a:ext cx="719138" cy="144463"/>
          </a:xfrm>
          <a:prstGeom prst="rightArrow">
            <a:avLst>
              <a:gd name="adj1" fmla="val 0"/>
              <a:gd name="adj2" fmla="val 131157"/>
            </a:avLst>
          </a:prstGeom>
          <a:solidFill>
            <a:schemeClr val="accent1"/>
          </a:solidFill>
          <a:ln w="9525" algn="ctr">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58390" name="灯片编号占位符 26">
            <a:extLst>
              <a:ext uri="{FF2B5EF4-FFF2-40B4-BE49-F238E27FC236}">
                <a16:creationId xmlns:a16="http://schemas.microsoft.com/office/drawing/2014/main" id="{DB5E8384-71DB-46F9-92E0-DA0204DFF10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2E4EA433-FE12-D444-AD9A-E6D12F7ACD98}"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47</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nodeType="clickEffect">
                                  <p:stCondLst>
                                    <p:cond delay="0"/>
                                  </p:stCondLst>
                                  <p:childTnLst>
                                    <p:animEffect transition="out" filter="dissolve">
                                      <p:cBhvr>
                                        <p:cTn id="6" dur="500"/>
                                        <p:tgtEl>
                                          <p:spTgt spid="813080"/>
                                        </p:tgtEl>
                                      </p:cBhvr>
                                    </p:animEffect>
                                    <p:set>
                                      <p:cBhvr>
                                        <p:cTn id="7" dur="1" fill="hold">
                                          <p:stCondLst>
                                            <p:cond delay="499"/>
                                          </p:stCondLst>
                                        </p:cTn>
                                        <p:tgtEl>
                                          <p:spTgt spid="813080"/>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813072"/>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813066"/>
                                        </p:tgtEl>
                                        <p:attrNameLst>
                                          <p:attrName>style.visibility</p:attrName>
                                        </p:attrNameLst>
                                      </p:cBhvr>
                                      <p:to>
                                        <p:strVal val="visible"/>
                                      </p:to>
                                    </p:set>
                                    <p:animEffect transition="in" filter="wipe(up)">
                                      <p:cBhvr>
                                        <p:cTn id="16" dur="500"/>
                                        <p:tgtEl>
                                          <p:spTgt spid="813066"/>
                                        </p:tgtEl>
                                      </p:cBhvr>
                                    </p:animEffect>
                                  </p:childTnLst>
                                </p:cTn>
                              </p:par>
                              <p:par>
                                <p:cTn id="17" presetID="22" presetClass="entr" presetSubtype="1" fill="hold" nodeType="withEffect">
                                  <p:stCondLst>
                                    <p:cond delay="0"/>
                                  </p:stCondLst>
                                  <p:childTnLst>
                                    <p:set>
                                      <p:cBhvr>
                                        <p:cTn id="18" dur="1" fill="hold">
                                          <p:stCondLst>
                                            <p:cond delay="0"/>
                                          </p:stCondLst>
                                        </p:cTn>
                                        <p:tgtEl>
                                          <p:spTgt spid="813069"/>
                                        </p:tgtEl>
                                        <p:attrNameLst>
                                          <p:attrName>style.visibility</p:attrName>
                                        </p:attrNameLst>
                                      </p:cBhvr>
                                      <p:to>
                                        <p:strVal val="visible"/>
                                      </p:to>
                                    </p:set>
                                    <p:animEffect transition="in" filter="wipe(up)">
                                      <p:cBhvr>
                                        <p:cTn id="19" dur="500"/>
                                        <p:tgtEl>
                                          <p:spTgt spid="813069"/>
                                        </p:tgtEl>
                                      </p:cBhvr>
                                    </p:animEffect>
                                  </p:childTnLst>
                                </p:cTn>
                              </p:par>
                              <p:par>
                                <p:cTn id="20" presetID="17" presetClass="entr" presetSubtype="10" fill="hold" nodeType="withEffect">
                                  <p:stCondLst>
                                    <p:cond delay="0"/>
                                  </p:stCondLst>
                                  <p:childTnLst>
                                    <p:set>
                                      <p:cBhvr>
                                        <p:cTn id="21" dur="1" fill="hold">
                                          <p:stCondLst>
                                            <p:cond delay="0"/>
                                          </p:stCondLst>
                                        </p:cTn>
                                        <p:tgtEl>
                                          <p:spTgt spid="813073"/>
                                        </p:tgtEl>
                                        <p:attrNameLst>
                                          <p:attrName>style.visibility</p:attrName>
                                        </p:attrNameLst>
                                      </p:cBhvr>
                                      <p:to>
                                        <p:strVal val="visible"/>
                                      </p:to>
                                    </p:set>
                                    <p:anim calcmode="lin" valueType="num">
                                      <p:cBhvr>
                                        <p:cTn id="22" dur="500" fill="hold"/>
                                        <p:tgtEl>
                                          <p:spTgt spid="813073"/>
                                        </p:tgtEl>
                                        <p:attrNameLst>
                                          <p:attrName>ppt_w</p:attrName>
                                        </p:attrNameLst>
                                      </p:cBhvr>
                                      <p:tavLst>
                                        <p:tav tm="0">
                                          <p:val>
                                            <p:fltVal val="0"/>
                                          </p:val>
                                        </p:tav>
                                        <p:tav tm="100000">
                                          <p:val>
                                            <p:strVal val="#ppt_w"/>
                                          </p:val>
                                        </p:tav>
                                      </p:tavLst>
                                    </p:anim>
                                    <p:anim calcmode="lin" valueType="num">
                                      <p:cBhvr>
                                        <p:cTn id="23" dur="500" fill="hold"/>
                                        <p:tgtEl>
                                          <p:spTgt spid="813073"/>
                                        </p:tgtEl>
                                        <p:attrNameLst>
                                          <p:attrName>ppt_h</p:attrName>
                                        </p:attrNameLst>
                                      </p:cBhvr>
                                      <p:tavLst>
                                        <p:tav tm="0">
                                          <p:val>
                                            <p:strVal val="#ppt_h"/>
                                          </p:val>
                                        </p:tav>
                                        <p:tav tm="100000">
                                          <p:val>
                                            <p:strVal val="#ppt_h"/>
                                          </p:val>
                                        </p:tav>
                                      </p:tavLst>
                                    </p:anim>
                                  </p:childTnLst>
                                </p:cTn>
                              </p:par>
                              <p:par>
                                <p:cTn id="24" presetID="1" presetClass="exit" presetSubtype="0" fill="hold" nodeType="withEffect">
                                  <p:stCondLst>
                                    <p:cond delay="0"/>
                                  </p:stCondLst>
                                  <p:childTnLst>
                                    <p:set>
                                      <p:cBhvr>
                                        <p:cTn id="25" dur="1" fill="hold">
                                          <p:stCondLst>
                                            <p:cond delay="0"/>
                                          </p:stCondLst>
                                        </p:cTn>
                                        <p:tgtEl>
                                          <p:spTgt spid="813072"/>
                                        </p:tgtEl>
                                        <p:attrNameLst>
                                          <p:attrName>style.visibility</p:attrName>
                                        </p:attrNameLst>
                                      </p:cBhvr>
                                      <p:to>
                                        <p:strVal val="hidden"/>
                                      </p:to>
                                    </p:set>
                                  </p:childTnLst>
                                </p:cTn>
                              </p:par>
                              <p:par>
                                <p:cTn id="26" presetID="63" presetClass="path" presetSubtype="0" accel="50000" decel="50000" fill="hold" nodeType="withEffect">
                                  <p:stCondLst>
                                    <p:cond delay="0"/>
                                  </p:stCondLst>
                                  <p:childTnLst>
                                    <p:animMotion origin="layout" path="M 0 -1.08233E-6 L 0.03958 0.00116 " pathEditMode="relative" rAng="0" ptsTypes="AA">
                                      <p:cBhvr>
                                        <p:cTn id="27" dur="2000" fill="hold"/>
                                        <p:tgtEl>
                                          <p:spTgt spid="813068"/>
                                        </p:tgtEl>
                                        <p:attrNameLst>
                                          <p:attrName>ppt_x</p:attrName>
                                          <p:attrName>ppt_y</p:attrName>
                                        </p:attrNameLst>
                                      </p:cBhvr>
                                      <p:rCtr x="2000" y="0"/>
                                    </p:animMotion>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813070"/>
                                        </p:tgtEl>
                                        <p:attrNameLst>
                                          <p:attrName>style.visibility</p:attrName>
                                        </p:attrNameLst>
                                      </p:cBhvr>
                                      <p:to>
                                        <p:strVal val="visible"/>
                                      </p:to>
                                    </p:set>
                                    <p:animEffect transition="in" filter="wipe(down)">
                                      <p:cBhvr>
                                        <p:cTn id="32" dur="500"/>
                                        <p:tgtEl>
                                          <p:spTgt spid="813070"/>
                                        </p:tgtEl>
                                      </p:cBhvr>
                                    </p:animEffect>
                                  </p:childTnLst>
                                </p:cTn>
                              </p:par>
                              <p:par>
                                <p:cTn id="33" presetID="22" presetClass="entr" presetSubtype="4" fill="hold" nodeType="withEffect">
                                  <p:stCondLst>
                                    <p:cond delay="0"/>
                                  </p:stCondLst>
                                  <p:childTnLst>
                                    <p:set>
                                      <p:cBhvr>
                                        <p:cTn id="34" dur="1" fill="hold">
                                          <p:stCondLst>
                                            <p:cond delay="0"/>
                                          </p:stCondLst>
                                        </p:cTn>
                                        <p:tgtEl>
                                          <p:spTgt spid="813071"/>
                                        </p:tgtEl>
                                        <p:attrNameLst>
                                          <p:attrName>style.visibility</p:attrName>
                                        </p:attrNameLst>
                                      </p:cBhvr>
                                      <p:to>
                                        <p:strVal val="visible"/>
                                      </p:to>
                                    </p:set>
                                    <p:animEffect transition="in" filter="wipe(down)">
                                      <p:cBhvr>
                                        <p:cTn id="35" dur="500"/>
                                        <p:tgtEl>
                                          <p:spTgt spid="813071"/>
                                        </p:tgtEl>
                                      </p:cBhvr>
                                    </p:animEffect>
                                  </p:childTnLst>
                                </p:cTn>
                              </p:par>
                              <p:par>
                                <p:cTn id="36" presetID="17" presetClass="entr" presetSubtype="10" fill="hold" nodeType="withEffect">
                                  <p:stCondLst>
                                    <p:cond delay="0"/>
                                  </p:stCondLst>
                                  <p:childTnLst>
                                    <p:set>
                                      <p:cBhvr>
                                        <p:cTn id="37" dur="1" fill="hold">
                                          <p:stCondLst>
                                            <p:cond delay="0"/>
                                          </p:stCondLst>
                                        </p:cTn>
                                        <p:tgtEl>
                                          <p:spTgt spid="813072"/>
                                        </p:tgtEl>
                                        <p:attrNameLst>
                                          <p:attrName>style.visibility</p:attrName>
                                        </p:attrNameLst>
                                      </p:cBhvr>
                                      <p:to>
                                        <p:strVal val="visible"/>
                                      </p:to>
                                    </p:set>
                                    <p:anim calcmode="lin" valueType="num">
                                      <p:cBhvr>
                                        <p:cTn id="38" dur="500" fill="hold"/>
                                        <p:tgtEl>
                                          <p:spTgt spid="813072"/>
                                        </p:tgtEl>
                                        <p:attrNameLst>
                                          <p:attrName>ppt_w</p:attrName>
                                        </p:attrNameLst>
                                      </p:cBhvr>
                                      <p:tavLst>
                                        <p:tav tm="0">
                                          <p:val>
                                            <p:fltVal val="0"/>
                                          </p:val>
                                        </p:tav>
                                        <p:tav tm="100000">
                                          <p:val>
                                            <p:strVal val="#ppt_w"/>
                                          </p:val>
                                        </p:tav>
                                      </p:tavLst>
                                    </p:anim>
                                    <p:anim calcmode="lin" valueType="num">
                                      <p:cBhvr>
                                        <p:cTn id="39" dur="500" fill="hold"/>
                                        <p:tgtEl>
                                          <p:spTgt spid="813072"/>
                                        </p:tgtEl>
                                        <p:attrNameLst>
                                          <p:attrName>ppt_h</p:attrName>
                                        </p:attrNameLst>
                                      </p:cBhvr>
                                      <p:tavLst>
                                        <p:tav tm="0">
                                          <p:val>
                                            <p:strVal val="#ppt_h"/>
                                          </p:val>
                                        </p:tav>
                                        <p:tav tm="100000">
                                          <p:val>
                                            <p:strVal val="#ppt_h"/>
                                          </p:val>
                                        </p:tav>
                                      </p:tavLst>
                                    </p:anim>
                                  </p:childTnLst>
                                </p:cTn>
                              </p:par>
                              <p:par>
                                <p:cTn id="40" presetID="1" presetClass="exit" presetSubtype="0" fill="hold" nodeType="withEffect">
                                  <p:stCondLst>
                                    <p:cond delay="0"/>
                                  </p:stCondLst>
                                  <p:childTnLst>
                                    <p:set>
                                      <p:cBhvr>
                                        <p:cTn id="41" dur="1" fill="hold">
                                          <p:stCondLst>
                                            <p:cond delay="0"/>
                                          </p:stCondLst>
                                        </p:cTn>
                                        <p:tgtEl>
                                          <p:spTgt spid="813068"/>
                                        </p:tgtEl>
                                        <p:attrNameLst>
                                          <p:attrName>style.visibility</p:attrName>
                                        </p:attrNameLst>
                                      </p:cBhvr>
                                      <p:to>
                                        <p:strVal val="hidden"/>
                                      </p:to>
                                    </p:set>
                                  </p:childTnLst>
                                </p:cTn>
                              </p:par>
                              <p:par>
                                <p:cTn id="42" presetID="1" presetClass="exit" presetSubtype="0" fill="hold" nodeType="withEffect">
                                  <p:stCondLst>
                                    <p:cond delay="0"/>
                                  </p:stCondLst>
                                  <p:childTnLst>
                                    <p:set>
                                      <p:cBhvr>
                                        <p:cTn id="43" dur="1" fill="hold">
                                          <p:stCondLst>
                                            <p:cond delay="0"/>
                                          </p:stCondLst>
                                        </p:cTn>
                                        <p:tgtEl>
                                          <p:spTgt spid="813073"/>
                                        </p:tgtEl>
                                        <p:attrNameLst>
                                          <p:attrName>style.visibility</p:attrName>
                                        </p:attrNameLst>
                                      </p:cBhvr>
                                      <p:to>
                                        <p:strVal val="hidden"/>
                                      </p:to>
                                    </p:set>
                                  </p:childTnLst>
                                </p:cTn>
                              </p:par>
                              <p:par>
                                <p:cTn id="44" presetID="1" presetClass="entr" presetSubtype="0" fill="hold" nodeType="withEffect">
                                  <p:stCondLst>
                                    <p:cond delay="0"/>
                                  </p:stCondLst>
                                  <p:childTnLst>
                                    <p:set>
                                      <p:cBhvr>
                                        <p:cTn id="45" dur="1" fill="hold">
                                          <p:stCondLst>
                                            <p:cond delay="0"/>
                                          </p:stCondLst>
                                        </p:cTn>
                                        <p:tgtEl>
                                          <p:spTgt spid="813081"/>
                                        </p:tgtEl>
                                        <p:attrNameLst>
                                          <p:attrName>style.visibility</p:attrName>
                                        </p:attrNameLst>
                                      </p:cBhvr>
                                      <p:to>
                                        <p:strVal val="visible"/>
                                      </p:to>
                                    </p:set>
                                  </p:childTnLst>
                                </p:cTn>
                              </p:par>
                              <p:par>
                                <p:cTn id="46" presetID="63" presetClass="path" presetSubtype="0" accel="50000" decel="50000" fill="hold" nodeType="withEffect">
                                  <p:stCondLst>
                                    <p:cond delay="0"/>
                                  </p:stCondLst>
                                  <p:childTnLst>
                                    <p:animMotion origin="layout" path="M 0.00018 -0.00439 L 0.03959 -0.00416 " pathEditMode="relative" rAng="0" ptsTypes="AA">
                                      <p:cBhvr>
                                        <p:cTn id="47" dur="2000" fill="hold"/>
                                        <p:tgtEl>
                                          <p:spTgt spid="813081"/>
                                        </p:tgtEl>
                                        <p:attrNameLst>
                                          <p:attrName>ppt_x</p:attrName>
                                          <p:attrName>ppt_y</p:attrName>
                                        </p:attrNameLst>
                                      </p:cBhvr>
                                      <p:rCtr x="2000" y="0"/>
                                    </p:animMotion>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813074"/>
                                        </p:tgtEl>
                                        <p:attrNameLst>
                                          <p:attrName>style.visibility</p:attrName>
                                        </p:attrNameLst>
                                      </p:cBhvr>
                                      <p:to>
                                        <p:strVal val="visible"/>
                                      </p:to>
                                    </p:set>
                                    <p:animEffect transition="in" filter="wipe(left)">
                                      <p:cBhvr>
                                        <p:cTn id="52" dur="500"/>
                                        <p:tgtEl>
                                          <p:spTgt spid="813074"/>
                                        </p:tgtEl>
                                      </p:cBhvr>
                                    </p:animEffect>
                                  </p:childTnLst>
                                </p:cTn>
                              </p:par>
                              <p:par>
                                <p:cTn id="53" presetID="22" presetClass="entr" presetSubtype="8" fill="hold" nodeType="withEffect">
                                  <p:stCondLst>
                                    <p:cond delay="0"/>
                                  </p:stCondLst>
                                  <p:childTnLst>
                                    <p:set>
                                      <p:cBhvr>
                                        <p:cTn id="54" dur="1" fill="hold">
                                          <p:stCondLst>
                                            <p:cond delay="0"/>
                                          </p:stCondLst>
                                        </p:cTn>
                                        <p:tgtEl>
                                          <p:spTgt spid="813075"/>
                                        </p:tgtEl>
                                        <p:attrNameLst>
                                          <p:attrName>style.visibility</p:attrName>
                                        </p:attrNameLst>
                                      </p:cBhvr>
                                      <p:to>
                                        <p:strVal val="visible"/>
                                      </p:to>
                                    </p:set>
                                    <p:animEffect transition="in" filter="wipe(left)">
                                      <p:cBhvr>
                                        <p:cTn id="55" dur="500"/>
                                        <p:tgtEl>
                                          <p:spTgt spid="813075"/>
                                        </p:tgtEl>
                                      </p:cBhvr>
                                    </p:animEffect>
                                  </p:childTnLst>
                                </p:cTn>
                              </p:par>
                              <p:par>
                                <p:cTn id="56" presetID="17" presetClass="entr" presetSubtype="10" fill="hold" nodeType="withEffect">
                                  <p:stCondLst>
                                    <p:cond delay="0"/>
                                  </p:stCondLst>
                                  <p:childTnLst>
                                    <p:set>
                                      <p:cBhvr>
                                        <p:cTn id="57" dur="1" fill="hold">
                                          <p:stCondLst>
                                            <p:cond delay="0"/>
                                          </p:stCondLst>
                                        </p:cTn>
                                        <p:tgtEl>
                                          <p:spTgt spid="813076"/>
                                        </p:tgtEl>
                                        <p:attrNameLst>
                                          <p:attrName>style.visibility</p:attrName>
                                        </p:attrNameLst>
                                      </p:cBhvr>
                                      <p:to>
                                        <p:strVal val="visible"/>
                                      </p:to>
                                    </p:set>
                                    <p:anim calcmode="lin" valueType="num">
                                      <p:cBhvr>
                                        <p:cTn id="58" dur="500" fill="hold"/>
                                        <p:tgtEl>
                                          <p:spTgt spid="813076"/>
                                        </p:tgtEl>
                                        <p:attrNameLst>
                                          <p:attrName>ppt_w</p:attrName>
                                        </p:attrNameLst>
                                      </p:cBhvr>
                                      <p:tavLst>
                                        <p:tav tm="0">
                                          <p:val>
                                            <p:fltVal val="0"/>
                                          </p:val>
                                        </p:tav>
                                        <p:tav tm="100000">
                                          <p:val>
                                            <p:strVal val="#ppt_w"/>
                                          </p:val>
                                        </p:tav>
                                      </p:tavLst>
                                    </p:anim>
                                    <p:anim calcmode="lin" valueType="num">
                                      <p:cBhvr>
                                        <p:cTn id="59" dur="500" fill="hold"/>
                                        <p:tgtEl>
                                          <p:spTgt spid="813076"/>
                                        </p:tgtEl>
                                        <p:attrNameLst>
                                          <p:attrName>ppt_h</p:attrName>
                                        </p:attrNameLst>
                                      </p:cBhvr>
                                      <p:tavLst>
                                        <p:tav tm="0">
                                          <p:val>
                                            <p:strVal val="#ppt_h"/>
                                          </p:val>
                                        </p:tav>
                                        <p:tav tm="100000">
                                          <p:val>
                                            <p:strVal val="#ppt_h"/>
                                          </p:val>
                                        </p:tav>
                                      </p:tavLst>
                                    </p:anim>
                                  </p:childTnLst>
                                </p:cTn>
                              </p:par>
                              <p:par>
                                <p:cTn id="60" presetID="1" presetClass="exit" presetSubtype="0" fill="hold" nodeType="withEffect">
                                  <p:stCondLst>
                                    <p:cond delay="0"/>
                                  </p:stCondLst>
                                  <p:childTnLst>
                                    <p:set>
                                      <p:cBhvr>
                                        <p:cTn id="61" dur="1" fill="hold">
                                          <p:stCondLst>
                                            <p:cond delay="0"/>
                                          </p:stCondLst>
                                        </p:cTn>
                                        <p:tgtEl>
                                          <p:spTgt spid="813072"/>
                                        </p:tgtEl>
                                        <p:attrNameLst>
                                          <p:attrName>style.visibility</p:attrName>
                                        </p:attrNameLst>
                                      </p:cBhvr>
                                      <p:to>
                                        <p:strVal val="hidden"/>
                                      </p:to>
                                    </p:set>
                                  </p:childTnLst>
                                </p:cTn>
                              </p:par>
                              <p:par>
                                <p:cTn id="62" presetID="1" presetClass="exit" presetSubtype="0" fill="hold" nodeType="withEffect">
                                  <p:stCondLst>
                                    <p:cond delay="0"/>
                                  </p:stCondLst>
                                  <p:childTnLst>
                                    <p:set>
                                      <p:cBhvr>
                                        <p:cTn id="63" dur="1" fill="hold">
                                          <p:stCondLst>
                                            <p:cond delay="0"/>
                                          </p:stCondLst>
                                        </p:cTn>
                                        <p:tgtEl>
                                          <p:spTgt spid="813081"/>
                                        </p:tgtEl>
                                        <p:attrNameLst>
                                          <p:attrName>style.visibility</p:attrName>
                                        </p:attrNameLst>
                                      </p:cBhvr>
                                      <p:to>
                                        <p:strVal val="hidden"/>
                                      </p:to>
                                    </p:set>
                                  </p:childTnLst>
                                </p:cTn>
                              </p:par>
                              <p:par>
                                <p:cTn id="64" presetID="1" presetClass="entr" presetSubtype="0" fill="hold" nodeType="withEffect">
                                  <p:stCondLst>
                                    <p:cond delay="0"/>
                                  </p:stCondLst>
                                  <p:childTnLst>
                                    <p:set>
                                      <p:cBhvr>
                                        <p:cTn id="65" dur="1" fill="hold">
                                          <p:stCondLst>
                                            <p:cond delay="0"/>
                                          </p:stCondLst>
                                        </p:cTn>
                                        <p:tgtEl>
                                          <p:spTgt spid="813082"/>
                                        </p:tgtEl>
                                        <p:attrNameLst>
                                          <p:attrName>style.visibility</p:attrName>
                                        </p:attrNameLst>
                                      </p:cBhvr>
                                      <p:to>
                                        <p:strVal val="visible"/>
                                      </p:to>
                                    </p:set>
                                  </p:childTnLst>
                                </p:cTn>
                              </p:par>
                              <p:par>
                                <p:cTn id="66" presetID="63" presetClass="path" presetSubtype="0" accel="50000" decel="50000" fill="hold" nodeType="withEffect">
                                  <p:stCondLst>
                                    <p:cond delay="0"/>
                                  </p:stCondLst>
                                  <p:childTnLst>
                                    <p:animMotion origin="layout" path="M 0 -1.08233E-6 L 0.03958 0.00116 " pathEditMode="relative" rAng="0" ptsTypes="AA">
                                      <p:cBhvr>
                                        <p:cTn id="67" dur="2000" fill="hold"/>
                                        <p:tgtEl>
                                          <p:spTgt spid="813082"/>
                                        </p:tgtEl>
                                        <p:attrNameLst>
                                          <p:attrName>ppt_x</p:attrName>
                                          <p:attrName>ppt_y</p:attrName>
                                        </p:attrNameLst>
                                      </p:cBhvr>
                                      <p:rCtr x="2000" y="0"/>
                                    </p:animMotion>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1" fill="hold" nodeType="clickEffect">
                                  <p:stCondLst>
                                    <p:cond delay="0"/>
                                  </p:stCondLst>
                                  <p:childTnLst>
                                    <p:set>
                                      <p:cBhvr>
                                        <p:cTn id="71" dur="1" fill="hold">
                                          <p:stCondLst>
                                            <p:cond delay="0"/>
                                          </p:stCondLst>
                                        </p:cTn>
                                        <p:tgtEl>
                                          <p:spTgt spid="813078"/>
                                        </p:tgtEl>
                                        <p:attrNameLst>
                                          <p:attrName>style.visibility</p:attrName>
                                        </p:attrNameLst>
                                      </p:cBhvr>
                                      <p:to>
                                        <p:strVal val="visible"/>
                                      </p:to>
                                    </p:set>
                                    <p:animEffect transition="in" filter="wipe(up)">
                                      <p:cBhvr>
                                        <p:cTn id="72" dur="500"/>
                                        <p:tgtEl>
                                          <p:spTgt spid="813078"/>
                                        </p:tgtEl>
                                      </p:cBhvr>
                                    </p:animEffect>
                                  </p:childTnLst>
                                </p:cTn>
                              </p:par>
                              <p:par>
                                <p:cTn id="73" presetID="22" presetClass="entr" presetSubtype="1" fill="hold" nodeType="withEffect">
                                  <p:stCondLst>
                                    <p:cond delay="0"/>
                                  </p:stCondLst>
                                  <p:childTnLst>
                                    <p:set>
                                      <p:cBhvr>
                                        <p:cTn id="74" dur="1" fill="hold">
                                          <p:stCondLst>
                                            <p:cond delay="0"/>
                                          </p:stCondLst>
                                        </p:cTn>
                                        <p:tgtEl>
                                          <p:spTgt spid="813079"/>
                                        </p:tgtEl>
                                        <p:attrNameLst>
                                          <p:attrName>style.visibility</p:attrName>
                                        </p:attrNameLst>
                                      </p:cBhvr>
                                      <p:to>
                                        <p:strVal val="visible"/>
                                      </p:to>
                                    </p:set>
                                    <p:animEffect transition="in" filter="wipe(up)">
                                      <p:cBhvr>
                                        <p:cTn id="75" dur="500"/>
                                        <p:tgtEl>
                                          <p:spTgt spid="813079"/>
                                        </p:tgtEl>
                                      </p:cBhvr>
                                    </p:animEffect>
                                  </p:childTnLst>
                                </p:cTn>
                              </p:par>
                              <p:par>
                                <p:cTn id="76" presetID="1" presetClass="entr" presetSubtype="0" fill="hold" nodeType="withEffect">
                                  <p:stCondLst>
                                    <p:cond delay="0"/>
                                  </p:stCondLst>
                                  <p:childTnLst>
                                    <p:set>
                                      <p:cBhvr>
                                        <p:cTn id="77" dur="1" fill="hold">
                                          <p:stCondLst>
                                            <p:cond delay="0"/>
                                          </p:stCondLst>
                                        </p:cTn>
                                        <p:tgtEl>
                                          <p:spTgt spid="813077"/>
                                        </p:tgtEl>
                                        <p:attrNameLst>
                                          <p:attrName>style.visibility</p:attrName>
                                        </p:attrNameLst>
                                      </p:cBhvr>
                                      <p:to>
                                        <p:strVal val="visible"/>
                                      </p:to>
                                    </p:set>
                                  </p:childTnLst>
                                </p:cTn>
                              </p:par>
                              <p:par>
                                <p:cTn id="78" presetID="1" presetClass="exit" presetSubtype="0" fill="hold" nodeType="withEffect">
                                  <p:stCondLst>
                                    <p:cond delay="0"/>
                                  </p:stCondLst>
                                  <p:childTnLst>
                                    <p:set>
                                      <p:cBhvr>
                                        <p:cTn id="79" dur="1" fill="hold">
                                          <p:stCondLst>
                                            <p:cond delay="0"/>
                                          </p:stCondLst>
                                        </p:cTn>
                                        <p:tgtEl>
                                          <p:spTgt spid="813076"/>
                                        </p:tgtEl>
                                        <p:attrNameLst>
                                          <p:attrName>style.visibility</p:attrName>
                                        </p:attrNameLst>
                                      </p:cBhvr>
                                      <p:to>
                                        <p:strVal val="hidden"/>
                                      </p:to>
                                    </p:set>
                                  </p:childTnLst>
                                </p:cTn>
                              </p:par>
                            </p:childTnLst>
                          </p:cTn>
                        </p:par>
                      </p:childTnLst>
                    </p:cTn>
                  </p:par>
                  <p:par>
                    <p:cTn id="80" fill="hold" nodeType="clickPar">
                      <p:stCondLst>
                        <p:cond delay="indefinite"/>
                      </p:stCondLst>
                      <p:childTnLst>
                        <p:par>
                          <p:cTn id="81" fill="hold" nodeType="withGroup">
                            <p:stCondLst>
                              <p:cond delay="0"/>
                            </p:stCondLst>
                            <p:childTnLst>
                              <p:par>
                                <p:cTn id="82" presetID="5" presetClass="entr" presetSubtype="10" fill="hold" nodeType="clickEffect">
                                  <p:stCondLst>
                                    <p:cond delay="0"/>
                                  </p:stCondLst>
                                  <p:childTnLst>
                                    <p:set>
                                      <p:cBhvr>
                                        <p:cTn id="83" dur="1" fill="hold">
                                          <p:stCondLst>
                                            <p:cond delay="0"/>
                                          </p:stCondLst>
                                        </p:cTn>
                                        <p:tgtEl>
                                          <p:spTgt spid="813065"/>
                                        </p:tgtEl>
                                        <p:attrNameLst>
                                          <p:attrName>style.visibility</p:attrName>
                                        </p:attrNameLst>
                                      </p:cBhvr>
                                      <p:to>
                                        <p:strVal val="visible"/>
                                      </p:to>
                                    </p:set>
                                    <p:animEffect transition="in" filter="checkerboard(across)">
                                      <p:cBhvr>
                                        <p:cTn id="84" dur="500"/>
                                        <p:tgtEl>
                                          <p:spTgt spid="8130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3065" grpId="0"/>
      <p:bldP spid="813068" grpId="0" animBg="1"/>
      <p:bldP spid="813068" grpId="1" animBg="1"/>
      <p:bldP spid="813069" grpId="0"/>
      <p:bldP spid="813071" grpId="0"/>
      <p:bldP spid="813072" grpId="0" animBg="1"/>
      <p:bldP spid="813072" grpId="1" animBg="1"/>
      <p:bldP spid="813072" grpId="2" animBg="1"/>
      <p:bldP spid="813072" grpId="3" animBg="1"/>
      <p:bldP spid="813073" grpId="0" animBg="1"/>
      <p:bldP spid="813073" grpId="1" animBg="1"/>
      <p:bldP spid="813075" grpId="0"/>
      <p:bldP spid="813076" grpId="0" animBg="1"/>
      <p:bldP spid="813076" grpId="1" animBg="1"/>
      <p:bldP spid="813077" grpId="0" animBg="1"/>
      <p:bldP spid="813079" grpId="0"/>
      <p:bldP spid="813080" grpId="0" animBg="1"/>
      <p:bldP spid="813081" grpId="0" animBg="1"/>
      <p:bldP spid="813081" grpId="1" animBg="1"/>
      <p:bldP spid="813081" grpId="2" animBg="1"/>
      <p:bldP spid="813082" grpId="0" animBg="1"/>
      <p:bldP spid="813082" grpId="1"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74860BEE-4A9F-2BE1-E7AA-E494BD04F044}"/>
              </a:ext>
            </a:extLst>
          </p:cNvPr>
          <p:cNvSpPr>
            <a:spLocks noGrp="1" noChangeArrowheads="1"/>
          </p:cNvSpPr>
          <p:nvPr>
            <p:ph type="title"/>
          </p:nvPr>
        </p:nvSpPr>
        <p:spPr/>
        <p:txBody>
          <a:bodyPr/>
          <a:lstStyle/>
          <a:p>
            <a:pPr eaLnBrk="1" hangingPunct="1"/>
            <a:r>
              <a:rPr lang="en-US" altLang="zh-CN"/>
              <a:t>DFA</a:t>
            </a:r>
            <a:r>
              <a:rPr lang="zh-CN" altLang="en-US"/>
              <a:t>接受的语言</a:t>
            </a:r>
          </a:p>
        </p:txBody>
      </p:sp>
      <p:sp>
        <p:nvSpPr>
          <p:cNvPr id="59395" name="Rectangle 3">
            <a:extLst>
              <a:ext uri="{FF2B5EF4-FFF2-40B4-BE49-F238E27FC236}">
                <a16:creationId xmlns:a16="http://schemas.microsoft.com/office/drawing/2014/main" id="{C149BB6B-9E08-3C3A-92B5-43799CADABEB}"/>
              </a:ext>
            </a:extLst>
          </p:cNvPr>
          <p:cNvSpPr>
            <a:spLocks noGrp="1" noChangeArrowheads="1"/>
          </p:cNvSpPr>
          <p:nvPr>
            <p:ph type="body" sz="half" idx="1"/>
          </p:nvPr>
        </p:nvSpPr>
        <p:spPr>
          <a:xfrm>
            <a:off x="457200" y="1981200"/>
            <a:ext cx="8291513" cy="2024063"/>
          </a:xfrm>
        </p:spPr>
        <p:txBody>
          <a:bodyPr/>
          <a:lstStyle/>
          <a:p>
            <a:pPr eaLnBrk="1" hangingPunct="1">
              <a:lnSpc>
                <a:spcPct val="125000"/>
              </a:lnSpc>
            </a:pPr>
            <a:r>
              <a:rPr lang="zh-CN" altLang="en-US" sz="2400">
                <a:solidFill>
                  <a:srgbClr val="990000"/>
                </a:solidFill>
                <a:ea typeface="宋体" panose="02010600030101010101" pitchFamily="2" charset="-122"/>
              </a:rPr>
              <a:t>被</a:t>
            </a:r>
            <a:r>
              <a:rPr lang="en-US" altLang="zh-CN" sz="2400">
                <a:solidFill>
                  <a:srgbClr val="990000"/>
                </a:solidFill>
                <a:ea typeface="宋体" panose="02010600030101010101" pitchFamily="2" charset="-122"/>
              </a:rPr>
              <a:t>DFA</a:t>
            </a:r>
            <a:r>
              <a:rPr lang="zh-CN" altLang="en-US" sz="2400">
                <a:solidFill>
                  <a:srgbClr val="990000"/>
                </a:solidFill>
                <a:ea typeface="宋体" panose="02010600030101010101" pitchFamily="2" charset="-122"/>
              </a:rPr>
              <a:t>接收的字符串</a:t>
            </a:r>
            <a:r>
              <a:rPr lang="en-US" altLang="zh-CN" sz="2400">
                <a:ea typeface="宋体" panose="02010600030101010101" pitchFamily="2" charset="-122"/>
              </a:rPr>
              <a:t>: </a:t>
            </a:r>
            <a:r>
              <a:rPr lang="zh-CN" altLang="en-US" sz="2400">
                <a:ea typeface="宋体" panose="02010600030101010101" pitchFamily="2" charset="-122"/>
              </a:rPr>
              <a:t>输入结束后使</a:t>
            </a:r>
            <a:r>
              <a:rPr lang="en-US" altLang="zh-CN" sz="2400">
                <a:ea typeface="宋体" panose="02010600030101010101" pitchFamily="2" charset="-122"/>
              </a:rPr>
              <a:t>DFA</a:t>
            </a:r>
            <a:r>
              <a:rPr lang="zh-CN" altLang="en-US" sz="2400">
                <a:ea typeface="宋体" panose="02010600030101010101" pitchFamily="2" charset="-122"/>
              </a:rPr>
              <a:t>的状态到达终止状态。否则该字符串不能被</a:t>
            </a:r>
            <a:r>
              <a:rPr lang="en-US" altLang="zh-CN" sz="2400">
                <a:ea typeface="宋体" panose="02010600030101010101" pitchFamily="2" charset="-122"/>
              </a:rPr>
              <a:t>DFA</a:t>
            </a:r>
            <a:r>
              <a:rPr lang="zh-CN" altLang="en-US" sz="2400">
                <a:ea typeface="宋体" panose="02010600030101010101" pitchFamily="2" charset="-122"/>
              </a:rPr>
              <a:t>接收</a:t>
            </a:r>
            <a:r>
              <a:rPr lang="en-US" altLang="zh-CN" sz="2400">
                <a:ea typeface="宋体" panose="02010600030101010101" pitchFamily="2" charset="-122"/>
              </a:rPr>
              <a:t>.</a:t>
            </a:r>
          </a:p>
          <a:p>
            <a:pPr eaLnBrk="1" hangingPunct="1">
              <a:lnSpc>
                <a:spcPct val="125000"/>
              </a:lnSpc>
            </a:pPr>
            <a:r>
              <a:rPr lang="en-US" altLang="zh-CN" sz="2400">
                <a:solidFill>
                  <a:srgbClr val="990000"/>
                </a:solidFill>
                <a:ea typeface="宋体" panose="02010600030101010101" pitchFamily="2" charset="-122"/>
              </a:rPr>
              <a:t>DFA</a:t>
            </a:r>
            <a:r>
              <a:rPr lang="zh-CN" altLang="en-US" sz="2400">
                <a:solidFill>
                  <a:srgbClr val="990000"/>
                </a:solidFill>
                <a:ea typeface="宋体" panose="02010600030101010101" pitchFamily="2" charset="-122"/>
              </a:rPr>
              <a:t>接收的语言</a:t>
            </a:r>
            <a:r>
              <a:rPr lang="en-US" altLang="zh-CN" sz="2400">
                <a:ea typeface="宋体" panose="02010600030101010101" pitchFamily="2" charset="-122"/>
              </a:rPr>
              <a:t>: </a:t>
            </a:r>
            <a:r>
              <a:rPr lang="zh-CN" altLang="en-US" sz="2400">
                <a:ea typeface="宋体" panose="02010600030101010101" pitchFamily="2" charset="-122"/>
              </a:rPr>
              <a:t>被</a:t>
            </a:r>
            <a:r>
              <a:rPr lang="en-US" altLang="zh-CN" sz="2400">
                <a:ea typeface="宋体" panose="02010600030101010101" pitchFamily="2" charset="-122"/>
              </a:rPr>
              <a:t>DFA</a:t>
            </a:r>
            <a:r>
              <a:rPr lang="zh-CN" altLang="en-US" sz="2400">
                <a:ea typeface="宋体" panose="02010600030101010101" pitchFamily="2" charset="-122"/>
              </a:rPr>
              <a:t>接收的字符串的集合</a:t>
            </a:r>
            <a:r>
              <a:rPr lang="en-US" altLang="zh-CN" sz="2400">
                <a:ea typeface="宋体" panose="02010600030101010101" pitchFamily="2" charset="-122"/>
              </a:rPr>
              <a:t>.</a:t>
            </a:r>
          </a:p>
          <a:p>
            <a:pPr eaLnBrk="1" hangingPunct="1">
              <a:lnSpc>
                <a:spcPct val="110000"/>
              </a:lnSpc>
              <a:spcBef>
                <a:spcPct val="0"/>
              </a:spcBef>
              <a:buClrTx/>
              <a:buSzTx/>
              <a:buFont typeface="Wingdings" pitchFamily="2" charset="2"/>
              <a:buNone/>
            </a:pPr>
            <a:r>
              <a:rPr lang="en-US" altLang="zh-CN" sz="2400">
                <a:ea typeface="宋体" panose="02010600030101010101" pitchFamily="2" charset="-122"/>
              </a:rPr>
              <a:t>          L</a:t>
            </a:r>
            <a:r>
              <a:rPr lang="en-US" altLang="zh-CN" sz="2400">
                <a:ea typeface="宋体" panose="02010600030101010101" pitchFamily="2" charset="-122"/>
                <a:sym typeface="Symbol" pitchFamily="2" charset="2"/>
              </a:rPr>
              <a:t>(M) =  </a:t>
            </a:r>
            <a:r>
              <a:rPr kumimoji="1" lang="en-US" altLang="zh-CN" sz="2400">
                <a:ea typeface="宋体" panose="02010600030101010101" pitchFamily="2" charset="-122"/>
              </a:rPr>
              <a:t>α</a:t>
            </a:r>
            <a:r>
              <a:rPr lang="en-US" altLang="zh-CN" sz="2400">
                <a:ea typeface="宋体" panose="02010600030101010101" pitchFamily="2" charset="-122"/>
                <a:sym typeface="Symbol" pitchFamily="2" charset="2"/>
              </a:rPr>
              <a:t>  ’ ( </a:t>
            </a:r>
            <a:r>
              <a:rPr lang="en-US" altLang="zh-CN" sz="2400">
                <a:ea typeface="宋体" panose="02010600030101010101" pitchFamily="2" charset="-122"/>
              </a:rPr>
              <a:t>s</a:t>
            </a:r>
            <a:r>
              <a:rPr lang="en-US" altLang="zh-CN" sz="2400" baseline="-25000">
                <a:ea typeface="宋体" panose="02010600030101010101" pitchFamily="2" charset="-122"/>
              </a:rPr>
              <a:t>0</a:t>
            </a:r>
            <a:r>
              <a:rPr lang="en-US" altLang="zh-CN" sz="2400">
                <a:ea typeface="宋体" panose="02010600030101010101" pitchFamily="2" charset="-122"/>
              </a:rPr>
              <a:t> </a:t>
            </a:r>
            <a:r>
              <a:rPr lang="en-US" altLang="zh-CN" sz="2400">
                <a:ea typeface="宋体" panose="02010600030101010101" pitchFamily="2" charset="-122"/>
                <a:sym typeface="Symbol" pitchFamily="2" charset="2"/>
              </a:rPr>
              <a:t>, </a:t>
            </a:r>
            <a:r>
              <a:rPr kumimoji="1" lang="en-US" altLang="zh-CN" sz="2400">
                <a:ea typeface="宋体" panose="02010600030101010101" pitchFamily="2" charset="-122"/>
              </a:rPr>
              <a:t>α</a:t>
            </a:r>
            <a:r>
              <a:rPr lang="en-US" altLang="zh-CN" sz="2400">
                <a:ea typeface="宋体" panose="02010600030101010101" pitchFamily="2" charset="-122"/>
                <a:sym typeface="Symbol" pitchFamily="2" charset="2"/>
              </a:rPr>
              <a:t>) </a:t>
            </a:r>
            <a:r>
              <a:rPr lang="en-US" altLang="zh-CN" sz="2400">
                <a:ea typeface="宋体" panose="02010600030101010101" pitchFamily="2" charset="-122"/>
              </a:rPr>
              <a:t> F</a:t>
            </a:r>
            <a:r>
              <a:rPr lang="en-US" altLang="zh-CN" sz="2400">
                <a:ea typeface="宋体" panose="02010600030101010101" pitchFamily="2" charset="-122"/>
                <a:sym typeface="Symbol" pitchFamily="2" charset="2"/>
              </a:rPr>
              <a:t> </a:t>
            </a:r>
            <a:r>
              <a:rPr lang="en-US" altLang="zh-CN" sz="2400">
                <a:ea typeface="宋体" panose="02010600030101010101" pitchFamily="2" charset="-122"/>
              </a:rPr>
              <a:t> </a:t>
            </a:r>
          </a:p>
        </p:txBody>
      </p:sp>
      <p:sp>
        <p:nvSpPr>
          <p:cNvPr id="59396" name="Text Box 4">
            <a:extLst>
              <a:ext uri="{FF2B5EF4-FFF2-40B4-BE49-F238E27FC236}">
                <a16:creationId xmlns:a16="http://schemas.microsoft.com/office/drawing/2014/main" id="{8A9D563A-CBC2-0F0E-6BC6-2717A3F29115}"/>
              </a:ext>
            </a:extLst>
          </p:cNvPr>
          <p:cNvSpPr txBox="1">
            <a:spLocks noChangeArrowheads="1"/>
          </p:cNvSpPr>
          <p:nvPr/>
        </p:nvSpPr>
        <p:spPr bwMode="auto">
          <a:xfrm>
            <a:off x="539750" y="4216400"/>
            <a:ext cx="7991475" cy="1784350"/>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lnSpc>
                <a:spcPct val="115000"/>
              </a:lnSpc>
              <a:spcBef>
                <a:spcPct val="0"/>
              </a:spcBef>
              <a:buClrTx/>
              <a:buSzTx/>
              <a:buFontTx/>
              <a:buNone/>
            </a:pPr>
            <a:r>
              <a:rPr kumimoji="1" lang="zh-CN" altLang="en-US" sz="2400">
                <a:ea typeface="宋体" panose="02010600030101010101" pitchFamily="2" charset="-122"/>
              </a:rPr>
              <a:t>对任一输入字符串 </a:t>
            </a:r>
            <a:r>
              <a:rPr kumimoji="1" lang="en-US" altLang="zh-CN" sz="2400">
                <a:ea typeface="宋体" panose="02010600030101010101" pitchFamily="2" charset="-122"/>
              </a:rPr>
              <a:t>α∈Σ*</a:t>
            </a:r>
            <a:r>
              <a:rPr kumimoji="1" lang="zh-CN" altLang="en-US" sz="2400">
                <a:ea typeface="宋体" panose="02010600030101010101" pitchFamily="2" charset="-122"/>
              </a:rPr>
              <a:t>，若存在一条从初态结点</a:t>
            </a:r>
            <a:r>
              <a:rPr kumimoji="1" lang="en-US" altLang="zh-CN" sz="2400">
                <a:ea typeface="宋体" panose="02010600030101010101" pitchFamily="2" charset="-122"/>
              </a:rPr>
              <a:t>s</a:t>
            </a:r>
            <a:r>
              <a:rPr kumimoji="1" lang="en-US" altLang="zh-CN" sz="2400" baseline="-25000">
                <a:ea typeface="宋体" panose="02010600030101010101" pitchFamily="2" charset="-122"/>
              </a:rPr>
              <a:t>0</a:t>
            </a:r>
            <a:r>
              <a:rPr kumimoji="1" lang="zh-CN" altLang="en-US" sz="2400">
                <a:ea typeface="宋体" panose="02010600030101010101" pitchFamily="2" charset="-122"/>
              </a:rPr>
              <a:t>到某一终态结点的通路</a:t>
            </a:r>
            <a:r>
              <a:rPr kumimoji="1" lang="en-US" altLang="zh-CN" sz="2400">
                <a:ea typeface="宋体" panose="02010600030101010101" pitchFamily="2" charset="-122"/>
              </a:rPr>
              <a:t>, </a:t>
            </a:r>
            <a:r>
              <a:rPr kumimoji="1" lang="zh-CN" altLang="en-US" sz="2400">
                <a:ea typeface="宋体" panose="02010600030101010101" pitchFamily="2" charset="-122"/>
              </a:rPr>
              <a:t>且这条通路上所有弧的标记连接成的字等于</a:t>
            </a:r>
            <a:r>
              <a:rPr kumimoji="1" lang="en-US" altLang="zh-CN" sz="2400">
                <a:ea typeface="宋体" panose="02010600030101010101" pitchFamily="2" charset="-122"/>
              </a:rPr>
              <a:t>α,</a:t>
            </a:r>
            <a:r>
              <a:rPr kumimoji="1" lang="zh-CN" altLang="en-US" sz="2400">
                <a:ea typeface="宋体" panose="02010600030101010101" pitchFamily="2" charset="-122"/>
              </a:rPr>
              <a:t>则称</a:t>
            </a:r>
            <a:r>
              <a:rPr kumimoji="1" lang="en-US" altLang="zh-CN" sz="2400">
                <a:solidFill>
                  <a:srgbClr val="990000"/>
                </a:solidFill>
                <a:ea typeface="宋体" panose="02010600030101010101" pitchFamily="2" charset="-122"/>
              </a:rPr>
              <a:t>α</a:t>
            </a:r>
            <a:r>
              <a:rPr kumimoji="1" lang="zh-CN" altLang="en-US" sz="2400">
                <a:solidFill>
                  <a:srgbClr val="990000"/>
                </a:solidFill>
                <a:ea typeface="宋体" panose="02010600030101010101" pitchFamily="2" charset="-122"/>
              </a:rPr>
              <a:t>可以被</a:t>
            </a:r>
            <a:r>
              <a:rPr kumimoji="1" lang="en-US" altLang="zh-CN" sz="2400">
                <a:solidFill>
                  <a:srgbClr val="990000"/>
                </a:solidFill>
                <a:ea typeface="宋体" panose="02010600030101010101" pitchFamily="2" charset="-122"/>
              </a:rPr>
              <a:t>DFA M</a:t>
            </a:r>
            <a:r>
              <a:rPr kumimoji="1" lang="zh-CN" altLang="en-US" sz="2400">
                <a:solidFill>
                  <a:srgbClr val="990000"/>
                </a:solidFill>
                <a:ea typeface="宋体" panose="02010600030101010101" pitchFamily="2" charset="-122"/>
              </a:rPr>
              <a:t>所识别</a:t>
            </a:r>
            <a:r>
              <a:rPr kumimoji="1" lang="en-US" altLang="zh-CN" sz="2400">
                <a:solidFill>
                  <a:srgbClr val="990000"/>
                </a:solidFill>
                <a:ea typeface="宋体" panose="02010600030101010101" pitchFamily="2" charset="-122"/>
              </a:rPr>
              <a:t>(</a:t>
            </a:r>
            <a:r>
              <a:rPr kumimoji="1" lang="zh-CN" altLang="en-US" sz="2400">
                <a:solidFill>
                  <a:srgbClr val="990000"/>
                </a:solidFill>
                <a:ea typeface="宋体" panose="02010600030101010101" pitchFamily="2" charset="-122"/>
              </a:rPr>
              <a:t>读出、接受）</a:t>
            </a:r>
            <a:r>
              <a:rPr kumimoji="1" lang="zh-CN" altLang="en-US" sz="2400">
                <a:ea typeface="宋体" panose="02010600030101010101" pitchFamily="2" charset="-122"/>
              </a:rPr>
              <a:t>。</a:t>
            </a:r>
          </a:p>
          <a:p>
            <a:pPr eaLnBrk="1" hangingPunct="1">
              <a:lnSpc>
                <a:spcPct val="115000"/>
              </a:lnSpc>
              <a:spcBef>
                <a:spcPct val="0"/>
              </a:spcBef>
              <a:buClrTx/>
              <a:buSzTx/>
              <a:buFontTx/>
              <a:buNone/>
            </a:pPr>
            <a:r>
              <a:rPr kumimoji="1" lang="zh-CN" altLang="en-US" sz="2400">
                <a:ea typeface="宋体" panose="02010600030101010101" pitchFamily="2" charset="-122"/>
              </a:rPr>
              <a:t>  若</a:t>
            </a:r>
            <a:r>
              <a:rPr kumimoji="1" lang="en-US" altLang="zh-CN" sz="2400">
                <a:ea typeface="宋体" panose="02010600030101010101" pitchFamily="2" charset="-122"/>
              </a:rPr>
              <a:t>s</a:t>
            </a:r>
            <a:r>
              <a:rPr kumimoji="1" lang="en-US" altLang="zh-CN" sz="2400" baseline="-25000">
                <a:ea typeface="宋体" panose="02010600030101010101" pitchFamily="2" charset="-122"/>
              </a:rPr>
              <a:t>0</a:t>
            </a:r>
            <a:r>
              <a:rPr kumimoji="1" lang="en-US" altLang="zh-CN" sz="2400">
                <a:ea typeface="宋体" panose="02010600030101010101" pitchFamily="2" charset="-122"/>
              </a:rPr>
              <a:t>∈F, </a:t>
            </a:r>
            <a:r>
              <a:rPr kumimoji="1" lang="zh-CN" altLang="en-US" sz="2400">
                <a:ea typeface="宋体" panose="02010600030101010101" pitchFamily="2" charset="-122"/>
              </a:rPr>
              <a:t>则</a:t>
            </a:r>
            <a:r>
              <a:rPr kumimoji="1" lang="en-US" altLang="zh-CN" sz="2400">
                <a:ea typeface="宋体" panose="02010600030101010101" pitchFamily="2" charset="-122"/>
              </a:rPr>
              <a:t>ε</a:t>
            </a:r>
            <a:r>
              <a:rPr kumimoji="1" lang="zh-CN" altLang="en-US" sz="2400">
                <a:ea typeface="宋体" panose="02010600030101010101" pitchFamily="2" charset="-122"/>
              </a:rPr>
              <a:t>可被接受。 </a:t>
            </a:r>
            <a:endParaRPr lang="zh-CN" altLang="en-US" sz="2400">
              <a:ea typeface="宋体" panose="02010600030101010101" pitchFamily="2" charset="-122"/>
            </a:endParaRPr>
          </a:p>
        </p:txBody>
      </p:sp>
      <p:sp>
        <p:nvSpPr>
          <p:cNvPr id="59397" name="灯片编号占位符 4">
            <a:extLst>
              <a:ext uri="{FF2B5EF4-FFF2-40B4-BE49-F238E27FC236}">
                <a16:creationId xmlns:a16="http://schemas.microsoft.com/office/drawing/2014/main" id="{EFAA9A18-0649-1268-F940-DF201FA3218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0DE349A6-4CDA-7749-8C6A-CEB52C8B4434}"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48</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651694B3-27E2-4AD8-2224-94860FEE7B3A}"/>
              </a:ext>
            </a:extLst>
          </p:cNvPr>
          <p:cNvSpPr>
            <a:spLocks noGrp="1" noChangeArrowheads="1"/>
          </p:cNvSpPr>
          <p:nvPr>
            <p:ph type="title"/>
          </p:nvPr>
        </p:nvSpPr>
        <p:spPr/>
        <p:txBody>
          <a:bodyPr/>
          <a:lstStyle/>
          <a:p>
            <a:pPr eaLnBrk="1" hangingPunct="1"/>
            <a:r>
              <a:rPr lang="zh-CN" altLang="en-US"/>
              <a:t>设计</a:t>
            </a:r>
            <a:r>
              <a:rPr lang="en-US" altLang="zh-CN"/>
              <a:t>DFA</a:t>
            </a:r>
          </a:p>
        </p:txBody>
      </p:sp>
      <p:sp>
        <p:nvSpPr>
          <p:cNvPr id="841731" name="Rectangle 3">
            <a:extLst>
              <a:ext uri="{FF2B5EF4-FFF2-40B4-BE49-F238E27FC236}">
                <a16:creationId xmlns:a16="http://schemas.microsoft.com/office/drawing/2014/main" id="{271FF64D-E680-A26E-88EF-19E823E2BFC1}"/>
              </a:ext>
            </a:extLst>
          </p:cNvPr>
          <p:cNvSpPr>
            <a:spLocks noGrp="1" noChangeArrowheads="1"/>
          </p:cNvSpPr>
          <p:nvPr>
            <p:ph type="body" idx="1"/>
          </p:nvPr>
        </p:nvSpPr>
        <p:spPr/>
        <p:txBody>
          <a:bodyPr/>
          <a:lstStyle/>
          <a:p>
            <a:pPr eaLnBrk="1" hangingPunct="1">
              <a:lnSpc>
                <a:spcPct val="120000"/>
              </a:lnSpc>
            </a:pPr>
            <a:r>
              <a:rPr lang="zh-CN" altLang="en-US" sz="2000">
                <a:solidFill>
                  <a:srgbClr val="660033"/>
                </a:solidFill>
                <a:ea typeface="宋体" panose="02010600030101010101" pitchFamily="2" charset="-122"/>
              </a:rPr>
              <a:t>例</a:t>
            </a:r>
            <a:r>
              <a:rPr lang="en-US" altLang="zh-CN" sz="2000">
                <a:solidFill>
                  <a:srgbClr val="660033"/>
                </a:solidFill>
                <a:ea typeface="宋体" panose="02010600030101010101" pitchFamily="2" charset="-122"/>
              </a:rPr>
              <a:t>.</a:t>
            </a:r>
            <a:r>
              <a:rPr lang="en-US" altLang="zh-CN" sz="2000">
                <a:ea typeface="宋体" panose="02010600030101010101" pitchFamily="2" charset="-122"/>
              </a:rPr>
              <a:t> </a:t>
            </a:r>
            <a:r>
              <a:rPr lang="zh-CN" altLang="en-US" sz="2000">
                <a:ea typeface="宋体" panose="02010600030101010101" pitchFamily="2" charset="-122"/>
              </a:rPr>
              <a:t>构造自动机，识别所有由奇数个</a:t>
            </a:r>
            <a:r>
              <a:rPr lang="en-US" altLang="zh-CN" sz="2000">
                <a:ea typeface="宋体" panose="02010600030101010101" pitchFamily="2" charset="-122"/>
              </a:rPr>
              <a:t>a</a:t>
            </a:r>
            <a:r>
              <a:rPr lang="zh-CN" altLang="en-US" sz="2000">
                <a:ea typeface="宋体" panose="02010600030101010101" pitchFamily="2" charset="-122"/>
              </a:rPr>
              <a:t>和奇数个</a:t>
            </a:r>
            <a:r>
              <a:rPr lang="en-US" altLang="zh-CN" sz="2000">
                <a:ea typeface="宋体" panose="02010600030101010101" pitchFamily="2" charset="-122"/>
              </a:rPr>
              <a:t>b</a:t>
            </a:r>
            <a:r>
              <a:rPr lang="zh-CN" altLang="en-US" sz="2000">
                <a:ea typeface="宋体" panose="02010600030101010101" pitchFamily="2" charset="-122"/>
              </a:rPr>
              <a:t>组成的字符串。</a:t>
            </a:r>
          </a:p>
          <a:p>
            <a:pPr eaLnBrk="1" hangingPunct="1">
              <a:lnSpc>
                <a:spcPct val="120000"/>
              </a:lnSpc>
            </a:pPr>
            <a:r>
              <a:rPr lang="zh-CN" altLang="en-US" sz="2000">
                <a:ea typeface="宋体" panose="02010600030101010101" pitchFamily="2" charset="-122"/>
              </a:rPr>
              <a:t>关键：不需要记住所看到的整个字符串，只需记住至此所看到的</a:t>
            </a:r>
            <a:r>
              <a:rPr lang="en-US" altLang="zh-CN" sz="2000">
                <a:ea typeface="宋体" panose="02010600030101010101" pitchFamily="2" charset="-122"/>
              </a:rPr>
              <a:t>a</a:t>
            </a:r>
            <a:r>
              <a:rPr lang="zh-CN" altLang="en-US" sz="2000">
                <a:ea typeface="宋体" panose="02010600030101010101" pitchFamily="2" charset="-122"/>
              </a:rPr>
              <a:t>、</a:t>
            </a:r>
            <a:r>
              <a:rPr lang="en-US" altLang="zh-CN" sz="2000">
                <a:ea typeface="宋体" panose="02010600030101010101" pitchFamily="2" charset="-122"/>
              </a:rPr>
              <a:t>b</a:t>
            </a:r>
            <a:r>
              <a:rPr lang="zh-CN" altLang="en-US" sz="2000">
                <a:ea typeface="宋体" panose="02010600030101010101" pitchFamily="2" charset="-122"/>
              </a:rPr>
              <a:t>个数是偶数还是奇数。</a:t>
            </a:r>
          </a:p>
          <a:p>
            <a:pPr eaLnBrk="1" hangingPunct="1">
              <a:lnSpc>
                <a:spcPct val="120000"/>
              </a:lnSpc>
            </a:pPr>
            <a:endParaRPr lang="en-US" altLang="zh-CN" sz="2000">
              <a:ea typeface="宋体" panose="02010600030101010101" pitchFamily="2" charset="-122"/>
            </a:endParaRPr>
          </a:p>
        </p:txBody>
      </p:sp>
      <p:grpSp>
        <p:nvGrpSpPr>
          <p:cNvPr id="2" name="Group 41">
            <a:extLst>
              <a:ext uri="{FF2B5EF4-FFF2-40B4-BE49-F238E27FC236}">
                <a16:creationId xmlns:a16="http://schemas.microsoft.com/office/drawing/2014/main" id="{5B2E27FB-76A7-C71A-EF95-F5CF08DD9076}"/>
              </a:ext>
            </a:extLst>
          </p:cNvPr>
          <p:cNvGrpSpPr>
            <a:grpSpLocks/>
          </p:cNvGrpSpPr>
          <p:nvPr/>
        </p:nvGrpSpPr>
        <p:grpSpPr bwMode="auto">
          <a:xfrm>
            <a:off x="2339975" y="3235325"/>
            <a:ext cx="3816350" cy="3217863"/>
            <a:chOff x="1474" y="1963"/>
            <a:chExt cx="2404" cy="2027"/>
          </a:xfrm>
        </p:grpSpPr>
        <p:sp>
          <p:nvSpPr>
            <p:cNvPr id="60422" name="Text Box 5">
              <a:extLst>
                <a:ext uri="{FF2B5EF4-FFF2-40B4-BE49-F238E27FC236}">
                  <a16:creationId xmlns:a16="http://schemas.microsoft.com/office/drawing/2014/main" id="{ED4F5B59-7F67-E0E5-6CBF-8DCBE88B8179}"/>
                </a:ext>
              </a:extLst>
            </p:cNvPr>
            <p:cNvSpPr txBox="1">
              <a:spLocks noChangeArrowheads="1"/>
            </p:cNvSpPr>
            <p:nvPr/>
          </p:nvSpPr>
          <p:spPr bwMode="auto">
            <a:xfrm>
              <a:off x="1791" y="1979"/>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FF0000"/>
                  </a:solidFill>
                  <a:latin typeface="Times New Roman" panose="02020603050405020304" pitchFamily="18" charset="0"/>
                  <a:ea typeface="宋体" panose="02010600030101010101" pitchFamily="2" charset="-122"/>
                </a:rPr>
                <a:t>q</a:t>
              </a:r>
              <a:r>
                <a:rPr kumimoji="1" lang="zh-CN" altLang="en-US" sz="2400" baseline="-25000">
                  <a:solidFill>
                    <a:srgbClr val="FF0000"/>
                  </a:solidFill>
                  <a:latin typeface="Times New Roman" panose="02020603050405020304" pitchFamily="18" charset="0"/>
                  <a:ea typeface="楷体_GB2312"/>
                  <a:cs typeface="楷体_GB2312"/>
                </a:rPr>
                <a:t>偶</a:t>
              </a:r>
              <a:r>
                <a:rPr kumimoji="1" lang="en-US" altLang="zh-CN" sz="2400" baseline="-25000">
                  <a:solidFill>
                    <a:srgbClr val="FF0000"/>
                  </a:solidFill>
                  <a:latin typeface="Times New Roman" panose="02020603050405020304" pitchFamily="18" charset="0"/>
                  <a:ea typeface="楷体_GB2312"/>
                  <a:cs typeface="楷体_GB2312"/>
                </a:rPr>
                <a:t>a</a:t>
              </a:r>
              <a:r>
                <a:rPr kumimoji="1" lang="zh-CN" altLang="en-US" sz="2400" baseline="-25000">
                  <a:solidFill>
                    <a:srgbClr val="FF0000"/>
                  </a:solidFill>
                  <a:latin typeface="Times New Roman" panose="02020603050405020304" pitchFamily="18" charset="0"/>
                  <a:ea typeface="楷体_GB2312"/>
                  <a:cs typeface="楷体_GB2312"/>
                </a:rPr>
                <a:t>偶</a:t>
              </a:r>
              <a:r>
                <a:rPr kumimoji="1" lang="en-US" altLang="zh-CN" sz="2400" baseline="-25000">
                  <a:solidFill>
                    <a:srgbClr val="FF0000"/>
                  </a:solidFill>
                  <a:latin typeface="Times New Roman" panose="02020603050405020304" pitchFamily="18" charset="0"/>
                  <a:ea typeface="楷体_GB2312"/>
                  <a:cs typeface="楷体_GB2312"/>
                </a:rPr>
                <a:t>b</a:t>
              </a:r>
            </a:p>
          </p:txBody>
        </p:sp>
        <p:sp>
          <p:nvSpPr>
            <p:cNvPr id="60423" name="Text Box 6">
              <a:extLst>
                <a:ext uri="{FF2B5EF4-FFF2-40B4-BE49-F238E27FC236}">
                  <a16:creationId xmlns:a16="http://schemas.microsoft.com/office/drawing/2014/main" id="{4D019610-5CAE-53A6-95B1-9EE423913695}"/>
                </a:ext>
              </a:extLst>
            </p:cNvPr>
            <p:cNvSpPr txBox="1">
              <a:spLocks noChangeArrowheads="1"/>
            </p:cNvSpPr>
            <p:nvPr/>
          </p:nvSpPr>
          <p:spPr bwMode="auto">
            <a:xfrm>
              <a:off x="3107" y="1963"/>
              <a:ext cx="71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FF0000"/>
                  </a:solidFill>
                  <a:latin typeface="Times New Roman" panose="02020603050405020304" pitchFamily="18" charset="0"/>
                  <a:ea typeface="宋体" panose="02010600030101010101" pitchFamily="2" charset="-122"/>
                </a:rPr>
                <a:t>q</a:t>
              </a:r>
              <a:r>
                <a:rPr kumimoji="1" lang="zh-CN" altLang="en-US" sz="2400" baseline="-25000">
                  <a:solidFill>
                    <a:srgbClr val="FF0000"/>
                  </a:solidFill>
                  <a:latin typeface="Times New Roman" panose="02020603050405020304" pitchFamily="18" charset="0"/>
                  <a:ea typeface="楷体_GB2312"/>
                  <a:cs typeface="楷体_GB2312"/>
                </a:rPr>
                <a:t>奇</a:t>
              </a:r>
              <a:r>
                <a:rPr kumimoji="1" lang="en-US" altLang="zh-CN" sz="2400" baseline="-25000">
                  <a:solidFill>
                    <a:srgbClr val="FF0000"/>
                  </a:solidFill>
                  <a:latin typeface="Times New Roman" panose="02020603050405020304" pitchFamily="18" charset="0"/>
                  <a:ea typeface="楷体_GB2312"/>
                  <a:cs typeface="楷体_GB2312"/>
                </a:rPr>
                <a:t>a</a:t>
              </a:r>
              <a:r>
                <a:rPr kumimoji="1" lang="zh-CN" altLang="en-US" sz="2400" baseline="-25000">
                  <a:solidFill>
                    <a:srgbClr val="FF0000"/>
                  </a:solidFill>
                  <a:latin typeface="Times New Roman" panose="02020603050405020304" pitchFamily="18" charset="0"/>
                  <a:ea typeface="楷体_GB2312"/>
                  <a:cs typeface="楷体_GB2312"/>
                </a:rPr>
                <a:t>偶</a:t>
              </a:r>
              <a:r>
                <a:rPr kumimoji="1" lang="en-US" altLang="zh-CN" sz="2400" baseline="-25000">
                  <a:solidFill>
                    <a:srgbClr val="FF0000"/>
                  </a:solidFill>
                  <a:latin typeface="Times New Roman" panose="02020603050405020304" pitchFamily="18" charset="0"/>
                  <a:ea typeface="楷体_GB2312"/>
                  <a:cs typeface="楷体_GB2312"/>
                </a:rPr>
                <a:t>b</a:t>
              </a:r>
            </a:p>
          </p:txBody>
        </p:sp>
        <p:sp>
          <p:nvSpPr>
            <p:cNvPr id="60424" name="Text Box 7">
              <a:extLst>
                <a:ext uri="{FF2B5EF4-FFF2-40B4-BE49-F238E27FC236}">
                  <a16:creationId xmlns:a16="http://schemas.microsoft.com/office/drawing/2014/main" id="{7A21709A-1ED5-1C9F-C9C9-F11810942A60}"/>
                </a:ext>
              </a:extLst>
            </p:cNvPr>
            <p:cNvSpPr txBox="1">
              <a:spLocks noChangeArrowheads="1"/>
            </p:cNvSpPr>
            <p:nvPr/>
          </p:nvSpPr>
          <p:spPr bwMode="auto">
            <a:xfrm>
              <a:off x="1701" y="3686"/>
              <a:ext cx="6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FF0000"/>
                  </a:solidFill>
                  <a:latin typeface="Times New Roman" panose="02020603050405020304" pitchFamily="18" charset="0"/>
                  <a:ea typeface="宋体" panose="02010600030101010101" pitchFamily="2" charset="-122"/>
                </a:rPr>
                <a:t>q</a:t>
              </a:r>
              <a:r>
                <a:rPr kumimoji="1" lang="zh-CN" altLang="en-US" sz="2400" baseline="-25000">
                  <a:solidFill>
                    <a:srgbClr val="FF0000"/>
                  </a:solidFill>
                  <a:latin typeface="Times New Roman" panose="02020603050405020304" pitchFamily="18" charset="0"/>
                  <a:ea typeface="楷体_GB2312"/>
                  <a:cs typeface="楷体_GB2312"/>
                </a:rPr>
                <a:t>偶</a:t>
              </a:r>
              <a:r>
                <a:rPr kumimoji="1" lang="en-US" altLang="zh-CN" sz="2400" baseline="-25000">
                  <a:solidFill>
                    <a:srgbClr val="FF0000"/>
                  </a:solidFill>
                  <a:latin typeface="Times New Roman" panose="02020603050405020304" pitchFamily="18" charset="0"/>
                  <a:ea typeface="楷体_GB2312"/>
                  <a:cs typeface="楷体_GB2312"/>
                </a:rPr>
                <a:t>a</a:t>
              </a:r>
              <a:r>
                <a:rPr kumimoji="1" lang="zh-CN" altLang="en-US" sz="2400" baseline="-25000">
                  <a:solidFill>
                    <a:srgbClr val="FF0000"/>
                  </a:solidFill>
                  <a:latin typeface="Times New Roman" panose="02020603050405020304" pitchFamily="18" charset="0"/>
                  <a:ea typeface="楷体_GB2312"/>
                  <a:cs typeface="楷体_GB2312"/>
                </a:rPr>
                <a:t>奇</a:t>
              </a:r>
              <a:r>
                <a:rPr kumimoji="1" lang="en-US" altLang="zh-CN" sz="2400" baseline="-25000">
                  <a:solidFill>
                    <a:srgbClr val="FF0000"/>
                  </a:solidFill>
                  <a:latin typeface="Times New Roman" panose="02020603050405020304" pitchFamily="18" charset="0"/>
                  <a:ea typeface="楷体_GB2312"/>
                  <a:cs typeface="楷体_GB2312"/>
                </a:rPr>
                <a:t>b</a:t>
              </a:r>
            </a:p>
          </p:txBody>
        </p:sp>
        <p:sp>
          <p:nvSpPr>
            <p:cNvPr id="60425" name="Text Box 8">
              <a:extLst>
                <a:ext uri="{FF2B5EF4-FFF2-40B4-BE49-F238E27FC236}">
                  <a16:creationId xmlns:a16="http://schemas.microsoft.com/office/drawing/2014/main" id="{D7AA6CF0-24FC-C584-8B22-8890FC21B343}"/>
                </a:ext>
              </a:extLst>
            </p:cNvPr>
            <p:cNvSpPr txBox="1">
              <a:spLocks noChangeArrowheads="1"/>
            </p:cNvSpPr>
            <p:nvPr/>
          </p:nvSpPr>
          <p:spPr bwMode="auto">
            <a:xfrm>
              <a:off x="3211" y="3702"/>
              <a:ext cx="6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FF0000"/>
                  </a:solidFill>
                  <a:latin typeface="Times New Roman" panose="02020603050405020304" pitchFamily="18" charset="0"/>
                  <a:ea typeface="宋体" panose="02010600030101010101" pitchFamily="2" charset="-122"/>
                </a:rPr>
                <a:t>q</a:t>
              </a:r>
              <a:r>
                <a:rPr kumimoji="1" lang="zh-CN" altLang="en-US" sz="2400" baseline="-25000">
                  <a:solidFill>
                    <a:srgbClr val="FF0000"/>
                  </a:solidFill>
                  <a:latin typeface="Times New Roman" panose="02020603050405020304" pitchFamily="18" charset="0"/>
                  <a:ea typeface="楷体_GB2312"/>
                  <a:cs typeface="楷体_GB2312"/>
                </a:rPr>
                <a:t>奇</a:t>
              </a:r>
              <a:r>
                <a:rPr kumimoji="1" lang="en-US" altLang="zh-CN" sz="2400" baseline="-25000">
                  <a:solidFill>
                    <a:srgbClr val="FF0000"/>
                  </a:solidFill>
                  <a:latin typeface="Times New Roman" panose="02020603050405020304" pitchFamily="18" charset="0"/>
                  <a:ea typeface="楷体_GB2312"/>
                  <a:cs typeface="楷体_GB2312"/>
                </a:rPr>
                <a:t>a</a:t>
              </a:r>
              <a:r>
                <a:rPr kumimoji="1" lang="zh-CN" altLang="en-US" sz="2400" baseline="-25000">
                  <a:solidFill>
                    <a:srgbClr val="FF0000"/>
                  </a:solidFill>
                  <a:latin typeface="Times New Roman" panose="02020603050405020304" pitchFamily="18" charset="0"/>
                  <a:ea typeface="楷体_GB2312"/>
                  <a:cs typeface="楷体_GB2312"/>
                </a:rPr>
                <a:t>奇</a:t>
              </a:r>
              <a:r>
                <a:rPr kumimoji="1" lang="en-US" altLang="zh-CN" sz="2400" baseline="-25000">
                  <a:solidFill>
                    <a:srgbClr val="FF0000"/>
                  </a:solidFill>
                  <a:latin typeface="Times New Roman" panose="02020603050405020304" pitchFamily="18" charset="0"/>
                  <a:ea typeface="楷体_GB2312"/>
                  <a:cs typeface="楷体_GB2312"/>
                </a:rPr>
                <a:t>b</a:t>
              </a:r>
            </a:p>
          </p:txBody>
        </p:sp>
        <p:sp>
          <p:nvSpPr>
            <p:cNvPr id="60426" name="Line 9">
              <a:extLst>
                <a:ext uri="{FF2B5EF4-FFF2-40B4-BE49-F238E27FC236}">
                  <a16:creationId xmlns:a16="http://schemas.microsoft.com/office/drawing/2014/main" id="{5838CF0C-3487-C1EC-95CD-6540668D2ED1}"/>
                </a:ext>
              </a:extLst>
            </p:cNvPr>
            <p:cNvSpPr>
              <a:spLocks noChangeShapeType="1"/>
            </p:cNvSpPr>
            <p:nvPr/>
          </p:nvSpPr>
          <p:spPr bwMode="auto">
            <a:xfrm flipV="1">
              <a:off x="1489" y="2444"/>
              <a:ext cx="314" cy="4"/>
            </a:xfrm>
            <a:prstGeom prst="line">
              <a:avLst/>
            </a:prstGeom>
            <a:noFill/>
            <a:ln w="4763">
              <a:solidFill>
                <a:srgbClr val="8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27" name="Freeform 10">
              <a:extLst>
                <a:ext uri="{FF2B5EF4-FFF2-40B4-BE49-F238E27FC236}">
                  <a16:creationId xmlns:a16="http://schemas.microsoft.com/office/drawing/2014/main" id="{11596259-59D9-354C-EBD7-9543E6EDE975}"/>
                </a:ext>
              </a:extLst>
            </p:cNvPr>
            <p:cNvSpPr>
              <a:spLocks/>
            </p:cNvSpPr>
            <p:nvPr/>
          </p:nvSpPr>
          <p:spPr bwMode="auto">
            <a:xfrm>
              <a:off x="1795" y="2419"/>
              <a:ext cx="90" cy="50"/>
            </a:xfrm>
            <a:custGeom>
              <a:avLst/>
              <a:gdLst>
                <a:gd name="T0" fmla="*/ 0 w 179"/>
                <a:gd name="T1" fmla="*/ 0 h 101"/>
                <a:gd name="T2" fmla="*/ 1 w 179"/>
                <a:gd name="T3" fmla="*/ 0 h 101"/>
                <a:gd name="T4" fmla="*/ 1 w 179"/>
                <a:gd name="T5" fmla="*/ 0 h 101"/>
                <a:gd name="T6" fmla="*/ 0 w 179"/>
                <a:gd name="T7" fmla="*/ 0 h 101"/>
                <a:gd name="T8" fmla="*/ 0 60000 65536"/>
                <a:gd name="T9" fmla="*/ 0 60000 65536"/>
                <a:gd name="T10" fmla="*/ 0 60000 65536"/>
                <a:gd name="T11" fmla="*/ 0 60000 65536"/>
                <a:gd name="T12" fmla="*/ 0 w 179"/>
                <a:gd name="T13" fmla="*/ 0 h 101"/>
                <a:gd name="T14" fmla="*/ 179 w 179"/>
                <a:gd name="T15" fmla="*/ 101 h 101"/>
              </a:gdLst>
              <a:ahLst/>
              <a:cxnLst>
                <a:cxn ang="T8">
                  <a:pos x="T0" y="T1"/>
                </a:cxn>
                <a:cxn ang="T9">
                  <a:pos x="T2" y="T3"/>
                </a:cxn>
                <a:cxn ang="T10">
                  <a:pos x="T4" y="T5"/>
                </a:cxn>
                <a:cxn ang="T11">
                  <a:pos x="T6" y="T7"/>
                </a:cxn>
              </a:cxnLst>
              <a:rect l="T12" t="T13" r="T14" b="T15"/>
              <a:pathLst>
                <a:path w="179" h="101">
                  <a:moveTo>
                    <a:pt x="0" y="0"/>
                  </a:moveTo>
                  <a:lnTo>
                    <a:pt x="179" y="48"/>
                  </a:lnTo>
                  <a:lnTo>
                    <a:pt x="1" y="101"/>
                  </a:lnTo>
                  <a:lnTo>
                    <a:pt x="0" y="0"/>
                  </a:lnTo>
                  <a:close/>
                </a:path>
              </a:pathLst>
            </a:custGeom>
            <a:solidFill>
              <a:srgbClr val="800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28" name="Rectangle 11">
              <a:extLst>
                <a:ext uri="{FF2B5EF4-FFF2-40B4-BE49-F238E27FC236}">
                  <a16:creationId xmlns:a16="http://schemas.microsoft.com/office/drawing/2014/main" id="{CB60944F-4D31-DBE2-E99F-1D298AF0824C}"/>
                </a:ext>
              </a:extLst>
            </p:cNvPr>
            <p:cNvSpPr>
              <a:spLocks noChangeArrowheads="1"/>
            </p:cNvSpPr>
            <p:nvPr/>
          </p:nvSpPr>
          <p:spPr bwMode="auto">
            <a:xfrm>
              <a:off x="1474" y="2283"/>
              <a:ext cx="29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r">
                <a:buClr>
                  <a:schemeClr val="folHlink"/>
                </a:buClr>
                <a:buSzPct val="60000"/>
                <a:buFont typeface="Wingdings" pitchFamily="2" charset="2"/>
                <a:buNone/>
              </a:pPr>
              <a:r>
                <a:rPr kumimoji="1" lang="en-US" altLang="zh-CN" sz="1600" i="1">
                  <a:solidFill>
                    <a:srgbClr val="FF0000"/>
                  </a:solidFill>
                  <a:ea typeface="宋体" panose="02010600030101010101" pitchFamily="2" charset="-122"/>
                </a:rPr>
                <a:t>Start</a:t>
              </a:r>
              <a:endParaRPr kumimoji="1" lang="en-US" altLang="zh-CN" sz="1800" b="0">
                <a:solidFill>
                  <a:srgbClr val="FF0000"/>
                </a:solidFill>
                <a:latin typeface="Times New Roman" panose="02020603050405020304" pitchFamily="18" charset="0"/>
                <a:ea typeface="宋体" panose="02010600030101010101" pitchFamily="2" charset="-122"/>
              </a:endParaRPr>
            </a:p>
          </p:txBody>
        </p:sp>
        <p:sp>
          <p:nvSpPr>
            <p:cNvPr id="60429" name="Rectangle 12">
              <a:extLst>
                <a:ext uri="{FF2B5EF4-FFF2-40B4-BE49-F238E27FC236}">
                  <a16:creationId xmlns:a16="http://schemas.microsoft.com/office/drawing/2014/main" id="{41C7565B-CDA9-BA33-C994-6A5A355C37D7}"/>
                </a:ext>
              </a:extLst>
            </p:cNvPr>
            <p:cNvSpPr>
              <a:spLocks noChangeArrowheads="1"/>
            </p:cNvSpPr>
            <p:nvPr/>
          </p:nvSpPr>
          <p:spPr bwMode="auto">
            <a:xfrm>
              <a:off x="1606" y="3113"/>
              <a:ext cx="7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r">
                <a:buClr>
                  <a:schemeClr val="folHlink"/>
                </a:buClr>
                <a:buSzPct val="60000"/>
                <a:buFont typeface="Wingdings" pitchFamily="2" charset="2"/>
                <a:buNone/>
              </a:pPr>
              <a:r>
                <a:rPr kumimoji="1" lang="en-US" altLang="zh-CN" sz="1600" i="1">
                  <a:solidFill>
                    <a:schemeClr val="tx1"/>
                  </a:solidFill>
                  <a:ea typeface="宋体" panose="02010600030101010101" pitchFamily="2" charset="-122"/>
                </a:rPr>
                <a:t>b</a:t>
              </a:r>
              <a:endParaRPr kumimoji="1" lang="en-US" altLang="zh-CN" sz="1800" b="0">
                <a:solidFill>
                  <a:schemeClr val="tx1"/>
                </a:solidFill>
                <a:latin typeface="Times New Roman" panose="02020603050405020304" pitchFamily="18" charset="0"/>
                <a:ea typeface="宋体" panose="02010600030101010101" pitchFamily="2" charset="-122"/>
              </a:endParaRPr>
            </a:p>
          </p:txBody>
        </p:sp>
        <p:sp>
          <p:nvSpPr>
            <p:cNvPr id="60430" name="Freeform 13">
              <a:extLst>
                <a:ext uri="{FF2B5EF4-FFF2-40B4-BE49-F238E27FC236}">
                  <a16:creationId xmlns:a16="http://schemas.microsoft.com/office/drawing/2014/main" id="{0709ADA6-7B65-7E64-A944-1A73AE8FC390}"/>
                </a:ext>
              </a:extLst>
            </p:cNvPr>
            <p:cNvSpPr>
              <a:spLocks/>
            </p:cNvSpPr>
            <p:nvPr/>
          </p:nvSpPr>
          <p:spPr bwMode="auto">
            <a:xfrm>
              <a:off x="2295" y="2201"/>
              <a:ext cx="819" cy="189"/>
            </a:xfrm>
            <a:custGeom>
              <a:avLst/>
              <a:gdLst>
                <a:gd name="T0" fmla="*/ 0 w 1925"/>
                <a:gd name="T1" fmla="*/ 1 h 323"/>
                <a:gd name="T2" fmla="*/ 0 w 1925"/>
                <a:gd name="T3" fmla="*/ 1 h 323"/>
                <a:gd name="T4" fmla="*/ 0 w 1925"/>
                <a:gd name="T5" fmla="*/ 1 h 323"/>
                <a:gd name="T6" fmla="*/ 0 w 1925"/>
                <a:gd name="T7" fmla="*/ 1 h 323"/>
                <a:gd name="T8" fmla="*/ 0 w 1925"/>
                <a:gd name="T9" fmla="*/ 1 h 323"/>
                <a:gd name="T10" fmla="*/ 0 w 1925"/>
                <a:gd name="T11" fmla="*/ 1 h 323"/>
                <a:gd name="T12" fmla="*/ 0 w 1925"/>
                <a:gd name="T13" fmla="*/ 1 h 323"/>
                <a:gd name="T14" fmla="*/ 0 w 1925"/>
                <a:gd name="T15" fmla="*/ 1 h 323"/>
                <a:gd name="T16" fmla="*/ 0 w 1925"/>
                <a:gd name="T17" fmla="*/ 1 h 323"/>
                <a:gd name="T18" fmla="*/ 0 w 1925"/>
                <a:gd name="T19" fmla="*/ 1 h 323"/>
                <a:gd name="T20" fmla="*/ 0 w 1925"/>
                <a:gd name="T21" fmla="*/ 1 h 323"/>
                <a:gd name="T22" fmla="*/ 0 w 1925"/>
                <a:gd name="T23" fmla="*/ 1 h 323"/>
                <a:gd name="T24" fmla="*/ 0 w 1925"/>
                <a:gd name="T25" fmla="*/ 0 h 323"/>
                <a:gd name="T26" fmla="*/ 0 w 1925"/>
                <a:gd name="T27" fmla="*/ 1 h 323"/>
                <a:gd name="T28" fmla="*/ 0 w 1925"/>
                <a:gd name="T29" fmla="*/ 1 h 323"/>
                <a:gd name="T30" fmla="*/ 0 w 1925"/>
                <a:gd name="T31" fmla="*/ 1 h 323"/>
                <a:gd name="T32" fmla="*/ 0 w 1925"/>
                <a:gd name="T33" fmla="*/ 1 h 323"/>
                <a:gd name="T34" fmla="*/ 0 w 1925"/>
                <a:gd name="T35" fmla="*/ 1 h 323"/>
                <a:gd name="T36" fmla="*/ 0 w 1925"/>
                <a:gd name="T37" fmla="*/ 1 h 323"/>
                <a:gd name="T38" fmla="*/ 0 w 1925"/>
                <a:gd name="T39" fmla="*/ 1 h 323"/>
                <a:gd name="T40" fmla="*/ 0 w 1925"/>
                <a:gd name="T41" fmla="*/ 1 h 323"/>
                <a:gd name="T42" fmla="*/ 0 w 1925"/>
                <a:gd name="T43" fmla="*/ 1 h 323"/>
                <a:gd name="T44" fmla="*/ 0 w 1925"/>
                <a:gd name="T45" fmla="*/ 1 h 323"/>
                <a:gd name="T46" fmla="*/ 0 w 1925"/>
                <a:gd name="T47" fmla="*/ 1 h 323"/>
                <a:gd name="T48" fmla="*/ 0 w 1925"/>
                <a:gd name="T49" fmla="*/ 1 h 323"/>
                <a:gd name="T50" fmla="*/ 0 w 1925"/>
                <a:gd name="T51" fmla="*/ 1 h 323"/>
                <a:gd name="T52" fmla="*/ 0 w 1925"/>
                <a:gd name="T53" fmla="*/ 1 h 32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925"/>
                <a:gd name="T82" fmla="*/ 0 h 323"/>
                <a:gd name="T83" fmla="*/ 1925 w 1925"/>
                <a:gd name="T84" fmla="*/ 323 h 32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925" h="323">
                  <a:moveTo>
                    <a:pt x="1925" y="250"/>
                  </a:moveTo>
                  <a:lnTo>
                    <a:pt x="1851" y="211"/>
                  </a:lnTo>
                  <a:lnTo>
                    <a:pt x="1777" y="175"/>
                  </a:lnTo>
                  <a:lnTo>
                    <a:pt x="1704" y="142"/>
                  </a:lnTo>
                  <a:lnTo>
                    <a:pt x="1629" y="112"/>
                  </a:lnTo>
                  <a:lnTo>
                    <a:pt x="1555" y="87"/>
                  </a:lnTo>
                  <a:lnTo>
                    <a:pt x="1481" y="64"/>
                  </a:lnTo>
                  <a:lnTo>
                    <a:pt x="1408" y="45"/>
                  </a:lnTo>
                  <a:lnTo>
                    <a:pt x="1334" y="29"/>
                  </a:lnTo>
                  <a:lnTo>
                    <a:pt x="1260" y="17"/>
                  </a:lnTo>
                  <a:lnTo>
                    <a:pt x="1186" y="8"/>
                  </a:lnTo>
                  <a:lnTo>
                    <a:pt x="1112" y="2"/>
                  </a:lnTo>
                  <a:lnTo>
                    <a:pt x="1039" y="0"/>
                  </a:lnTo>
                  <a:lnTo>
                    <a:pt x="964" y="1"/>
                  </a:lnTo>
                  <a:lnTo>
                    <a:pt x="890" y="5"/>
                  </a:lnTo>
                  <a:lnTo>
                    <a:pt x="816" y="14"/>
                  </a:lnTo>
                  <a:lnTo>
                    <a:pt x="742" y="25"/>
                  </a:lnTo>
                  <a:lnTo>
                    <a:pt x="668" y="39"/>
                  </a:lnTo>
                  <a:lnTo>
                    <a:pt x="594" y="58"/>
                  </a:lnTo>
                  <a:lnTo>
                    <a:pt x="519" y="79"/>
                  </a:lnTo>
                  <a:lnTo>
                    <a:pt x="445" y="104"/>
                  </a:lnTo>
                  <a:lnTo>
                    <a:pt x="371" y="132"/>
                  </a:lnTo>
                  <a:lnTo>
                    <a:pt x="297" y="164"/>
                  </a:lnTo>
                  <a:lnTo>
                    <a:pt x="223" y="199"/>
                  </a:lnTo>
                  <a:lnTo>
                    <a:pt x="149" y="237"/>
                  </a:lnTo>
                  <a:lnTo>
                    <a:pt x="74" y="279"/>
                  </a:lnTo>
                  <a:lnTo>
                    <a:pt x="0" y="323"/>
                  </a:lnTo>
                </a:path>
              </a:pathLst>
            </a:custGeom>
            <a:noFill/>
            <a:ln w="4763">
              <a:solidFill>
                <a:srgbClr val="8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31" name="Freeform 14">
              <a:extLst>
                <a:ext uri="{FF2B5EF4-FFF2-40B4-BE49-F238E27FC236}">
                  <a16:creationId xmlns:a16="http://schemas.microsoft.com/office/drawing/2014/main" id="{2B2E6EC7-E659-BC59-D9F1-6E9D6AA09191}"/>
                </a:ext>
              </a:extLst>
            </p:cNvPr>
            <p:cNvSpPr>
              <a:spLocks/>
            </p:cNvSpPr>
            <p:nvPr/>
          </p:nvSpPr>
          <p:spPr bwMode="auto">
            <a:xfrm>
              <a:off x="3063" y="2297"/>
              <a:ext cx="91" cy="64"/>
            </a:xfrm>
            <a:custGeom>
              <a:avLst/>
              <a:gdLst>
                <a:gd name="T0" fmla="*/ 1 w 182"/>
                <a:gd name="T1" fmla="*/ 0 h 129"/>
                <a:gd name="T2" fmla="*/ 1 w 182"/>
                <a:gd name="T3" fmla="*/ 0 h 129"/>
                <a:gd name="T4" fmla="*/ 0 w 182"/>
                <a:gd name="T5" fmla="*/ 0 h 129"/>
                <a:gd name="T6" fmla="*/ 1 w 182"/>
                <a:gd name="T7" fmla="*/ 0 h 129"/>
                <a:gd name="T8" fmla="*/ 0 60000 65536"/>
                <a:gd name="T9" fmla="*/ 0 60000 65536"/>
                <a:gd name="T10" fmla="*/ 0 60000 65536"/>
                <a:gd name="T11" fmla="*/ 0 60000 65536"/>
                <a:gd name="T12" fmla="*/ 0 w 182"/>
                <a:gd name="T13" fmla="*/ 0 h 129"/>
                <a:gd name="T14" fmla="*/ 182 w 182"/>
                <a:gd name="T15" fmla="*/ 129 h 129"/>
              </a:gdLst>
              <a:ahLst/>
              <a:cxnLst>
                <a:cxn ang="T8">
                  <a:pos x="T0" y="T1"/>
                </a:cxn>
                <a:cxn ang="T9">
                  <a:pos x="T2" y="T3"/>
                </a:cxn>
                <a:cxn ang="T10">
                  <a:pos x="T4" y="T5"/>
                </a:cxn>
                <a:cxn ang="T11">
                  <a:pos x="T6" y="T7"/>
                </a:cxn>
              </a:cxnLst>
              <a:rect l="T12" t="T13" r="T14" b="T15"/>
              <a:pathLst>
                <a:path w="182" h="129">
                  <a:moveTo>
                    <a:pt x="70" y="0"/>
                  </a:moveTo>
                  <a:lnTo>
                    <a:pt x="182" y="129"/>
                  </a:lnTo>
                  <a:lnTo>
                    <a:pt x="0" y="82"/>
                  </a:lnTo>
                  <a:lnTo>
                    <a:pt x="70" y="0"/>
                  </a:lnTo>
                  <a:close/>
                </a:path>
              </a:pathLst>
            </a:custGeom>
            <a:solidFill>
              <a:srgbClr val="800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32" name="Rectangle 15">
              <a:extLst>
                <a:ext uri="{FF2B5EF4-FFF2-40B4-BE49-F238E27FC236}">
                  <a16:creationId xmlns:a16="http://schemas.microsoft.com/office/drawing/2014/main" id="{B3F0A2B9-F9E8-9A32-FE81-F1DD263B0CE2}"/>
                </a:ext>
              </a:extLst>
            </p:cNvPr>
            <p:cNvSpPr>
              <a:spLocks noChangeArrowheads="1"/>
            </p:cNvSpPr>
            <p:nvPr/>
          </p:nvSpPr>
          <p:spPr bwMode="auto">
            <a:xfrm>
              <a:off x="2583" y="2057"/>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r">
                <a:buClr>
                  <a:schemeClr val="folHlink"/>
                </a:buClr>
                <a:buSzPct val="60000"/>
                <a:buFont typeface="Wingdings" pitchFamily="2" charset="2"/>
                <a:buNone/>
              </a:pPr>
              <a:r>
                <a:rPr kumimoji="1" lang="en-US" altLang="zh-CN" sz="1600" i="1">
                  <a:solidFill>
                    <a:schemeClr val="tx1"/>
                  </a:solidFill>
                  <a:ea typeface="宋体" panose="02010600030101010101" pitchFamily="2" charset="-122"/>
                </a:rPr>
                <a:t>a</a:t>
              </a:r>
              <a:endParaRPr kumimoji="1" lang="en-US" altLang="zh-CN" sz="1800" b="0">
                <a:solidFill>
                  <a:schemeClr val="tx1"/>
                </a:solidFill>
                <a:latin typeface="Times New Roman" panose="02020603050405020304" pitchFamily="18" charset="0"/>
                <a:ea typeface="宋体" panose="02010600030101010101" pitchFamily="2" charset="-122"/>
              </a:endParaRPr>
            </a:p>
          </p:txBody>
        </p:sp>
        <p:sp>
          <p:nvSpPr>
            <p:cNvPr id="60433" name="Rectangle 16">
              <a:extLst>
                <a:ext uri="{FF2B5EF4-FFF2-40B4-BE49-F238E27FC236}">
                  <a16:creationId xmlns:a16="http://schemas.microsoft.com/office/drawing/2014/main" id="{110410E6-2D1E-6501-0B96-867D6E0075A3}"/>
                </a:ext>
              </a:extLst>
            </p:cNvPr>
            <p:cNvSpPr>
              <a:spLocks noChangeArrowheads="1"/>
            </p:cNvSpPr>
            <p:nvPr/>
          </p:nvSpPr>
          <p:spPr bwMode="auto">
            <a:xfrm>
              <a:off x="2871" y="3775"/>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r">
                <a:buClr>
                  <a:schemeClr val="folHlink"/>
                </a:buClr>
                <a:buSzPct val="60000"/>
                <a:buFont typeface="Wingdings" pitchFamily="2" charset="2"/>
                <a:buNone/>
              </a:pPr>
              <a:r>
                <a:rPr kumimoji="1" lang="en-US" altLang="zh-CN" sz="1600" i="1">
                  <a:solidFill>
                    <a:schemeClr val="tx1"/>
                  </a:solidFill>
                  <a:ea typeface="宋体" panose="02010600030101010101" pitchFamily="2" charset="-122"/>
                </a:rPr>
                <a:t>a</a:t>
              </a:r>
              <a:endParaRPr kumimoji="1" lang="en-US" altLang="zh-CN" sz="1800" b="0">
                <a:solidFill>
                  <a:schemeClr val="tx1"/>
                </a:solidFill>
                <a:latin typeface="Times New Roman" panose="02020603050405020304" pitchFamily="18" charset="0"/>
                <a:ea typeface="宋体" panose="02010600030101010101" pitchFamily="2" charset="-122"/>
              </a:endParaRPr>
            </a:p>
          </p:txBody>
        </p:sp>
        <p:sp>
          <p:nvSpPr>
            <p:cNvPr id="60434" name="Freeform 17">
              <a:extLst>
                <a:ext uri="{FF2B5EF4-FFF2-40B4-BE49-F238E27FC236}">
                  <a16:creationId xmlns:a16="http://schemas.microsoft.com/office/drawing/2014/main" id="{DF403E07-078C-BF75-64AD-AFCB545EDC1D}"/>
                </a:ext>
              </a:extLst>
            </p:cNvPr>
            <p:cNvSpPr>
              <a:spLocks/>
            </p:cNvSpPr>
            <p:nvPr/>
          </p:nvSpPr>
          <p:spPr bwMode="auto">
            <a:xfrm>
              <a:off x="2391" y="2585"/>
              <a:ext cx="720" cy="96"/>
            </a:xfrm>
            <a:custGeom>
              <a:avLst/>
              <a:gdLst>
                <a:gd name="T0" fmla="*/ 0 w 1919"/>
                <a:gd name="T1" fmla="*/ 0 h 288"/>
                <a:gd name="T2" fmla="*/ 0 w 1919"/>
                <a:gd name="T3" fmla="*/ 0 h 288"/>
                <a:gd name="T4" fmla="*/ 0 w 1919"/>
                <a:gd name="T5" fmla="*/ 0 h 288"/>
                <a:gd name="T6" fmla="*/ 0 w 1919"/>
                <a:gd name="T7" fmla="*/ 0 h 288"/>
                <a:gd name="T8" fmla="*/ 0 w 1919"/>
                <a:gd name="T9" fmla="*/ 0 h 288"/>
                <a:gd name="T10" fmla="*/ 0 w 1919"/>
                <a:gd name="T11" fmla="*/ 0 h 288"/>
                <a:gd name="T12" fmla="*/ 0 w 1919"/>
                <a:gd name="T13" fmla="*/ 0 h 288"/>
                <a:gd name="T14" fmla="*/ 0 w 1919"/>
                <a:gd name="T15" fmla="*/ 0 h 288"/>
                <a:gd name="T16" fmla="*/ 0 w 1919"/>
                <a:gd name="T17" fmla="*/ 0 h 288"/>
                <a:gd name="T18" fmla="*/ 0 w 1919"/>
                <a:gd name="T19" fmla="*/ 0 h 288"/>
                <a:gd name="T20" fmla="*/ 0 w 1919"/>
                <a:gd name="T21" fmla="*/ 0 h 288"/>
                <a:gd name="T22" fmla="*/ 0 w 1919"/>
                <a:gd name="T23" fmla="*/ 0 h 288"/>
                <a:gd name="T24" fmla="*/ 0 w 1919"/>
                <a:gd name="T25" fmla="*/ 0 h 288"/>
                <a:gd name="T26" fmla="*/ 0 w 1919"/>
                <a:gd name="T27" fmla="*/ 0 h 288"/>
                <a:gd name="T28" fmla="*/ 0 w 1919"/>
                <a:gd name="T29" fmla="*/ 0 h 288"/>
                <a:gd name="T30" fmla="*/ 0 w 1919"/>
                <a:gd name="T31" fmla="*/ 0 h 288"/>
                <a:gd name="T32" fmla="*/ 0 w 1919"/>
                <a:gd name="T33" fmla="*/ 0 h 288"/>
                <a:gd name="T34" fmla="*/ 0 w 1919"/>
                <a:gd name="T35" fmla="*/ 0 h 288"/>
                <a:gd name="T36" fmla="*/ 0 w 1919"/>
                <a:gd name="T37" fmla="*/ 0 h 288"/>
                <a:gd name="T38" fmla="*/ 0 w 1919"/>
                <a:gd name="T39" fmla="*/ 0 h 288"/>
                <a:gd name="T40" fmla="*/ 0 w 1919"/>
                <a:gd name="T41" fmla="*/ 0 h 288"/>
                <a:gd name="T42" fmla="*/ 0 w 1919"/>
                <a:gd name="T43" fmla="*/ 0 h 288"/>
                <a:gd name="T44" fmla="*/ 0 w 1919"/>
                <a:gd name="T45" fmla="*/ 0 h 288"/>
                <a:gd name="T46" fmla="*/ 0 w 1919"/>
                <a:gd name="T47" fmla="*/ 0 h 288"/>
                <a:gd name="T48" fmla="*/ 0 w 1919"/>
                <a:gd name="T49" fmla="*/ 0 h 288"/>
                <a:gd name="T50" fmla="*/ 0 w 1919"/>
                <a:gd name="T51" fmla="*/ 0 h 28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19"/>
                <a:gd name="T79" fmla="*/ 0 h 288"/>
                <a:gd name="T80" fmla="*/ 1919 w 1919"/>
                <a:gd name="T81" fmla="*/ 288 h 28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19" h="288">
                  <a:moveTo>
                    <a:pt x="1919" y="0"/>
                  </a:moveTo>
                  <a:lnTo>
                    <a:pt x="1841" y="42"/>
                  </a:lnTo>
                  <a:lnTo>
                    <a:pt x="1765" y="80"/>
                  </a:lnTo>
                  <a:lnTo>
                    <a:pt x="1688" y="115"/>
                  </a:lnTo>
                  <a:lnTo>
                    <a:pt x="1610" y="147"/>
                  </a:lnTo>
                  <a:lnTo>
                    <a:pt x="1533" y="175"/>
                  </a:lnTo>
                  <a:lnTo>
                    <a:pt x="1456" y="200"/>
                  </a:lnTo>
                  <a:lnTo>
                    <a:pt x="1378" y="223"/>
                  </a:lnTo>
                  <a:lnTo>
                    <a:pt x="1301" y="242"/>
                  </a:lnTo>
                  <a:lnTo>
                    <a:pt x="1225" y="257"/>
                  </a:lnTo>
                  <a:lnTo>
                    <a:pt x="1148" y="269"/>
                  </a:lnTo>
                  <a:lnTo>
                    <a:pt x="1071" y="279"/>
                  </a:lnTo>
                  <a:lnTo>
                    <a:pt x="994" y="285"/>
                  </a:lnTo>
                  <a:lnTo>
                    <a:pt x="917" y="288"/>
                  </a:lnTo>
                  <a:lnTo>
                    <a:pt x="841" y="287"/>
                  </a:lnTo>
                  <a:lnTo>
                    <a:pt x="764" y="284"/>
                  </a:lnTo>
                  <a:lnTo>
                    <a:pt x="687" y="276"/>
                  </a:lnTo>
                  <a:lnTo>
                    <a:pt x="610" y="266"/>
                  </a:lnTo>
                  <a:lnTo>
                    <a:pt x="534" y="253"/>
                  </a:lnTo>
                  <a:lnTo>
                    <a:pt x="457" y="235"/>
                  </a:lnTo>
                  <a:lnTo>
                    <a:pt x="381" y="216"/>
                  </a:lnTo>
                  <a:lnTo>
                    <a:pt x="305" y="193"/>
                  </a:lnTo>
                  <a:lnTo>
                    <a:pt x="228" y="167"/>
                  </a:lnTo>
                  <a:lnTo>
                    <a:pt x="152" y="137"/>
                  </a:lnTo>
                  <a:lnTo>
                    <a:pt x="76" y="103"/>
                  </a:lnTo>
                  <a:lnTo>
                    <a:pt x="0" y="67"/>
                  </a:lnTo>
                </a:path>
              </a:pathLst>
            </a:custGeom>
            <a:noFill/>
            <a:ln w="4763">
              <a:solidFill>
                <a:srgbClr val="8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35" name="Freeform 18">
              <a:extLst>
                <a:ext uri="{FF2B5EF4-FFF2-40B4-BE49-F238E27FC236}">
                  <a16:creationId xmlns:a16="http://schemas.microsoft.com/office/drawing/2014/main" id="{EF198D0B-5A5A-47AD-E850-A840FA2E170C}"/>
                </a:ext>
              </a:extLst>
            </p:cNvPr>
            <p:cNvSpPr>
              <a:spLocks/>
            </p:cNvSpPr>
            <p:nvPr/>
          </p:nvSpPr>
          <p:spPr bwMode="auto">
            <a:xfrm>
              <a:off x="2343" y="2585"/>
              <a:ext cx="92" cy="61"/>
            </a:xfrm>
            <a:custGeom>
              <a:avLst/>
              <a:gdLst>
                <a:gd name="T0" fmla="*/ 1 w 183"/>
                <a:gd name="T1" fmla="*/ 1 h 122"/>
                <a:gd name="T2" fmla="*/ 0 w 183"/>
                <a:gd name="T3" fmla="*/ 0 h 122"/>
                <a:gd name="T4" fmla="*/ 1 w 183"/>
                <a:gd name="T5" fmla="*/ 1 h 122"/>
                <a:gd name="T6" fmla="*/ 1 w 183"/>
                <a:gd name="T7" fmla="*/ 1 h 122"/>
                <a:gd name="T8" fmla="*/ 0 60000 65536"/>
                <a:gd name="T9" fmla="*/ 0 60000 65536"/>
                <a:gd name="T10" fmla="*/ 0 60000 65536"/>
                <a:gd name="T11" fmla="*/ 0 60000 65536"/>
                <a:gd name="T12" fmla="*/ 0 w 183"/>
                <a:gd name="T13" fmla="*/ 0 h 122"/>
                <a:gd name="T14" fmla="*/ 183 w 183"/>
                <a:gd name="T15" fmla="*/ 122 h 122"/>
              </a:gdLst>
              <a:ahLst/>
              <a:cxnLst>
                <a:cxn ang="T8">
                  <a:pos x="T0" y="T1"/>
                </a:cxn>
                <a:cxn ang="T9">
                  <a:pos x="T2" y="T3"/>
                </a:cxn>
                <a:cxn ang="T10">
                  <a:pos x="T4" y="T5"/>
                </a:cxn>
                <a:cxn ang="T11">
                  <a:pos x="T6" y="T7"/>
                </a:cxn>
              </a:cxnLst>
              <a:rect l="T12" t="T13" r="T14" b="T15"/>
              <a:pathLst>
                <a:path w="183" h="122">
                  <a:moveTo>
                    <a:pt x="120" y="122"/>
                  </a:moveTo>
                  <a:lnTo>
                    <a:pt x="0" y="0"/>
                  </a:lnTo>
                  <a:lnTo>
                    <a:pt x="183" y="38"/>
                  </a:lnTo>
                  <a:lnTo>
                    <a:pt x="120" y="122"/>
                  </a:lnTo>
                  <a:close/>
                </a:path>
              </a:pathLst>
            </a:custGeom>
            <a:solidFill>
              <a:srgbClr val="800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36" name="Rectangle 19">
              <a:extLst>
                <a:ext uri="{FF2B5EF4-FFF2-40B4-BE49-F238E27FC236}">
                  <a16:creationId xmlns:a16="http://schemas.microsoft.com/office/drawing/2014/main" id="{734B27C1-29EF-89A4-F0BA-058AFECE409F}"/>
                </a:ext>
              </a:extLst>
            </p:cNvPr>
            <p:cNvSpPr>
              <a:spLocks noChangeArrowheads="1"/>
            </p:cNvSpPr>
            <p:nvPr/>
          </p:nvSpPr>
          <p:spPr bwMode="auto">
            <a:xfrm>
              <a:off x="3255" y="3017"/>
              <a:ext cx="7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r">
                <a:buClr>
                  <a:schemeClr val="folHlink"/>
                </a:buClr>
                <a:buSzPct val="60000"/>
                <a:buFont typeface="Wingdings" pitchFamily="2" charset="2"/>
                <a:buNone/>
              </a:pPr>
              <a:r>
                <a:rPr kumimoji="1" lang="en-US" altLang="zh-CN" sz="1600" i="1">
                  <a:solidFill>
                    <a:schemeClr val="tx1"/>
                  </a:solidFill>
                  <a:ea typeface="宋体" panose="02010600030101010101" pitchFamily="2" charset="-122"/>
                </a:rPr>
                <a:t>b</a:t>
              </a:r>
              <a:endParaRPr kumimoji="1" lang="en-US" altLang="zh-CN" sz="1800" b="0">
                <a:solidFill>
                  <a:schemeClr val="tx1"/>
                </a:solidFill>
                <a:latin typeface="Times New Roman" panose="02020603050405020304" pitchFamily="18" charset="0"/>
                <a:ea typeface="宋体" panose="02010600030101010101" pitchFamily="2" charset="-122"/>
              </a:endParaRPr>
            </a:p>
          </p:txBody>
        </p:sp>
        <p:sp>
          <p:nvSpPr>
            <p:cNvPr id="60437" name="Freeform 20">
              <a:extLst>
                <a:ext uri="{FF2B5EF4-FFF2-40B4-BE49-F238E27FC236}">
                  <a16:creationId xmlns:a16="http://schemas.microsoft.com/office/drawing/2014/main" id="{115C8017-CCFF-728A-55B9-1C3887107541}"/>
                </a:ext>
              </a:extLst>
            </p:cNvPr>
            <p:cNvSpPr>
              <a:spLocks/>
            </p:cNvSpPr>
            <p:nvPr/>
          </p:nvSpPr>
          <p:spPr bwMode="auto">
            <a:xfrm>
              <a:off x="1863" y="2297"/>
              <a:ext cx="480" cy="313"/>
            </a:xfrm>
            <a:custGeom>
              <a:avLst/>
              <a:gdLst>
                <a:gd name="T0" fmla="*/ 0 w 610"/>
                <a:gd name="T1" fmla="*/ 1 h 511"/>
                <a:gd name="T2" fmla="*/ 2 w 610"/>
                <a:gd name="T3" fmla="*/ 1 h 511"/>
                <a:gd name="T4" fmla="*/ 2 w 610"/>
                <a:gd name="T5" fmla="*/ 1 h 511"/>
                <a:gd name="T6" fmla="*/ 2 w 610"/>
                <a:gd name="T7" fmla="*/ 1 h 511"/>
                <a:gd name="T8" fmla="*/ 2 w 610"/>
                <a:gd name="T9" fmla="*/ 1 h 511"/>
                <a:gd name="T10" fmla="*/ 2 w 610"/>
                <a:gd name="T11" fmla="*/ 1 h 511"/>
                <a:gd name="T12" fmla="*/ 3 w 610"/>
                <a:gd name="T13" fmla="*/ 1 h 511"/>
                <a:gd name="T14" fmla="*/ 4 w 610"/>
                <a:gd name="T15" fmla="*/ 1 h 511"/>
                <a:gd name="T16" fmla="*/ 5 w 610"/>
                <a:gd name="T17" fmla="*/ 1 h 511"/>
                <a:gd name="T18" fmla="*/ 6 w 610"/>
                <a:gd name="T19" fmla="*/ 1 h 511"/>
                <a:gd name="T20" fmla="*/ 7 w 610"/>
                <a:gd name="T21" fmla="*/ 1 h 511"/>
                <a:gd name="T22" fmla="*/ 8 w 610"/>
                <a:gd name="T23" fmla="*/ 1 h 511"/>
                <a:gd name="T24" fmla="*/ 10 w 610"/>
                <a:gd name="T25" fmla="*/ 0 h 511"/>
                <a:gd name="T26" fmla="*/ 12 w 610"/>
                <a:gd name="T27" fmla="*/ 0 h 511"/>
                <a:gd name="T28" fmla="*/ 13 w 610"/>
                <a:gd name="T29" fmla="*/ 1 h 511"/>
                <a:gd name="T30" fmla="*/ 13 w 610"/>
                <a:gd name="T31" fmla="*/ 1 h 511"/>
                <a:gd name="T32" fmla="*/ 15 w 610"/>
                <a:gd name="T33" fmla="*/ 1 h 511"/>
                <a:gd name="T34" fmla="*/ 16 w 610"/>
                <a:gd name="T35" fmla="*/ 1 h 511"/>
                <a:gd name="T36" fmla="*/ 17 w 610"/>
                <a:gd name="T37" fmla="*/ 1 h 511"/>
                <a:gd name="T38" fmla="*/ 19 w 610"/>
                <a:gd name="T39" fmla="*/ 1 h 511"/>
                <a:gd name="T40" fmla="*/ 19 w 610"/>
                <a:gd name="T41" fmla="*/ 1 h 511"/>
                <a:gd name="T42" fmla="*/ 20 w 610"/>
                <a:gd name="T43" fmla="*/ 1 h 511"/>
                <a:gd name="T44" fmla="*/ 20 w 610"/>
                <a:gd name="T45" fmla="*/ 1 h 511"/>
                <a:gd name="T46" fmla="*/ 21 w 610"/>
                <a:gd name="T47" fmla="*/ 1 h 511"/>
                <a:gd name="T48" fmla="*/ 21 w 610"/>
                <a:gd name="T49" fmla="*/ 1 h 511"/>
                <a:gd name="T50" fmla="*/ 22 w 610"/>
                <a:gd name="T51" fmla="*/ 1 h 511"/>
                <a:gd name="T52" fmla="*/ 21 w 610"/>
                <a:gd name="T53" fmla="*/ 1 h 511"/>
                <a:gd name="T54" fmla="*/ 21 w 610"/>
                <a:gd name="T55" fmla="*/ 1 h 511"/>
                <a:gd name="T56" fmla="*/ 20 w 610"/>
                <a:gd name="T57" fmla="*/ 1 h 511"/>
                <a:gd name="T58" fmla="*/ 20 w 610"/>
                <a:gd name="T59" fmla="*/ 1 h 511"/>
                <a:gd name="T60" fmla="*/ 19 w 610"/>
                <a:gd name="T61" fmla="*/ 1 h 511"/>
                <a:gd name="T62" fmla="*/ 19 w 610"/>
                <a:gd name="T63" fmla="*/ 1 h 511"/>
                <a:gd name="T64" fmla="*/ 17 w 610"/>
                <a:gd name="T65" fmla="*/ 1 h 511"/>
                <a:gd name="T66" fmla="*/ 16 w 610"/>
                <a:gd name="T67" fmla="*/ 1 h 511"/>
                <a:gd name="T68" fmla="*/ 15 w 610"/>
                <a:gd name="T69" fmla="*/ 1 h 511"/>
                <a:gd name="T70" fmla="*/ 13 w 610"/>
                <a:gd name="T71" fmla="*/ 1 h 511"/>
                <a:gd name="T72" fmla="*/ 13 w 610"/>
                <a:gd name="T73" fmla="*/ 1 h 511"/>
                <a:gd name="T74" fmla="*/ 12 w 610"/>
                <a:gd name="T75" fmla="*/ 1 h 511"/>
                <a:gd name="T76" fmla="*/ 10 w 610"/>
                <a:gd name="T77" fmla="*/ 1 h 511"/>
                <a:gd name="T78" fmla="*/ 8 w 610"/>
                <a:gd name="T79" fmla="*/ 1 h 511"/>
                <a:gd name="T80" fmla="*/ 7 w 610"/>
                <a:gd name="T81" fmla="*/ 1 h 511"/>
                <a:gd name="T82" fmla="*/ 6 w 610"/>
                <a:gd name="T83" fmla="*/ 1 h 511"/>
                <a:gd name="T84" fmla="*/ 5 w 610"/>
                <a:gd name="T85" fmla="*/ 1 h 511"/>
                <a:gd name="T86" fmla="*/ 4 w 610"/>
                <a:gd name="T87" fmla="*/ 1 h 511"/>
                <a:gd name="T88" fmla="*/ 3 w 610"/>
                <a:gd name="T89" fmla="*/ 1 h 511"/>
                <a:gd name="T90" fmla="*/ 2 w 610"/>
                <a:gd name="T91" fmla="*/ 1 h 511"/>
                <a:gd name="T92" fmla="*/ 2 w 610"/>
                <a:gd name="T93" fmla="*/ 1 h 511"/>
                <a:gd name="T94" fmla="*/ 2 w 610"/>
                <a:gd name="T95" fmla="*/ 1 h 511"/>
                <a:gd name="T96" fmla="*/ 2 w 610"/>
                <a:gd name="T97" fmla="*/ 1 h 511"/>
                <a:gd name="T98" fmla="*/ 2 w 610"/>
                <a:gd name="T99" fmla="*/ 1 h 511"/>
                <a:gd name="T100" fmla="*/ 0 w 610"/>
                <a:gd name="T101" fmla="*/ 1 h 51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610"/>
                <a:gd name="T154" fmla="*/ 0 h 511"/>
                <a:gd name="T155" fmla="*/ 610 w 610"/>
                <a:gd name="T156" fmla="*/ 511 h 51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610" h="511">
                  <a:moveTo>
                    <a:pt x="0" y="255"/>
                  </a:moveTo>
                  <a:lnTo>
                    <a:pt x="3" y="224"/>
                  </a:lnTo>
                  <a:lnTo>
                    <a:pt x="9" y="192"/>
                  </a:lnTo>
                  <a:lnTo>
                    <a:pt x="22" y="161"/>
                  </a:lnTo>
                  <a:lnTo>
                    <a:pt x="38" y="132"/>
                  </a:lnTo>
                  <a:lnTo>
                    <a:pt x="59" y="105"/>
                  </a:lnTo>
                  <a:lnTo>
                    <a:pt x="83" y="80"/>
                  </a:lnTo>
                  <a:lnTo>
                    <a:pt x="111" y="59"/>
                  </a:lnTo>
                  <a:lnTo>
                    <a:pt x="142" y="39"/>
                  </a:lnTo>
                  <a:lnTo>
                    <a:pt x="176" y="24"/>
                  </a:lnTo>
                  <a:lnTo>
                    <a:pt x="211" y="12"/>
                  </a:lnTo>
                  <a:lnTo>
                    <a:pt x="249" y="4"/>
                  </a:lnTo>
                  <a:lnTo>
                    <a:pt x="286" y="0"/>
                  </a:lnTo>
                  <a:lnTo>
                    <a:pt x="324" y="0"/>
                  </a:lnTo>
                  <a:lnTo>
                    <a:pt x="362" y="4"/>
                  </a:lnTo>
                  <a:lnTo>
                    <a:pt x="400" y="12"/>
                  </a:lnTo>
                  <a:lnTo>
                    <a:pt x="435" y="24"/>
                  </a:lnTo>
                  <a:lnTo>
                    <a:pt x="469" y="39"/>
                  </a:lnTo>
                  <a:lnTo>
                    <a:pt x="500" y="59"/>
                  </a:lnTo>
                  <a:lnTo>
                    <a:pt x="527" y="80"/>
                  </a:lnTo>
                  <a:lnTo>
                    <a:pt x="552" y="105"/>
                  </a:lnTo>
                  <a:lnTo>
                    <a:pt x="573" y="132"/>
                  </a:lnTo>
                  <a:lnTo>
                    <a:pt x="588" y="161"/>
                  </a:lnTo>
                  <a:lnTo>
                    <a:pt x="601" y="192"/>
                  </a:lnTo>
                  <a:lnTo>
                    <a:pt x="608" y="224"/>
                  </a:lnTo>
                  <a:lnTo>
                    <a:pt x="610" y="255"/>
                  </a:lnTo>
                  <a:lnTo>
                    <a:pt x="608" y="288"/>
                  </a:lnTo>
                  <a:lnTo>
                    <a:pt x="601" y="319"/>
                  </a:lnTo>
                  <a:lnTo>
                    <a:pt x="588" y="349"/>
                  </a:lnTo>
                  <a:lnTo>
                    <a:pt x="573" y="379"/>
                  </a:lnTo>
                  <a:lnTo>
                    <a:pt x="552" y="406"/>
                  </a:lnTo>
                  <a:lnTo>
                    <a:pt x="527" y="431"/>
                  </a:lnTo>
                  <a:lnTo>
                    <a:pt x="500" y="453"/>
                  </a:lnTo>
                  <a:lnTo>
                    <a:pt x="469" y="472"/>
                  </a:lnTo>
                  <a:lnTo>
                    <a:pt x="435" y="487"/>
                  </a:lnTo>
                  <a:lnTo>
                    <a:pt x="400" y="499"/>
                  </a:lnTo>
                  <a:lnTo>
                    <a:pt x="362" y="507"/>
                  </a:lnTo>
                  <a:lnTo>
                    <a:pt x="324" y="511"/>
                  </a:lnTo>
                  <a:lnTo>
                    <a:pt x="286" y="511"/>
                  </a:lnTo>
                  <a:lnTo>
                    <a:pt x="249" y="507"/>
                  </a:lnTo>
                  <a:lnTo>
                    <a:pt x="211" y="499"/>
                  </a:lnTo>
                  <a:lnTo>
                    <a:pt x="176" y="487"/>
                  </a:lnTo>
                  <a:lnTo>
                    <a:pt x="142" y="472"/>
                  </a:lnTo>
                  <a:lnTo>
                    <a:pt x="111" y="453"/>
                  </a:lnTo>
                  <a:lnTo>
                    <a:pt x="83" y="431"/>
                  </a:lnTo>
                  <a:lnTo>
                    <a:pt x="59" y="406"/>
                  </a:lnTo>
                  <a:lnTo>
                    <a:pt x="38" y="379"/>
                  </a:lnTo>
                  <a:lnTo>
                    <a:pt x="22" y="349"/>
                  </a:lnTo>
                  <a:lnTo>
                    <a:pt x="9" y="319"/>
                  </a:lnTo>
                  <a:lnTo>
                    <a:pt x="3" y="288"/>
                  </a:lnTo>
                  <a:lnTo>
                    <a:pt x="0" y="255"/>
                  </a:lnTo>
                </a:path>
              </a:pathLst>
            </a:custGeom>
            <a:noFill/>
            <a:ln w="20638">
              <a:solidFill>
                <a:srgbClr val="8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38" name="Freeform 21">
              <a:extLst>
                <a:ext uri="{FF2B5EF4-FFF2-40B4-BE49-F238E27FC236}">
                  <a16:creationId xmlns:a16="http://schemas.microsoft.com/office/drawing/2014/main" id="{A0261911-523E-9F26-CC9D-B427C39B1B47}"/>
                </a:ext>
              </a:extLst>
            </p:cNvPr>
            <p:cNvSpPr>
              <a:spLocks/>
            </p:cNvSpPr>
            <p:nvPr/>
          </p:nvSpPr>
          <p:spPr bwMode="auto">
            <a:xfrm>
              <a:off x="3111" y="2286"/>
              <a:ext cx="580" cy="328"/>
            </a:xfrm>
            <a:custGeom>
              <a:avLst/>
              <a:gdLst>
                <a:gd name="T0" fmla="*/ 0 w 781"/>
                <a:gd name="T1" fmla="*/ 1 h 655"/>
                <a:gd name="T2" fmla="*/ 1 w 781"/>
                <a:gd name="T3" fmla="*/ 1 h 655"/>
                <a:gd name="T4" fmla="*/ 1 w 781"/>
                <a:gd name="T5" fmla="*/ 1 h 655"/>
                <a:gd name="T6" fmla="*/ 1 w 781"/>
                <a:gd name="T7" fmla="*/ 1 h 655"/>
                <a:gd name="T8" fmla="*/ 1 w 781"/>
                <a:gd name="T9" fmla="*/ 1 h 655"/>
                <a:gd name="T10" fmla="*/ 1 w 781"/>
                <a:gd name="T11" fmla="*/ 1 h 655"/>
                <a:gd name="T12" fmla="*/ 1 w 781"/>
                <a:gd name="T13" fmla="*/ 1 h 655"/>
                <a:gd name="T14" fmla="*/ 1 w 781"/>
                <a:gd name="T15" fmla="*/ 1 h 655"/>
                <a:gd name="T16" fmla="*/ 2 w 781"/>
                <a:gd name="T17" fmla="*/ 1 h 655"/>
                <a:gd name="T18" fmla="*/ 3 w 781"/>
                <a:gd name="T19" fmla="*/ 1 h 655"/>
                <a:gd name="T20" fmla="*/ 3 w 781"/>
                <a:gd name="T21" fmla="*/ 1 h 655"/>
                <a:gd name="T22" fmla="*/ 4 w 781"/>
                <a:gd name="T23" fmla="*/ 1 h 655"/>
                <a:gd name="T24" fmla="*/ 4 w 781"/>
                <a:gd name="T25" fmla="*/ 1 h 655"/>
                <a:gd name="T26" fmla="*/ 5 w 781"/>
                <a:gd name="T27" fmla="*/ 1 h 655"/>
                <a:gd name="T28" fmla="*/ 6 w 781"/>
                <a:gd name="T29" fmla="*/ 0 h 655"/>
                <a:gd name="T30" fmla="*/ 7 w 781"/>
                <a:gd name="T31" fmla="*/ 1 h 655"/>
                <a:gd name="T32" fmla="*/ 7 w 781"/>
                <a:gd name="T33" fmla="*/ 1 h 655"/>
                <a:gd name="T34" fmla="*/ 8 w 781"/>
                <a:gd name="T35" fmla="*/ 1 h 655"/>
                <a:gd name="T36" fmla="*/ 9 w 781"/>
                <a:gd name="T37" fmla="*/ 1 h 655"/>
                <a:gd name="T38" fmla="*/ 9 w 781"/>
                <a:gd name="T39" fmla="*/ 1 h 655"/>
                <a:gd name="T40" fmla="*/ 10 w 781"/>
                <a:gd name="T41" fmla="*/ 1 h 655"/>
                <a:gd name="T42" fmla="*/ 10 w 781"/>
                <a:gd name="T43" fmla="*/ 1 h 655"/>
                <a:gd name="T44" fmla="*/ 11 w 781"/>
                <a:gd name="T45" fmla="*/ 1 h 655"/>
                <a:gd name="T46" fmla="*/ 11 w 781"/>
                <a:gd name="T47" fmla="*/ 1 h 655"/>
                <a:gd name="T48" fmla="*/ 12 w 781"/>
                <a:gd name="T49" fmla="*/ 1 h 655"/>
                <a:gd name="T50" fmla="*/ 12 w 781"/>
                <a:gd name="T51" fmla="*/ 1 h 655"/>
                <a:gd name="T52" fmla="*/ 12 w 781"/>
                <a:gd name="T53" fmla="*/ 1 h 655"/>
                <a:gd name="T54" fmla="*/ 12 w 781"/>
                <a:gd name="T55" fmla="*/ 1 h 655"/>
                <a:gd name="T56" fmla="*/ 12 w 781"/>
                <a:gd name="T57" fmla="*/ 1 h 655"/>
                <a:gd name="T58" fmla="*/ 12 w 781"/>
                <a:gd name="T59" fmla="*/ 1 h 655"/>
                <a:gd name="T60" fmla="*/ 12 w 781"/>
                <a:gd name="T61" fmla="*/ 1 h 655"/>
                <a:gd name="T62" fmla="*/ 12 w 781"/>
                <a:gd name="T63" fmla="*/ 1 h 655"/>
                <a:gd name="T64" fmla="*/ 12 w 781"/>
                <a:gd name="T65" fmla="*/ 1 h 655"/>
                <a:gd name="T66" fmla="*/ 11 w 781"/>
                <a:gd name="T67" fmla="*/ 1 h 655"/>
                <a:gd name="T68" fmla="*/ 11 w 781"/>
                <a:gd name="T69" fmla="*/ 1 h 655"/>
                <a:gd name="T70" fmla="*/ 10 w 781"/>
                <a:gd name="T71" fmla="*/ 1 h 655"/>
                <a:gd name="T72" fmla="*/ 10 w 781"/>
                <a:gd name="T73" fmla="*/ 1 h 655"/>
                <a:gd name="T74" fmla="*/ 9 w 781"/>
                <a:gd name="T75" fmla="*/ 1 h 655"/>
                <a:gd name="T76" fmla="*/ 9 w 781"/>
                <a:gd name="T77" fmla="*/ 1 h 655"/>
                <a:gd name="T78" fmla="*/ 8 w 781"/>
                <a:gd name="T79" fmla="*/ 1 h 655"/>
                <a:gd name="T80" fmla="*/ 7 w 781"/>
                <a:gd name="T81" fmla="*/ 1 h 655"/>
                <a:gd name="T82" fmla="*/ 7 w 781"/>
                <a:gd name="T83" fmla="*/ 1 h 655"/>
                <a:gd name="T84" fmla="*/ 6 w 781"/>
                <a:gd name="T85" fmla="*/ 1 h 655"/>
                <a:gd name="T86" fmla="*/ 5 w 781"/>
                <a:gd name="T87" fmla="*/ 1 h 655"/>
                <a:gd name="T88" fmla="*/ 4 w 781"/>
                <a:gd name="T89" fmla="*/ 1 h 655"/>
                <a:gd name="T90" fmla="*/ 4 w 781"/>
                <a:gd name="T91" fmla="*/ 1 h 655"/>
                <a:gd name="T92" fmla="*/ 3 w 781"/>
                <a:gd name="T93" fmla="*/ 1 h 655"/>
                <a:gd name="T94" fmla="*/ 3 w 781"/>
                <a:gd name="T95" fmla="*/ 1 h 655"/>
                <a:gd name="T96" fmla="*/ 2 w 781"/>
                <a:gd name="T97" fmla="*/ 1 h 655"/>
                <a:gd name="T98" fmla="*/ 1 w 781"/>
                <a:gd name="T99" fmla="*/ 1 h 655"/>
                <a:gd name="T100" fmla="*/ 1 w 781"/>
                <a:gd name="T101" fmla="*/ 1 h 655"/>
                <a:gd name="T102" fmla="*/ 1 w 781"/>
                <a:gd name="T103" fmla="*/ 1 h 655"/>
                <a:gd name="T104" fmla="*/ 1 w 781"/>
                <a:gd name="T105" fmla="*/ 1 h 655"/>
                <a:gd name="T106" fmla="*/ 1 w 781"/>
                <a:gd name="T107" fmla="*/ 1 h 655"/>
                <a:gd name="T108" fmla="*/ 1 w 781"/>
                <a:gd name="T109" fmla="*/ 1 h 655"/>
                <a:gd name="T110" fmla="*/ 1 w 781"/>
                <a:gd name="T111" fmla="*/ 1 h 655"/>
                <a:gd name="T112" fmla="*/ 0 w 781"/>
                <a:gd name="T113" fmla="*/ 1 h 65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81"/>
                <a:gd name="T172" fmla="*/ 0 h 655"/>
                <a:gd name="T173" fmla="*/ 781 w 781"/>
                <a:gd name="T174" fmla="*/ 655 h 65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81" h="655">
                  <a:moveTo>
                    <a:pt x="0" y="327"/>
                  </a:moveTo>
                  <a:lnTo>
                    <a:pt x="3" y="290"/>
                  </a:lnTo>
                  <a:lnTo>
                    <a:pt x="9" y="254"/>
                  </a:lnTo>
                  <a:lnTo>
                    <a:pt x="22" y="219"/>
                  </a:lnTo>
                  <a:lnTo>
                    <a:pt x="39" y="185"/>
                  </a:lnTo>
                  <a:lnTo>
                    <a:pt x="60" y="153"/>
                  </a:lnTo>
                  <a:lnTo>
                    <a:pt x="85" y="123"/>
                  </a:lnTo>
                  <a:lnTo>
                    <a:pt x="115" y="96"/>
                  </a:lnTo>
                  <a:lnTo>
                    <a:pt x="147" y="71"/>
                  </a:lnTo>
                  <a:lnTo>
                    <a:pt x="182" y="50"/>
                  </a:lnTo>
                  <a:lnTo>
                    <a:pt x="221" y="31"/>
                  </a:lnTo>
                  <a:lnTo>
                    <a:pt x="262" y="18"/>
                  </a:lnTo>
                  <a:lnTo>
                    <a:pt x="303" y="7"/>
                  </a:lnTo>
                  <a:lnTo>
                    <a:pt x="346" y="2"/>
                  </a:lnTo>
                  <a:lnTo>
                    <a:pt x="391" y="0"/>
                  </a:lnTo>
                  <a:lnTo>
                    <a:pt x="434" y="2"/>
                  </a:lnTo>
                  <a:lnTo>
                    <a:pt x="478" y="7"/>
                  </a:lnTo>
                  <a:lnTo>
                    <a:pt x="519" y="18"/>
                  </a:lnTo>
                  <a:lnTo>
                    <a:pt x="560" y="31"/>
                  </a:lnTo>
                  <a:lnTo>
                    <a:pt x="599" y="50"/>
                  </a:lnTo>
                  <a:lnTo>
                    <a:pt x="634" y="71"/>
                  </a:lnTo>
                  <a:lnTo>
                    <a:pt x="667" y="96"/>
                  </a:lnTo>
                  <a:lnTo>
                    <a:pt x="695" y="123"/>
                  </a:lnTo>
                  <a:lnTo>
                    <a:pt x="721" y="153"/>
                  </a:lnTo>
                  <a:lnTo>
                    <a:pt x="742" y="185"/>
                  </a:lnTo>
                  <a:lnTo>
                    <a:pt x="759" y="219"/>
                  </a:lnTo>
                  <a:lnTo>
                    <a:pt x="771" y="254"/>
                  </a:lnTo>
                  <a:lnTo>
                    <a:pt x="778" y="290"/>
                  </a:lnTo>
                  <a:lnTo>
                    <a:pt x="781" y="327"/>
                  </a:lnTo>
                  <a:lnTo>
                    <a:pt x="778" y="364"/>
                  </a:lnTo>
                  <a:lnTo>
                    <a:pt x="771" y="401"/>
                  </a:lnTo>
                  <a:lnTo>
                    <a:pt x="759" y="436"/>
                  </a:lnTo>
                  <a:lnTo>
                    <a:pt x="742" y="470"/>
                  </a:lnTo>
                  <a:lnTo>
                    <a:pt x="721" y="501"/>
                  </a:lnTo>
                  <a:lnTo>
                    <a:pt x="695" y="532"/>
                  </a:lnTo>
                  <a:lnTo>
                    <a:pt x="667" y="559"/>
                  </a:lnTo>
                  <a:lnTo>
                    <a:pt x="634" y="583"/>
                  </a:lnTo>
                  <a:lnTo>
                    <a:pt x="599" y="605"/>
                  </a:lnTo>
                  <a:lnTo>
                    <a:pt x="560" y="623"/>
                  </a:lnTo>
                  <a:lnTo>
                    <a:pt x="519" y="637"/>
                  </a:lnTo>
                  <a:lnTo>
                    <a:pt x="478" y="647"/>
                  </a:lnTo>
                  <a:lnTo>
                    <a:pt x="434" y="653"/>
                  </a:lnTo>
                  <a:lnTo>
                    <a:pt x="391" y="655"/>
                  </a:lnTo>
                  <a:lnTo>
                    <a:pt x="346" y="653"/>
                  </a:lnTo>
                  <a:lnTo>
                    <a:pt x="303" y="647"/>
                  </a:lnTo>
                  <a:lnTo>
                    <a:pt x="262" y="637"/>
                  </a:lnTo>
                  <a:lnTo>
                    <a:pt x="221" y="623"/>
                  </a:lnTo>
                  <a:lnTo>
                    <a:pt x="182" y="605"/>
                  </a:lnTo>
                  <a:lnTo>
                    <a:pt x="147" y="583"/>
                  </a:lnTo>
                  <a:lnTo>
                    <a:pt x="115" y="559"/>
                  </a:lnTo>
                  <a:lnTo>
                    <a:pt x="85" y="532"/>
                  </a:lnTo>
                  <a:lnTo>
                    <a:pt x="60" y="501"/>
                  </a:lnTo>
                  <a:lnTo>
                    <a:pt x="39" y="470"/>
                  </a:lnTo>
                  <a:lnTo>
                    <a:pt x="22" y="436"/>
                  </a:lnTo>
                  <a:lnTo>
                    <a:pt x="9" y="401"/>
                  </a:lnTo>
                  <a:lnTo>
                    <a:pt x="3" y="364"/>
                  </a:lnTo>
                  <a:lnTo>
                    <a:pt x="0" y="327"/>
                  </a:lnTo>
                </a:path>
              </a:pathLst>
            </a:custGeom>
            <a:noFill/>
            <a:ln w="20638">
              <a:solidFill>
                <a:srgbClr val="8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39" name="Freeform 22">
              <a:extLst>
                <a:ext uri="{FF2B5EF4-FFF2-40B4-BE49-F238E27FC236}">
                  <a16:creationId xmlns:a16="http://schemas.microsoft.com/office/drawing/2014/main" id="{F3EDE77F-58F1-D5C6-48EF-5A80D3DEA554}"/>
                </a:ext>
              </a:extLst>
            </p:cNvPr>
            <p:cNvSpPr>
              <a:spLocks/>
            </p:cNvSpPr>
            <p:nvPr/>
          </p:nvSpPr>
          <p:spPr bwMode="auto">
            <a:xfrm>
              <a:off x="1671" y="3449"/>
              <a:ext cx="605" cy="328"/>
            </a:xfrm>
            <a:custGeom>
              <a:avLst/>
              <a:gdLst>
                <a:gd name="T0" fmla="*/ 0 w 782"/>
                <a:gd name="T1" fmla="*/ 1 h 655"/>
                <a:gd name="T2" fmla="*/ 2 w 782"/>
                <a:gd name="T3" fmla="*/ 1 h 655"/>
                <a:gd name="T4" fmla="*/ 2 w 782"/>
                <a:gd name="T5" fmla="*/ 1 h 655"/>
                <a:gd name="T6" fmla="*/ 2 w 782"/>
                <a:gd name="T7" fmla="*/ 1 h 655"/>
                <a:gd name="T8" fmla="*/ 2 w 782"/>
                <a:gd name="T9" fmla="*/ 1 h 655"/>
                <a:gd name="T10" fmla="*/ 2 w 782"/>
                <a:gd name="T11" fmla="*/ 1 h 655"/>
                <a:gd name="T12" fmla="*/ 2 w 782"/>
                <a:gd name="T13" fmla="*/ 1 h 655"/>
                <a:gd name="T14" fmla="*/ 3 w 782"/>
                <a:gd name="T15" fmla="*/ 1 h 655"/>
                <a:gd name="T16" fmla="*/ 4 w 782"/>
                <a:gd name="T17" fmla="*/ 1 h 655"/>
                <a:gd name="T18" fmla="*/ 5 w 782"/>
                <a:gd name="T19" fmla="*/ 1 h 655"/>
                <a:gd name="T20" fmla="*/ 6 w 782"/>
                <a:gd name="T21" fmla="*/ 1 h 655"/>
                <a:gd name="T22" fmla="*/ 7 w 782"/>
                <a:gd name="T23" fmla="*/ 1 h 655"/>
                <a:gd name="T24" fmla="*/ 9 w 782"/>
                <a:gd name="T25" fmla="*/ 1 h 655"/>
                <a:gd name="T26" fmla="*/ 9 w 782"/>
                <a:gd name="T27" fmla="*/ 1 h 655"/>
                <a:gd name="T28" fmla="*/ 11 w 782"/>
                <a:gd name="T29" fmla="*/ 0 h 655"/>
                <a:gd name="T30" fmla="*/ 12 w 782"/>
                <a:gd name="T31" fmla="*/ 1 h 655"/>
                <a:gd name="T32" fmla="*/ 13 w 782"/>
                <a:gd name="T33" fmla="*/ 1 h 655"/>
                <a:gd name="T34" fmla="*/ 15 w 782"/>
                <a:gd name="T35" fmla="*/ 1 h 655"/>
                <a:gd name="T36" fmla="*/ 15 w 782"/>
                <a:gd name="T37" fmla="*/ 1 h 655"/>
                <a:gd name="T38" fmla="*/ 17 w 782"/>
                <a:gd name="T39" fmla="*/ 1 h 655"/>
                <a:gd name="T40" fmla="*/ 17 w 782"/>
                <a:gd name="T41" fmla="*/ 1 h 655"/>
                <a:gd name="T42" fmla="*/ 19 w 782"/>
                <a:gd name="T43" fmla="*/ 1 h 655"/>
                <a:gd name="T44" fmla="*/ 19 w 782"/>
                <a:gd name="T45" fmla="*/ 1 h 655"/>
                <a:gd name="T46" fmla="*/ 20 w 782"/>
                <a:gd name="T47" fmla="*/ 1 h 655"/>
                <a:gd name="T48" fmla="*/ 20 w 782"/>
                <a:gd name="T49" fmla="*/ 1 h 655"/>
                <a:gd name="T50" fmla="*/ 21 w 782"/>
                <a:gd name="T51" fmla="*/ 1 h 655"/>
                <a:gd name="T52" fmla="*/ 22 w 782"/>
                <a:gd name="T53" fmla="*/ 1 h 655"/>
                <a:gd name="T54" fmla="*/ 22 w 782"/>
                <a:gd name="T55" fmla="*/ 1 h 655"/>
                <a:gd name="T56" fmla="*/ 22 w 782"/>
                <a:gd name="T57" fmla="*/ 1 h 655"/>
                <a:gd name="T58" fmla="*/ 22 w 782"/>
                <a:gd name="T59" fmla="*/ 1 h 655"/>
                <a:gd name="T60" fmla="*/ 22 w 782"/>
                <a:gd name="T61" fmla="*/ 1 h 655"/>
                <a:gd name="T62" fmla="*/ 21 w 782"/>
                <a:gd name="T63" fmla="*/ 1 h 655"/>
                <a:gd name="T64" fmla="*/ 20 w 782"/>
                <a:gd name="T65" fmla="*/ 1 h 655"/>
                <a:gd name="T66" fmla="*/ 20 w 782"/>
                <a:gd name="T67" fmla="*/ 1 h 655"/>
                <a:gd name="T68" fmla="*/ 19 w 782"/>
                <a:gd name="T69" fmla="*/ 1 h 655"/>
                <a:gd name="T70" fmla="*/ 19 w 782"/>
                <a:gd name="T71" fmla="*/ 1 h 655"/>
                <a:gd name="T72" fmla="*/ 17 w 782"/>
                <a:gd name="T73" fmla="*/ 1 h 655"/>
                <a:gd name="T74" fmla="*/ 17 w 782"/>
                <a:gd name="T75" fmla="*/ 1 h 655"/>
                <a:gd name="T76" fmla="*/ 15 w 782"/>
                <a:gd name="T77" fmla="*/ 1 h 655"/>
                <a:gd name="T78" fmla="*/ 15 w 782"/>
                <a:gd name="T79" fmla="*/ 1 h 655"/>
                <a:gd name="T80" fmla="*/ 13 w 782"/>
                <a:gd name="T81" fmla="*/ 1 h 655"/>
                <a:gd name="T82" fmla="*/ 12 w 782"/>
                <a:gd name="T83" fmla="*/ 1 h 655"/>
                <a:gd name="T84" fmla="*/ 11 w 782"/>
                <a:gd name="T85" fmla="*/ 1 h 655"/>
                <a:gd name="T86" fmla="*/ 9 w 782"/>
                <a:gd name="T87" fmla="*/ 1 h 655"/>
                <a:gd name="T88" fmla="*/ 9 w 782"/>
                <a:gd name="T89" fmla="*/ 1 h 655"/>
                <a:gd name="T90" fmla="*/ 7 w 782"/>
                <a:gd name="T91" fmla="*/ 1 h 655"/>
                <a:gd name="T92" fmla="*/ 6 w 782"/>
                <a:gd name="T93" fmla="*/ 1 h 655"/>
                <a:gd name="T94" fmla="*/ 5 w 782"/>
                <a:gd name="T95" fmla="*/ 1 h 655"/>
                <a:gd name="T96" fmla="*/ 4 w 782"/>
                <a:gd name="T97" fmla="*/ 1 h 655"/>
                <a:gd name="T98" fmla="*/ 3 w 782"/>
                <a:gd name="T99" fmla="*/ 1 h 655"/>
                <a:gd name="T100" fmla="*/ 2 w 782"/>
                <a:gd name="T101" fmla="*/ 1 h 655"/>
                <a:gd name="T102" fmla="*/ 2 w 782"/>
                <a:gd name="T103" fmla="*/ 1 h 655"/>
                <a:gd name="T104" fmla="*/ 2 w 782"/>
                <a:gd name="T105" fmla="*/ 1 h 655"/>
                <a:gd name="T106" fmla="*/ 2 w 782"/>
                <a:gd name="T107" fmla="*/ 1 h 655"/>
                <a:gd name="T108" fmla="*/ 2 w 782"/>
                <a:gd name="T109" fmla="*/ 1 h 655"/>
                <a:gd name="T110" fmla="*/ 2 w 782"/>
                <a:gd name="T111" fmla="*/ 1 h 655"/>
                <a:gd name="T112" fmla="*/ 0 w 782"/>
                <a:gd name="T113" fmla="*/ 1 h 65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82"/>
                <a:gd name="T172" fmla="*/ 0 h 655"/>
                <a:gd name="T173" fmla="*/ 782 w 782"/>
                <a:gd name="T174" fmla="*/ 655 h 65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82" h="655">
                  <a:moveTo>
                    <a:pt x="0" y="328"/>
                  </a:moveTo>
                  <a:lnTo>
                    <a:pt x="3" y="291"/>
                  </a:lnTo>
                  <a:lnTo>
                    <a:pt x="11" y="254"/>
                  </a:lnTo>
                  <a:lnTo>
                    <a:pt x="22" y="219"/>
                  </a:lnTo>
                  <a:lnTo>
                    <a:pt x="39" y="185"/>
                  </a:lnTo>
                  <a:lnTo>
                    <a:pt x="60" y="154"/>
                  </a:lnTo>
                  <a:lnTo>
                    <a:pt x="86" y="123"/>
                  </a:lnTo>
                  <a:lnTo>
                    <a:pt x="115" y="96"/>
                  </a:lnTo>
                  <a:lnTo>
                    <a:pt x="147" y="72"/>
                  </a:lnTo>
                  <a:lnTo>
                    <a:pt x="184" y="50"/>
                  </a:lnTo>
                  <a:lnTo>
                    <a:pt x="221" y="32"/>
                  </a:lnTo>
                  <a:lnTo>
                    <a:pt x="262" y="18"/>
                  </a:lnTo>
                  <a:lnTo>
                    <a:pt x="305" y="8"/>
                  </a:lnTo>
                  <a:lnTo>
                    <a:pt x="348" y="2"/>
                  </a:lnTo>
                  <a:lnTo>
                    <a:pt x="391" y="0"/>
                  </a:lnTo>
                  <a:lnTo>
                    <a:pt x="435" y="2"/>
                  </a:lnTo>
                  <a:lnTo>
                    <a:pt x="478" y="8"/>
                  </a:lnTo>
                  <a:lnTo>
                    <a:pt x="521" y="18"/>
                  </a:lnTo>
                  <a:lnTo>
                    <a:pt x="561" y="32"/>
                  </a:lnTo>
                  <a:lnTo>
                    <a:pt x="599" y="50"/>
                  </a:lnTo>
                  <a:lnTo>
                    <a:pt x="635" y="72"/>
                  </a:lnTo>
                  <a:lnTo>
                    <a:pt x="668" y="96"/>
                  </a:lnTo>
                  <a:lnTo>
                    <a:pt x="696" y="123"/>
                  </a:lnTo>
                  <a:lnTo>
                    <a:pt x="722" y="154"/>
                  </a:lnTo>
                  <a:lnTo>
                    <a:pt x="743" y="185"/>
                  </a:lnTo>
                  <a:lnTo>
                    <a:pt x="760" y="219"/>
                  </a:lnTo>
                  <a:lnTo>
                    <a:pt x="772" y="254"/>
                  </a:lnTo>
                  <a:lnTo>
                    <a:pt x="780" y="291"/>
                  </a:lnTo>
                  <a:lnTo>
                    <a:pt x="782" y="328"/>
                  </a:lnTo>
                  <a:lnTo>
                    <a:pt x="780" y="365"/>
                  </a:lnTo>
                  <a:lnTo>
                    <a:pt x="772" y="401"/>
                  </a:lnTo>
                  <a:lnTo>
                    <a:pt x="760" y="436"/>
                  </a:lnTo>
                  <a:lnTo>
                    <a:pt x="743" y="470"/>
                  </a:lnTo>
                  <a:lnTo>
                    <a:pt x="722" y="502"/>
                  </a:lnTo>
                  <a:lnTo>
                    <a:pt x="696" y="532"/>
                  </a:lnTo>
                  <a:lnTo>
                    <a:pt x="668" y="559"/>
                  </a:lnTo>
                  <a:lnTo>
                    <a:pt x="635" y="584"/>
                  </a:lnTo>
                  <a:lnTo>
                    <a:pt x="599" y="605"/>
                  </a:lnTo>
                  <a:lnTo>
                    <a:pt x="561" y="624"/>
                  </a:lnTo>
                  <a:lnTo>
                    <a:pt x="521" y="637"/>
                  </a:lnTo>
                  <a:lnTo>
                    <a:pt x="478" y="648"/>
                  </a:lnTo>
                  <a:lnTo>
                    <a:pt x="435" y="653"/>
                  </a:lnTo>
                  <a:lnTo>
                    <a:pt x="391" y="655"/>
                  </a:lnTo>
                  <a:lnTo>
                    <a:pt x="348" y="653"/>
                  </a:lnTo>
                  <a:lnTo>
                    <a:pt x="305" y="648"/>
                  </a:lnTo>
                  <a:lnTo>
                    <a:pt x="262" y="637"/>
                  </a:lnTo>
                  <a:lnTo>
                    <a:pt x="221" y="624"/>
                  </a:lnTo>
                  <a:lnTo>
                    <a:pt x="184" y="605"/>
                  </a:lnTo>
                  <a:lnTo>
                    <a:pt x="147" y="584"/>
                  </a:lnTo>
                  <a:lnTo>
                    <a:pt x="115" y="559"/>
                  </a:lnTo>
                  <a:lnTo>
                    <a:pt x="86" y="532"/>
                  </a:lnTo>
                  <a:lnTo>
                    <a:pt x="60" y="502"/>
                  </a:lnTo>
                  <a:lnTo>
                    <a:pt x="39" y="470"/>
                  </a:lnTo>
                  <a:lnTo>
                    <a:pt x="22" y="436"/>
                  </a:lnTo>
                  <a:lnTo>
                    <a:pt x="11" y="401"/>
                  </a:lnTo>
                  <a:lnTo>
                    <a:pt x="3" y="365"/>
                  </a:lnTo>
                  <a:lnTo>
                    <a:pt x="0" y="328"/>
                  </a:lnTo>
                </a:path>
              </a:pathLst>
            </a:custGeom>
            <a:noFill/>
            <a:ln w="20638">
              <a:solidFill>
                <a:srgbClr val="8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0" name="Freeform 23">
              <a:extLst>
                <a:ext uri="{FF2B5EF4-FFF2-40B4-BE49-F238E27FC236}">
                  <a16:creationId xmlns:a16="http://schemas.microsoft.com/office/drawing/2014/main" id="{5BAA4380-6A90-DF75-FB52-EEE1CAB66DB4}"/>
                </a:ext>
              </a:extLst>
            </p:cNvPr>
            <p:cNvSpPr>
              <a:spLocks/>
            </p:cNvSpPr>
            <p:nvPr/>
          </p:nvSpPr>
          <p:spPr bwMode="auto">
            <a:xfrm>
              <a:off x="3294" y="3468"/>
              <a:ext cx="393" cy="269"/>
            </a:xfrm>
            <a:custGeom>
              <a:avLst/>
              <a:gdLst>
                <a:gd name="T0" fmla="*/ 0 w 610"/>
                <a:gd name="T1" fmla="*/ 1 h 511"/>
                <a:gd name="T2" fmla="*/ 1 w 610"/>
                <a:gd name="T3" fmla="*/ 1 h 511"/>
                <a:gd name="T4" fmla="*/ 1 w 610"/>
                <a:gd name="T5" fmla="*/ 1 h 511"/>
                <a:gd name="T6" fmla="*/ 1 w 610"/>
                <a:gd name="T7" fmla="*/ 1 h 511"/>
                <a:gd name="T8" fmla="*/ 1 w 610"/>
                <a:gd name="T9" fmla="*/ 1 h 511"/>
                <a:gd name="T10" fmla="*/ 1 w 610"/>
                <a:gd name="T11" fmla="*/ 1 h 511"/>
                <a:gd name="T12" fmla="*/ 1 w 610"/>
                <a:gd name="T13" fmla="*/ 1 h 511"/>
                <a:gd name="T14" fmla="*/ 1 w 610"/>
                <a:gd name="T15" fmla="*/ 1 h 511"/>
                <a:gd name="T16" fmla="*/ 1 w 610"/>
                <a:gd name="T17" fmla="*/ 1 h 511"/>
                <a:gd name="T18" fmla="*/ 1 w 610"/>
                <a:gd name="T19" fmla="*/ 1 h 511"/>
                <a:gd name="T20" fmla="*/ 1 w 610"/>
                <a:gd name="T21" fmla="*/ 1 h 511"/>
                <a:gd name="T22" fmla="*/ 1 w 610"/>
                <a:gd name="T23" fmla="*/ 1 h 511"/>
                <a:gd name="T24" fmla="*/ 1 w 610"/>
                <a:gd name="T25" fmla="*/ 0 h 511"/>
                <a:gd name="T26" fmla="*/ 1 w 610"/>
                <a:gd name="T27" fmla="*/ 0 h 511"/>
                <a:gd name="T28" fmla="*/ 1 w 610"/>
                <a:gd name="T29" fmla="*/ 1 h 511"/>
                <a:gd name="T30" fmla="*/ 1 w 610"/>
                <a:gd name="T31" fmla="*/ 1 h 511"/>
                <a:gd name="T32" fmla="*/ 1 w 610"/>
                <a:gd name="T33" fmla="*/ 1 h 511"/>
                <a:gd name="T34" fmla="*/ 1 w 610"/>
                <a:gd name="T35" fmla="*/ 1 h 511"/>
                <a:gd name="T36" fmla="*/ 1 w 610"/>
                <a:gd name="T37" fmla="*/ 1 h 511"/>
                <a:gd name="T38" fmla="*/ 1 w 610"/>
                <a:gd name="T39" fmla="*/ 1 h 511"/>
                <a:gd name="T40" fmla="*/ 1 w 610"/>
                <a:gd name="T41" fmla="*/ 1 h 511"/>
                <a:gd name="T42" fmla="*/ 1 w 610"/>
                <a:gd name="T43" fmla="*/ 1 h 511"/>
                <a:gd name="T44" fmla="*/ 1 w 610"/>
                <a:gd name="T45" fmla="*/ 1 h 511"/>
                <a:gd name="T46" fmla="*/ 1 w 610"/>
                <a:gd name="T47" fmla="*/ 1 h 511"/>
                <a:gd name="T48" fmla="*/ 1 w 610"/>
                <a:gd name="T49" fmla="*/ 1 h 511"/>
                <a:gd name="T50" fmla="*/ 1 w 610"/>
                <a:gd name="T51" fmla="*/ 1 h 511"/>
                <a:gd name="T52" fmla="*/ 1 w 610"/>
                <a:gd name="T53" fmla="*/ 1 h 511"/>
                <a:gd name="T54" fmla="*/ 1 w 610"/>
                <a:gd name="T55" fmla="*/ 1 h 511"/>
                <a:gd name="T56" fmla="*/ 1 w 610"/>
                <a:gd name="T57" fmla="*/ 1 h 511"/>
                <a:gd name="T58" fmla="*/ 1 w 610"/>
                <a:gd name="T59" fmla="*/ 1 h 511"/>
                <a:gd name="T60" fmla="*/ 1 w 610"/>
                <a:gd name="T61" fmla="*/ 1 h 511"/>
                <a:gd name="T62" fmla="*/ 1 w 610"/>
                <a:gd name="T63" fmla="*/ 1 h 511"/>
                <a:gd name="T64" fmla="*/ 1 w 610"/>
                <a:gd name="T65" fmla="*/ 1 h 511"/>
                <a:gd name="T66" fmla="*/ 1 w 610"/>
                <a:gd name="T67" fmla="*/ 1 h 511"/>
                <a:gd name="T68" fmla="*/ 1 w 610"/>
                <a:gd name="T69" fmla="*/ 1 h 511"/>
                <a:gd name="T70" fmla="*/ 1 w 610"/>
                <a:gd name="T71" fmla="*/ 1 h 511"/>
                <a:gd name="T72" fmla="*/ 1 w 610"/>
                <a:gd name="T73" fmla="*/ 1 h 511"/>
                <a:gd name="T74" fmla="*/ 1 w 610"/>
                <a:gd name="T75" fmla="*/ 1 h 511"/>
                <a:gd name="T76" fmla="*/ 1 w 610"/>
                <a:gd name="T77" fmla="*/ 1 h 511"/>
                <a:gd name="T78" fmla="*/ 1 w 610"/>
                <a:gd name="T79" fmla="*/ 1 h 511"/>
                <a:gd name="T80" fmla="*/ 1 w 610"/>
                <a:gd name="T81" fmla="*/ 1 h 511"/>
                <a:gd name="T82" fmla="*/ 1 w 610"/>
                <a:gd name="T83" fmla="*/ 1 h 511"/>
                <a:gd name="T84" fmla="*/ 1 w 610"/>
                <a:gd name="T85" fmla="*/ 1 h 511"/>
                <a:gd name="T86" fmla="*/ 1 w 610"/>
                <a:gd name="T87" fmla="*/ 1 h 511"/>
                <a:gd name="T88" fmla="*/ 1 w 610"/>
                <a:gd name="T89" fmla="*/ 1 h 511"/>
                <a:gd name="T90" fmla="*/ 1 w 610"/>
                <a:gd name="T91" fmla="*/ 1 h 511"/>
                <a:gd name="T92" fmla="*/ 1 w 610"/>
                <a:gd name="T93" fmla="*/ 1 h 511"/>
                <a:gd name="T94" fmla="*/ 1 w 610"/>
                <a:gd name="T95" fmla="*/ 1 h 511"/>
                <a:gd name="T96" fmla="*/ 1 w 610"/>
                <a:gd name="T97" fmla="*/ 1 h 511"/>
                <a:gd name="T98" fmla="*/ 1 w 610"/>
                <a:gd name="T99" fmla="*/ 1 h 511"/>
                <a:gd name="T100" fmla="*/ 0 w 610"/>
                <a:gd name="T101" fmla="*/ 1 h 51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610"/>
                <a:gd name="T154" fmla="*/ 0 h 511"/>
                <a:gd name="T155" fmla="*/ 610 w 610"/>
                <a:gd name="T156" fmla="*/ 511 h 51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610" h="511">
                  <a:moveTo>
                    <a:pt x="0" y="255"/>
                  </a:moveTo>
                  <a:lnTo>
                    <a:pt x="2" y="223"/>
                  </a:lnTo>
                  <a:lnTo>
                    <a:pt x="10" y="191"/>
                  </a:lnTo>
                  <a:lnTo>
                    <a:pt x="22" y="160"/>
                  </a:lnTo>
                  <a:lnTo>
                    <a:pt x="38" y="132"/>
                  </a:lnTo>
                  <a:lnTo>
                    <a:pt x="58" y="105"/>
                  </a:lnTo>
                  <a:lnTo>
                    <a:pt x="83" y="79"/>
                  </a:lnTo>
                  <a:lnTo>
                    <a:pt x="110" y="58"/>
                  </a:lnTo>
                  <a:lnTo>
                    <a:pt x="142" y="39"/>
                  </a:lnTo>
                  <a:lnTo>
                    <a:pt x="176" y="23"/>
                  </a:lnTo>
                  <a:lnTo>
                    <a:pt x="211" y="12"/>
                  </a:lnTo>
                  <a:lnTo>
                    <a:pt x="248" y="3"/>
                  </a:lnTo>
                  <a:lnTo>
                    <a:pt x="286" y="0"/>
                  </a:lnTo>
                  <a:lnTo>
                    <a:pt x="325" y="0"/>
                  </a:lnTo>
                  <a:lnTo>
                    <a:pt x="363" y="3"/>
                  </a:lnTo>
                  <a:lnTo>
                    <a:pt x="399" y="12"/>
                  </a:lnTo>
                  <a:lnTo>
                    <a:pt x="436" y="23"/>
                  </a:lnTo>
                  <a:lnTo>
                    <a:pt x="470" y="39"/>
                  </a:lnTo>
                  <a:lnTo>
                    <a:pt x="500" y="58"/>
                  </a:lnTo>
                  <a:lnTo>
                    <a:pt x="528" y="79"/>
                  </a:lnTo>
                  <a:lnTo>
                    <a:pt x="553" y="105"/>
                  </a:lnTo>
                  <a:lnTo>
                    <a:pt x="572" y="132"/>
                  </a:lnTo>
                  <a:lnTo>
                    <a:pt x="589" y="160"/>
                  </a:lnTo>
                  <a:lnTo>
                    <a:pt x="601" y="191"/>
                  </a:lnTo>
                  <a:lnTo>
                    <a:pt x="608" y="223"/>
                  </a:lnTo>
                  <a:lnTo>
                    <a:pt x="610" y="255"/>
                  </a:lnTo>
                  <a:lnTo>
                    <a:pt x="608" y="287"/>
                  </a:lnTo>
                  <a:lnTo>
                    <a:pt x="601" y="319"/>
                  </a:lnTo>
                  <a:lnTo>
                    <a:pt x="589" y="349"/>
                  </a:lnTo>
                  <a:lnTo>
                    <a:pt x="572" y="379"/>
                  </a:lnTo>
                  <a:lnTo>
                    <a:pt x="553" y="405"/>
                  </a:lnTo>
                  <a:lnTo>
                    <a:pt x="528" y="430"/>
                  </a:lnTo>
                  <a:lnTo>
                    <a:pt x="500" y="452"/>
                  </a:lnTo>
                  <a:lnTo>
                    <a:pt x="470" y="472"/>
                  </a:lnTo>
                  <a:lnTo>
                    <a:pt x="436" y="487"/>
                  </a:lnTo>
                  <a:lnTo>
                    <a:pt x="399" y="499"/>
                  </a:lnTo>
                  <a:lnTo>
                    <a:pt x="363" y="507"/>
                  </a:lnTo>
                  <a:lnTo>
                    <a:pt x="325" y="511"/>
                  </a:lnTo>
                  <a:lnTo>
                    <a:pt x="286" y="511"/>
                  </a:lnTo>
                  <a:lnTo>
                    <a:pt x="248" y="507"/>
                  </a:lnTo>
                  <a:lnTo>
                    <a:pt x="211" y="499"/>
                  </a:lnTo>
                  <a:lnTo>
                    <a:pt x="176" y="487"/>
                  </a:lnTo>
                  <a:lnTo>
                    <a:pt x="142" y="472"/>
                  </a:lnTo>
                  <a:lnTo>
                    <a:pt x="110" y="452"/>
                  </a:lnTo>
                  <a:lnTo>
                    <a:pt x="83" y="430"/>
                  </a:lnTo>
                  <a:lnTo>
                    <a:pt x="58" y="405"/>
                  </a:lnTo>
                  <a:lnTo>
                    <a:pt x="38" y="379"/>
                  </a:lnTo>
                  <a:lnTo>
                    <a:pt x="22" y="349"/>
                  </a:lnTo>
                  <a:lnTo>
                    <a:pt x="10" y="319"/>
                  </a:lnTo>
                  <a:lnTo>
                    <a:pt x="2" y="287"/>
                  </a:lnTo>
                  <a:lnTo>
                    <a:pt x="0" y="255"/>
                  </a:lnTo>
                </a:path>
              </a:pathLst>
            </a:custGeom>
            <a:noFill/>
            <a:ln w="20638">
              <a:solidFill>
                <a:srgbClr val="8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1" name="Freeform 24">
              <a:extLst>
                <a:ext uri="{FF2B5EF4-FFF2-40B4-BE49-F238E27FC236}">
                  <a16:creationId xmlns:a16="http://schemas.microsoft.com/office/drawing/2014/main" id="{8C216B3D-E5D7-C97D-CBE9-C2D6AF6EB174}"/>
                </a:ext>
              </a:extLst>
            </p:cNvPr>
            <p:cNvSpPr>
              <a:spLocks/>
            </p:cNvSpPr>
            <p:nvPr/>
          </p:nvSpPr>
          <p:spPr bwMode="auto">
            <a:xfrm>
              <a:off x="3252" y="3427"/>
              <a:ext cx="483" cy="358"/>
            </a:xfrm>
            <a:custGeom>
              <a:avLst/>
              <a:gdLst>
                <a:gd name="T0" fmla="*/ 0 w 781"/>
                <a:gd name="T1" fmla="*/ 1 h 655"/>
                <a:gd name="T2" fmla="*/ 1 w 781"/>
                <a:gd name="T3" fmla="*/ 1 h 655"/>
                <a:gd name="T4" fmla="*/ 1 w 781"/>
                <a:gd name="T5" fmla="*/ 1 h 655"/>
                <a:gd name="T6" fmla="*/ 1 w 781"/>
                <a:gd name="T7" fmla="*/ 1 h 655"/>
                <a:gd name="T8" fmla="*/ 1 w 781"/>
                <a:gd name="T9" fmla="*/ 1 h 655"/>
                <a:gd name="T10" fmla="*/ 1 w 781"/>
                <a:gd name="T11" fmla="*/ 1 h 655"/>
                <a:gd name="T12" fmla="*/ 1 w 781"/>
                <a:gd name="T13" fmla="*/ 1 h 655"/>
                <a:gd name="T14" fmla="*/ 1 w 781"/>
                <a:gd name="T15" fmla="*/ 1 h 655"/>
                <a:gd name="T16" fmla="*/ 1 w 781"/>
                <a:gd name="T17" fmla="*/ 1 h 655"/>
                <a:gd name="T18" fmla="*/ 1 w 781"/>
                <a:gd name="T19" fmla="*/ 1 h 655"/>
                <a:gd name="T20" fmla="*/ 1 w 781"/>
                <a:gd name="T21" fmla="*/ 1 h 655"/>
                <a:gd name="T22" fmla="*/ 1 w 781"/>
                <a:gd name="T23" fmla="*/ 1 h 655"/>
                <a:gd name="T24" fmla="*/ 1 w 781"/>
                <a:gd name="T25" fmla="*/ 1 h 655"/>
                <a:gd name="T26" fmla="*/ 1 w 781"/>
                <a:gd name="T27" fmla="*/ 1 h 655"/>
                <a:gd name="T28" fmla="*/ 1 w 781"/>
                <a:gd name="T29" fmla="*/ 0 h 655"/>
                <a:gd name="T30" fmla="*/ 1 w 781"/>
                <a:gd name="T31" fmla="*/ 1 h 655"/>
                <a:gd name="T32" fmla="*/ 1 w 781"/>
                <a:gd name="T33" fmla="*/ 1 h 655"/>
                <a:gd name="T34" fmla="*/ 1 w 781"/>
                <a:gd name="T35" fmla="*/ 1 h 655"/>
                <a:gd name="T36" fmla="*/ 1 w 781"/>
                <a:gd name="T37" fmla="*/ 1 h 655"/>
                <a:gd name="T38" fmla="*/ 1 w 781"/>
                <a:gd name="T39" fmla="*/ 1 h 655"/>
                <a:gd name="T40" fmla="*/ 1 w 781"/>
                <a:gd name="T41" fmla="*/ 1 h 655"/>
                <a:gd name="T42" fmla="*/ 1 w 781"/>
                <a:gd name="T43" fmla="*/ 1 h 655"/>
                <a:gd name="T44" fmla="*/ 1 w 781"/>
                <a:gd name="T45" fmla="*/ 1 h 655"/>
                <a:gd name="T46" fmla="*/ 1 w 781"/>
                <a:gd name="T47" fmla="*/ 1 h 655"/>
                <a:gd name="T48" fmla="*/ 1 w 781"/>
                <a:gd name="T49" fmla="*/ 1 h 655"/>
                <a:gd name="T50" fmla="*/ 1 w 781"/>
                <a:gd name="T51" fmla="*/ 1 h 655"/>
                <a:gd name="T52" fmla="*/ 1 w 781"/>
                <a:gd name="T53" fmla="*/ 1 h 655"/>
                <a:gd name="T54" fmla="*/ 1 w 781"/>
                <a:gd name="T55" fmla="*/ 1 h 655"/>
                <a:gd name="T56" fmla="*/ 1 w 781"/>
                <a:gd name="T57" fmla="*/ 1 h 655"/>
                <a:gd name="T58" fmla="*/ 1 w 781"/>
                <a:gd name="T59" fmla="*/ 1 h 655"/>
                <a:gd name="T60" fmla="*/ 1 w 781"/>
                <a:gd name="T61" fmla="*/ 1 h 655"/>
                <a:gd name="T62" fmla="*/ 1 w 781"/>
                <a:gd name="T63" fmla="*/ 1 h 655"/>
                <a:gd name="T64" fmla="*/ 1 w 781"/>
                <a:gd name="T65" fmla="*/ 1 h 655"/>
                <a:gd name="T66" fmla="*/ 1 w 781"/>
                <a:gd name="T67" fmla="*/ 1 h 655"/>
                <a:gd name="T68" fmla="*/ 1 w 781"/>
                <a:gd name="T69" fmla="*/ 1 h 655"/>
                <a:gd name="T70" fmla="*/ 1 w 781"/>
                <a:gd name="T71" fmla="*/ 1 h 655"/>
                <a:gd name="T72" fmla="*/ 1 w 781"/>
                <a:gd name="T73" fmla="*/ 1 h 655"/>
                <a:gd name="T74" fmla="*/ 1 w 781"/>
                <a:gd name="T75" fmla="*/ 1 h 655"/>
                <a:gd name="T76" fmla="*/ 1 w 781"/>
                <a:gd name="T77" fmla="*/ 1 h 655"/>
                <a:gd name="T78" fmla="*/ 1 w 781"/>
                <a:gd name="T79" fmla="*/ 1 h 655"/>
                <a:gd name="T80" fmla="*/ 1 w 781"/>
                <a:gd name="T81" fmla="*/ 1 h 655"/>
                <a:gd name="T82" fmla="*/ 1 w 781"/>
                <a:gd name="T83" fmla="*/ 1 h 655"/>
                <a:gd name="T84" fmla="*/ 1 w 781"/>
                <a:gd name="T85" fmla="*/ 1 h 655"/>
                <a:gd name="T86" fmla="*/ 1 w 781"/>
                <a:gd name="T87" fmla="*/ 1 h 655"/>
                <a:gd name="T88" fmla="*/ 1 w 781"/>
                <a:gd name="T89" fmla="*/ 1 h 655"/>
                <a:gd name="T90" fmla="*/ 1 w 781"/>
                <a:gd name="T91" fmla="*/ 1 h 655"/>
                <a:gd name="T92" fmla="*/ 1 w 781"/>
                <a:gd name="T93" fmla="*/ 1 h 655"/>
                <a:gd name="T94" fmla="*/ 1 w 781"/>
                <a:gd name="T95" fmla="*/ 1 h 655"/>
                <a:gd name="T96" fmla="*/ 1 w 781"/>
                <a:gd name="T97" fmla="*/ 1 h 655"/>
                <a:gd name="T98" fmla="*/ 1 w 781"/>
                <a:gd name="T99" fmla="*/ 1 h 655"/>
                <a:gd name="T100" fmla="*/ 1 w 781"/>
                <a:gd name="T101" fmla="*/ 1 h 655"/>
                <a:gd name="T102" fmla="*/ 1 w 781"/>
                <a:gd name="T103" fmla="*/ 1 h 655"/>
                <a:gd name="T104" fmla="*/ 1 w 781"/>
                <a:gd name="T105" fmla="*/ 1 h 655"/>
                <a:gd name="T106" fmla="*/ 1 w 781"/>
                <a:gd name="T107" fmla="*/ 1 h 655"/>
                <a:gd name="T108" fmla="*/ 1 w 781"/>
                <a:gd name="T109" fmla="*/ 1 h 655"/>
                <a:gd name="T110" fmla="*/ 1 w 781"/>
                <a:gd name="T111" fmla="*/ 1 h 655"/>
                <a:gd name="T112" fmla="*/ 0 w 781"/>
                <a:gd name="T113" fmla="*/ 1 h 65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81"/>
                <a:gd name="T172" fmla="*/ 0 h 655"/>
                <a:gd name="T173" fmla="*/ 781 w 781"/>
                <a:gd name="T174" fmla="*/ 655 h 65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81" h="655">
                  <a:moveTo>
                    <a:pt x="0" y="328"/>
                  </a:moveTo>
                  <a:lnTo>
                    <a:pt x="3" y="291"/>
                  </a:lnTo>
                  <a:lnTo>
                    <a:pt x="9" y="254"/>
                  </a:lnTo>
                  <a:lnTo>
                    <a:pt x="22" y="219"/>
                  </a:lnTo>
                  <a:lnTo>
                    <a:pt x="39" y="185"/>
                  </a:lnTo>
                  <a:lnTo>
                    <a:pt x="60" y="154"/>
                  </a:lnTo>
                  <a:lnTo>
                    <a:pt x="85" y="123"/>
                  </a:lnTo>
                  <a:lnTo>
                    <a:pt x="115" y="96"/>
                  </a:lnTo>
                  <a:lnTo>
                    <a:pt x="147" y="72"/>
                  </a:lnTo>
                  <a:lnTo>
                    <a:pt x="182" y="50"/>
                  </a:lnTo>
                  <a:lnTo>
                    <a:pt x="221" y="32"/>
                  </a:lnTo>
                  <a:lnTo>
                    <a:pt x="262" y="18"/>
                  </a:lnTo>
                  <a:lnTo>
                    <a:pt x="303" y="8"/>
                  </a:lnTo>
                  <a:lnTo>
                    <a:pt x="346" y="2"/>
                  </a:lnTo>
                  <a:lnTo>
                    <a:pt x="391" y="0"/>
                  </a:lnTo>
                  <a:lnTo>
                    <a:pt x="434" y="2"/>
                  </a:lnTo>
                  <a:lnTo>
                    <a:pt x="478" y="8"/>
                  </a:lnTo>
                  <a:lnTo>
                    <a:pt x="519" y="18"/>
                  </a:lnTo>
                  <a:lnTo>
                    <a:pt x="560" y="32"/>
                  </a:lnTo>
                  <a:lnTo>
                    <a:pt x="599" y="50"/>
                  </a:lnTo>
                  <a:lnTo>
                    <a:pt x="634" y="72"/>
                  </a:lnTo>
                  <a:lnTo>
                    <a:pt x="667" y="96"/>
                  </a:lnTo>
                  <a:lnTo>
                    <a:pt x="695" y="123"/>
                  </a:lnTo>
                  <a:lnTo>
                    <a:pt x="721" y="154"/>
                  </a:lnTo>
                  <a:lnTo>
                    <a:pt x="742" y="185"/>
                  </a:lnTo>
                  <a:lnTo>
                    <a:pt x="759" y="219"/>
                  </a:lnTo>
                  <a:lnTo>
                    <a:pt x="771" y="254"/>
                  </a:lnTo>
                  <a:lnTo>
                    <a:pt x="778" y="291"/>
                  </a:lnTo>
                  <a:lnTo>
                    <a:pt x="781" y="328"/>
                  </a:lnTo>
                  <a:lnTo>
                    <a:pt x="778" y="365"/>
                  </a:lnTo>
                  <a:lnTo>
                    <a:pt x="771" y="401"/>
                  </a:lnTo>
                  <a:lnTo>
                    <a:pt x="759" y="436"/>
                  </a:lnTo>
                  <a:lnTo>
                    <a:pt x="742" y="470"/>
                  </a:lnTo>
                  <a:lnTo>
                    <a:pt x="721" y="502"/>
                  </a:lnTo>
                  <a:lnTo>
                    <a:pt x="695" y="532"/>
                  </a:lnTo>
                  <a:lnTo>
                    <a:pt x="667" y="559"/>
                  </a:lnTo>
                  <a:lnTo>
                    <a:pt x="634" y="584"/>
                  </a:lnTo>
                  <a:lnTo>
                    <a:pt x="599" y="605"/>
                  </a:lnTo>
                  <a:lnTo>
                    <a:pt x="560" y="624"/>
                  </a:lnTo>
                  <a:lnTo>
                    <a:pt x="519" y="637"/>
                  </a:lnTo>
                  <a:lnTo>
                    <a:pt x="478" y="648"/>
                  </a:lnTo>
                  <a:lnTo>
                    <a:pt x="434" y="653"/>
                  </a:lnTo>
                  <a:lnTo>
                    <a:pt x="391" y="655"/>
                  </a:lnTo>
                  <a:lnTo>
                    <a:pt x="346" y="653"/>
                  </a:lnTo>
                  <a:lnTo>
                    <a:pt x="303" y="648"/>
                  </a:lnTo>
                  <a:lnTo>
                    <a:pt x="262" y="637"/>
                  </a:lnTo>
                  <a:lnTo>
                    <a:pt x="221" y="624"/>
                  </a:lnTo>
                  <a:lnTo>
                    <a:pt x="182" y="605"/>
                  </a:lnTo>
                  <a:lnTo>
                    <a:pt x="147" y="584"/>
                  </a:lnTo>
                  <a:lnTo>
                    <a:pt x="115" y="559"/>
                  </a:lnTo>
                  <a:lnTo>
                    <a:pt x="85" y="532"/>
                  </a:lnTo>
                  <a:lnTo>
                    <a:pt x="60" y="502"/>
                  </a:lnTo>
                  <a:lnTo>
                    <a:pt x="39" y="470"/>
                  </a:lnTo>
                  <a:lnTo>
                    <a:pt x="22" y="436"/>
                  </a:lnTo>
                  <a:lnTo>
                    <a:pt x="9" y="401"/>
                  </a:lnTo>
                  <a:lnTo>
                    <a:pt x="3" y="365"/>
                  </a:lnTo>
                  <a:lnTo>
                    <a:pt x="0" y="328"/>
                  </a:lnTo>
                </a:path>
              </a:pathLst>
            </a:custGeom>
            <a:noFill/>
            <a:ln w="20638">
              <a:solidFill>
                <a:srgbClr val="8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2" name="Freeform 25">
              <a:extLst>
                <a:ext uri="{FF2B5EF4-FFF2-40B4-BE49-F238E27FC236}">
                  <a16:creationId xmlns:a16="http://schemas.microsoft.com/office/drawing/2014/main" id="{0D5F94E2-0BBA-D422-E260-8121C8A4E149}"/>
                </a:ext>
              </a:extLst>
            </p:cNvPr>
            <p:cNvSpPr>
              <a:spLocks/>
            </p:cNvSpPr>
            <p:nvPr/>
          </p:nvSpPr>
          <p:spPr bwMode="auto">
            <a:xfrm>
              <a:off x="2254" y="3354"/>
              <a:ext cx="962" cy="162"/>
            </a:xfrm>
            <a:custGeom>
              <a:avLst/>
              <a:gdLst>
                <a:gd name="T0" fmla="*/ 0 w 1925"/>
                <a:gd name="T1" fmla="*/ 1 h 324"/>
                <a:gd name="T2" fmla="*/ 0 w 1925"/>
                <a:gd name="T3" fmla="*/ 1 h 324"/>
                <a:gd name="T4" fmla="*/ 0 w 1925"/>
                <a:gd name="T5" fmla="*/ 1 h 324"/>
                <a:gd name="T6" fmla="*/ 0 w 1925"/>
                <a:gd name="T7" fmla="*/ 1 h 324"/>
                <a:gd name="T8" fmla="*/ 0 w 1925"/>
                <a:gd name="T9" fmla="*/ 1 h 324"/>
                <a:gd name="T10" fmla="*/ 0 w 1925"/>
                <a:gd name="T11" fmla="*/ 1 h 324"/>
                <a:gd name="T12" fmla="*/ 0 w 1925"/>
                <a:gd name="T13" fmla="*/ 1 h 324"/>
                <a:gd name="T14" fmla="*/ 0 w 1925"/>
                <a:gd name="T15" fmla="*/ 1 h 324"/>
                <a:gd name="T16" fmla="*/ 0 w 1925"/>
                <a:gd name="T17" fmla="*/ 1 h 324"/>
                <a:gd name="T18" fmla="*/ 0 w 1925"/>
                <a:gd name="T19" fmla="*/ 1 h 324"/>
                <a:gd name="T20" fmla="*/ 0 w 1925"/>
                <a:gd name="T21" fmla="*/ 1 h 324"/>
                <a:gd name="T22" fmla="*/ 0 w 1925"/>
                <a:gd name="T23" fmla="*/ 1 h 324"/>
                <a:gd name="T24" fmla="*/ 0 w 1925"/>
                <a:gd name="T25" fmla="*/ 0 h 324"/>
                <a:gd name="T26" fmla="*/ 0 w 1925"/>
                <a:gd name="T27" fmla="*/ 1 h 324"/>
                <a:gd name="T28" fmla="*/ 0 w 1925"/>
                <a:gd name="T29" fmla="*/ 1 h 324"/>
                <a:gd name="T30" fmla="*/ 0 w 1925"/>
                <a:gd name="T31" fmla="*/ 1 h 324"/>
                <a:gd name="T32" fmla="*/ 0 w 1925"/>
                <a:gd name="T33" fmla="*/ 1 h 324"/>
                <a:gd name="T34" fmla="*/ 0 w 1925"/>
                <a:gd name="T35" fmla="*/ 1 h 324"/>
                <a:gd name="T36" fmla="*/ 0 w 1925"/>
                <a:gd name="T37" fmla="*/ 1 h 324"/>
                <a:gd name="T38" fmla="*/ 0 w 1925"/>
                <a:gd name="T39" fmla="*/ 1 h 324"/>
                <a:gd name="T40" fmla="*/ 0 w 1925"/>
                <a:gd name="T41" fmla="*/ 1 h 324"/>
                <a:gd name="T42" fmla="*/ 0 w 1925"/>
                <a:gd name="T43" fmla="*/ 1 h 324"/>
                <a:gd name="T44" fmla="*/ 0 w 1925"/>
                <a:gd name="T45" fmla="*/ 1 h 324"/>
                <a:gd name="T46" fmla="*/ 0 w 1925"/>
                <a:gd name="T47" fmla="*/ 1 h 324"/>
                <a:gd name="T48" fmla="*/ 0 w 1925"/>
                <a:gd name="T49" fmla="*/ 1 h 324"/>
                <a:gd name="T50" fmla="*/ 0 w 1925"/>
                <a:gd name="T51" fmla="*/ 1 h 324"/>
                <a:gd name="T52" fmla="*/ 0 w 1925"/>
                <a:gd name="T53" fmla="*/ 1 h 32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925"/>
                <a:gd name="T82" fmla="*/ 0 h 324"/>
                <a:gd name="T83" fmla="*/ 1925 w 1925"/>
                <a:gd name="T84" fmla="*/ 324 h 32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925" h="324">
                  <a:moveTo>
                    <a:pt x="1925" y="251"/>
                  </a:moveTo>
                  <a:lnTo>
                    <a:pt x="1852" y="211"/>
                  </a:lnTo>
                  <a:lnTo>
                    <a:pt x="1778" y="175"/>
                  </a:lnTo>
                  <a:lnTo>
                    <a:pt x="1703" y="142"/>
                  </a:lnTo>
                  <a:lnTo>
                    <a:pt x="1631" y="114"/>
                  </a:lnTo>
                  <a:lnTo>
                    <a:pt x="1556" y="88"/>
                  </a:lnTo>
                  <a:lnTo>
                    <a:pt x="1482" y="65"/>
                  </a:lnTo>
                  <a:lnTo>
                    <a:pt x="1408" y="46"/>
                  </a:lnTo>
                  <a:lnTo>
                    <a:pt x="1335" y="30"/>
                  </a:lnTo>
                  <a:lnTo>
                    <a:pt x="1261" y="18"/>
                  </a:lnTo>
                  <a:lnTo>
                    <a:pt x="1187" y="9"/>
                  </a:lnTo>
                  <a:lnTo>
                    <a:pt x="1113" y="4"/>
                  </a:lnTo>
                  <a:lnTo>
                    <a:pt x="1038" y="0"/>
                  </a:lnTo>
                  <a:lnTo>
                    <a:pt x="966" y="2"/>
                  </a:lnTo>
                  <a:lnTo>
                    <a:pt x="891" y="7"/>
                  </a:lnTo>
                  <a:lnTo>
                    <a:pt x="817" y="15"/>
                  </a:lnTo>
                  <a:lnTo>
                    <a:pt x="743" y="25"/>
                  </a:lnTo>
                  <a:lnTo>
                    <a:pt x="669" y="41"/>
                  </a:lnTo>
                  <a:lnTo>
                    <a:pt x="595" y="58"/>
                  </a:lnTo>
                  <a:lnTo>
                    <a:pt x="521" y="80"/>
                  </a:lnTo>
                  <a:lnTo>
                    <a:pt x="446" y="104"/>
                  </a:lnTo>
                  <a:lnTo>
                    <a:pt x="372" y="133"/>
                  </a:lnTo>
                  <a:lnTo>
                    <a:pt x="298" y="164"/>
                  </a:lnTo>
                  <a:lnTo>
                    <a:pt x="224" y="199"/>
                  </a:lnTo>
                  <a:lnTo>
                    <a:pt x="150" y="237"/>
                  </a:lnTo>
                  <a:lnTo>
                    <a:pt x="76" y="279"/>
                  </a:lnTo>
                  <a:lnTo>
                    <a:pt x="0" y="324"/>
                  </a:lnTo>
                </a:path>
              </a:pathLst>
            </a:custGeom>
            <a:noFill/>
            <a:ln w="4763">
              <a:solidFill>
                <a:srgbClr val="8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3" name="Freeform 26">
              <a:extLst>
                <a:ext uri="{FF2B5EF4-FFF2-40B4-BE49-F238E27FC236}">
                  <a16:creationId xmlns:a16="http://schemas.microsoft.com/office/drawing/2014/main" id="{610DB3A8-406B-7223-4332-7B671CAB0E2B}"/>
                </a:ext>
              </a:extLst>
            </p:cNvPr>
            <p:cNvSpPr>
              <a:spLocks/>
            </p:cNvSpPr>
            <p:nvPr/>
          </p:nvSpPr>
          <p:spPr bwMode="auto">
            <a:xfrm>
              <a:off x="3193" y="3455"/>
              <a:ext cx="90" cy="65"/>
            </a:xfrm>
            <a:custGeom>
              <a:avLst/>
              <a:gdLst>
                <a:gd name="T0" fmla="*/ 0 w 181"/>
                <a:gd name="T1" fmla="*/ 0 h 129"/>
                <a:gd name="T2" fmla="*/ 0 w 181"/>
                <a:gd name="T3" fmla="*/ 1 h 129"/>
                <a:gd name="T4" fmla="*/ 0 w 181"/>
                <a:gd name="T5" fmla="*/ 1 h 129"/>
                <a:gd name="T6" fmla="*/ 0 w 181"/>
                <a:gd name="T7" fmla="*/ 0 h 129"/>
                <a:gd name="T8" fmla="*/ 0 60000 65536"/>
                <a:gd name="T9" fmla="*/ 0 60000 65536"/>
                <a:gd name="T10" fmla="*/ 0 60000 65536"/>
                <a:gd name="T11" fmla="*/ 0 60000 65536"/>
                <a:gd name="T12" fmla="*/ 0 w 181"/>
                <a:gd name="T13" fmla="*/ 0 h 129"/>
                <a:gd name="T14" fmla="*/ 181 w 181"/>
                <a:gd name="T15" fmla="*/ 129 h 129"/>
              </a:gdLst>
              <a:ahLst/>
              <a:cxnLst>
                <a:cxn ang="T8">
                  <a:pos x="T0" y="T1"/>
                </a:cxn>
                <a:cxn ang="T9">
                  <a:pos x="T2" y="T3"/>
                </a:cxn>
                <a:cxn ang="T10">
                  <a:pos x="T4" y="T5"/>
                </a:cxn>
                <a:cxn ang="T11">
                  <a:pos x="T6" y="T7"/>
                </a:cxn>
              </a:cxnLst>
              <a:rect l="T12" t="T13" r="T14" b="T15"/>
              <a:pathLst>
                <a:path w="181" h="129">
                  <a:moveTo>
                    <a:pt x="70" y="0"/>
                  </a:moveTo>
                  <a:lnTo>
                    <a:pt x="181" y="129"/>
                  </a:lnTo>
                  <a:lnTo>
                    <a:pt x="0" y="82"/>
                  </a:lnTo>
                  <a:lnTo>
                    <a:pt x="70" y="0"/>
                  </a:lnTo>
                  <a:close/>
                </a:path>
              </a:pathLst>
            </a:custGeom>
            <a:solidFill>
              <a:srgbClr val="800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44" name="Freeform 27">
              <a:extLst>
                <a:ext uri="{FF2B5EF4-FFF2-40B4-BE49-F238E27FC236}">
                  <a16:creationId xmlns:a16="http://schemas.microsoft.com/office/drawing/2014/main" id="{F7CD018E-EDE2-BA89-B469-3608B3EE0FED}"/>
                </a:ext>
              </a:extLst>
            </p:cNvPr>
            <p:cNvSpPr>
              <a:spLocks/>
            </p:cNvSpPr>
            <p:nvPr/>
          </p:nvSpPr>
          <p:spPr bwMode="auto">
            <a:xfrm>
              <a:off x="2322" y="3672"/>
              <a:ext cx="960" cy="143"/>
            </a:xfrm>
            <a:custGeom>
              <a:avLst/>
              <a:gdLst>
                <a:gd name="T0" fmla="*/ 1 w 1919"/>
                <a:gd name="T1" fmla="*/ 0 h 288"/>
                <a:gd name="T2" fmla="*/ 1 w 1919"/>
                <a:gd name="T3" fmla="*/ 0 h 288"/>
                <a:gd name="T4" fmla="*/ 1 w 1919"/>
                <a:gd name="T5" fmla="*/ 0 h 288"/>
                <a:gd name="T6" fmla="*/ 1 w 1919"/>
                <a:gd name="T7" fmla="*/ 0 h 288"/>
                <a:gd name="T8" fmla="*/ 1 w 1919"/>
                <a:gd name="T9" fmla="*/ 0 h 288"/>
                <a:gd name="T10" fmla="*/ 1 w 1919"/>
                <a:gd name="T11" fmla="*/ 0 h 288"/>
                <a:gd name="T12" fmla="*/ 1 w 1919"/>
                <a:gd name="T13" fmla="*/ 0 h 288"/>
                <a:gd name="T14" fmla="*/ 1 w 1919"/>
                <a:gd name="T15" fmla="*/ 0 h 288"/>
                <a:gd name="T16" fmla="*/ 1 w 1919"/>
                <a:gd name="T17" fmla="*/ 0 h 288"/>
                <a:gd name="T18" fmla="*/ 1 w 1919"/>
                <a:gd name="T19" fmla="*/ 0 h 288"/>
                <a:gd name="T20" fmla="*/ 1 w 1919"/>
                <a:gd name="T21" fmla="*/ 0 h 288"/>
                <a:gd name="T22" fmla="*/ 1 w 1919"/>
                <a:gd name="T23" fmla="*/ 0 h 288"/>
                <a:gd name="T24" fmla="*/ 1 w 1919"/>
                <a:gd name="T25" fmla="*/ 0 h 288"/>
                <a:gd name="T26" fmla="*/ 1 w 1919"/>
                <a:gd name="T27" fmla="*/ 0 h 288"/>
                <a:gd name="T28" fmla="*/ 1 w 1919"/>
                <a:gd name="T29" fmla="*/ 0 h 288"/>
                <a:gd name="T30" fmla="*/ 1 w 1919"/>
                <a:gd name="T31" fmla="*/ 0 h 288"/>
                <a:gd name="T32" fmla="*/ 1 w 1919"/>
                <a:gd name="T33" fmla="*/ 0 h 288"/>
                <a:gd name="T34" fmla="*/ 1 w 1919"/>
                <a:gd name="T35" fmla="*/ 0 h 288"/>
                <a:gd name="T36" fmla="*/ 1 w 1919"/>
                <a:gd name="T37" fmla="*/ 0 h 288"/>
                <a:gd name="T38" fmla="*/ 1 w 1919"/>
                <a:gd name="T39" fmla="*/ 0 h 288"/>
                <a:gd name="T40" fmla="*/ 1 w 1919"/>
                <a:gd name="T41" fmla="*/ 0 h 288"/>
                <a:gd name="T42" fmla="*/ 1 w 1919"/>
                <a:gd name="T43" fmla="*/ 0 h 288"/>
                <a:gd name="T44" fmla="*/ 1 w 1919"/>
                <a:gd name="T45" fmla="*/ 0 h 288"/>
                <a:gd name="T46" fmla="*/ 1 w 1919"/>
                <a:gd name="T47" fmla="*/ 0 h 288"/>
                <a:gd name="T48" fmla="*/ 1 w 1919"/>
                <a:gd name="T49" fmla="*/ 0 h 288"/>
                <a:gd name="T50" fmla="*/ 0 w 1919"/>
                <a:gd name="T51" fmla="*/ 0 h 28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19"/>
                <a:gd name="T79" fmla="*/ 0 h 288"/>
                <a:gd name="T80" fmla="*/ 1919 w 1919"/>
                <a:gd name="T81" fmla="*/ 288 h 28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19" h="288">
                  <a:moveTo>
                    <a:pt x="1919" y="0"/>
                  </a:moveTo>
                  <a:lnTo>
                    <a:pt x="1842" y="42"/>
                  </a:lnTo>
                  <a:lnTo>
                    <a:pt x="1764" y="80"/>
                  </a:lnTo>
                  <a:lnTo>
                    <a:pt x="1687" y="115"/>
                  </a:lnTo>
                  <a:lnTo>
                    <a:pt x="1609" y="147"/>
                  </a:lnTo>
                  <a:lnTo>
                    <a:pt x="1533" y="175"/>
                  </a:lnTo>
                  <a:lnTo>
                    <a:pt x="1456" y="200"/>
                  </a:lnTo>
                  <a:lnTo>
                    <a:pt x="1379" y="223"/>
                  </a:lnTo>
                  <a:lnTo>
                    <a:pt x="1301" y="242"/>
                  </a:lnTo>
                  <a:lnTo>
                    <a:pt x="1224" y="257"/>
                  </a:lnTo>
                  <a:lnTo>
                    <a:pt x="1147" y="269"/>
                  </a:lnTo>
                  <a:lnTo>
                    <a:pt x="1071" y="279"/>
                  </a:lnTo>
                  <a:lnTo>
                    <a:pt x="994" y="284"/>
                  </a:lnTo>
                  <a:lnTo>
                    <a:pt x="917" y="288"/>
                  </a:lnTo>
                  <a:lnTo>
                    <a:pt x="840" y="287"/>
                  </a:lnTo>
                  <a:lnTo>
                    <a:pt x="764" y="283"/>
                  </a:lnTo>
                  <a:lnTo>
                    <a:pt x="687" y="276"/>
                  </a:lnTo>
                  <a:lnTo>
                    <a:pt x="610" y="266"/>
                  </a:lnTo>
                  <a:lnTo>
                    <a:pt x="533" y="253"/>
                  </a:lnTo>
                  <a:lnTo>
                    <a:pt x="458" y="235"/>
                  </a:lnTo>
                  <a:lnTo>
                    <a:pt x="381" y="216"/>
                  </a:lnTo>
                  <a:lnTo>
                    <a:pt x="304" y="193"/>
                  </a:lnTo>
                  <a:lnTo>
                    <a:pt x="229" y="166"/>
                  </a:lnTo>
                  <a:lnTo>
                    <a:pt x="152" y="137"/>
                  </a:lnTo>
                  <a:lnTo>
                    <a:pt x="75" y="103"/>
                  </a:lnTo>
                  <a:lnTo>
                    <a:pt x="0" y="67"/>
                  </a:lnTo>
                </a:path>
              </a:pathLst>
            </a:custGeom>
            <a:noFill/>
            <a:ln w="4763">
              <a:solidFill>
                <a:srgbClr val="8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5" name="Freeform 28">
              <a:extLst>
                <a:ext uri="{FF2B5EF4-FFF2-40B4-BE49-F238E27FC236}">
                  <a16:creationId xmlns:a16="http://schemas.microsoft.com/office/drawing/2014/main" id="{80ABBF06-10A1-63DA-91A7-B4D48922CAE3}"/>
                </a:ext>
              </a:extLst>
            </p:cNvPr>
            <p:cNvSpPr>
              <a:spLocks/>
            </p:cNvSpPr>
            <p:nvPr/>
          </p:nvSpPr>
          <p:spPr bwMode="auto">
            <a:xfrm>
              <a:off x="2253" y="3668"/>
              <a:ext cx="91" cy="62"/>
            </a:xfrm>
            <a:custGeom>
              <a:avLst/>
              <a:gdLst>
                <a:gd name="T0" fmla="*/ 0 w 184"/>
                <a:gd name="T1" fmla="*/ 1 h 123"/>
                <a:gd name="T2" fmla="*/ 0 w 184"/>
                <a:gd name="T3" fmla="*/ 0 h 123"/>
                <a:gd name="T4" fmla="*/ 0 w 184"/>
                <a:gd name="T5" fmla="*/ 1 h 123"/>
                <a:gd name="T6" fmla="*/ 0 w 184"/>
                <a:gd name="T7" fmla="*/ 1 h 123"/>
                <a:gd name="T8" fmla="*/ 0 60000 65536"/>
                <a:gd name="T9" fmla="*/ 0 60000 65536"/>
                <a:gd name="T10" fmla="*/ 0 60000 65536"/>
                <a:gd name="T11" fmla="*/ 0 60000 65536"/>
                <a:gd name="T12" fmla="*/ 0 w 184"/>
                <a:gd name="T13" fmla="*/ 0 h 123"/>
                <a:gd name="T14" fmla="*/ 184 w 184"/>
                <a:gd name="T15" fmla="*/ 123 h 123"/>
              </a:gdLst>
              <a:ahLst/>
              <a:cxnLst>
                <a:cxn ang="T8">
                  <a:pos x="T0" y="T1"/>
                </a:cxn>
                <a:cxn ang="T9">
                  <a:pos x="T2" y="T3"/>
                </a:cxn>
                <a:cxn ang="T10">
                  <a:pos x="T4" y="T5"/>
                </a:cxn>
                <a:cxn ang="T11">
                  <a:pos x="T6" y="T7"/>
                </a:cxn>
              </a:cxnLst>
              <a:rect l="T12" t="T13" r="T14" b="T15"/>
              <a:pathLst>
                <a:path w="184" h="123">
                  <a:moveTo>
                    <a:pt x="120" y="123"/>
                  </a:moveTo>
                  <a:lnTo>
                    <a:pt x="0" y="0"/>
                  </a:lnTo>
                  <a:lnTo>
                    <a:pt x="184" y="39"/>
                  </a:lnTo>
                  <a:lnTo>
                    <a:pt x="120" y="123"/>
                  </a:lnTo>
                  <a:close/>
                </a:path>
              </a:pathLst>
            </a:custGeom>
            <a:solidFill>
              <a:srgbClr val="800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46" name="Freeform 29">
              <a:extLst>
                <a:ext uri="{FF2B5EF4-FFF2-40B4-BE49-F238E27FC236}">
                  <a16:creationId xmlns:a16="http://schemas.microsoft.com/office/drawing/2014/main" id="{C2861E4E-2DB7-D10F-CA25-E2B88B542786}"/>
                </a:ext>
              </a:extLst>
            </p:cNvPr>
            <p:cNvSpPr>
              <a:spLocks/>
            </p:cNvSpPr>
            <p:nvPr/>
          </p:nvSpPr>
          <p:spPr bwMode="auto">
            <a:xfrm>
              <a:off x="1793" y="2643"/>
              <a:ext cx="197" cy="807"/>
            </a:xfrm>
            <a:custGeom>
              <a:avLst/>
              <a:gdLst>
                <a:gd name="T0" fmla="*/ 0 w 395"/>
                <a:gd name="T1" fmla="*/ 0 h 1616"/>
                <a:gd name="T2" fmla="*/ 0 w 395"/>
                <a:gd name="T3" fmla="*/ 0 h 1616"/>
                <a:gd name="T4" fmla="*/ 0 w 395"/>
                <a:gd name="T5" fmla="*/ 0 h 1616"/>
                <a:gd name="T6" fmla="*/ 0 w 395"/>
                <a:gd name="T7" fmla="*/ 0 h 1616"/>
                <a:gd name="T8" fmla="*/ 0 w 395"/>
                <a:gd name="T9" fmla="*/ 0 h 1616"/>
                <a:gd name="T10" fmla="*/ 0 w 395"/>
                <a:gd name="T11" fmla="*/ 0 h 1616"/>
                <a:gd name="T12" fmla="*/ 0 w 395"/>
                <a:gd name="T13" fmla="*/ 0 h 1616"/>
                <a:gd name="T14" fmla="*/ 0 w 395"/>
                <a:gd name="T15" fmla="*/ 0 h 1616"/>
                <a:gd name="T16" fmla="*/ 0 w 395"/>
                <a:gd name="T17" fmla="*/ 0 h 1616"/>
                <a:gd name="T18" fmla="*/ 0 w 395"/>
                <a:gd name="T19" fmla="*/ 0 h 1616"/>
                <a:gd name="T20" fmla="*/ 0 w 395"/>
                <a:gd name="T21" fmla="*/ 0 h 1616"/>
                <a:gd name="T22" fmla="*/ 0 w 395"/>
                <a:gd name="T23" fmla="*/ 0 h 1616"/>
                <a:gd name="T24" fmla="*/ 0 w 395"/>
                <a:gd name="T25" fmla="*/ 0 h 1616"/>
                <a:gd name="T26" fmla="*/ 0 w 395"/>
                <a:gd name="T27" fmla="*/ 0 h 1616"/>
                <a:gd name="T28" fmla="*/ 0 w 395"/>
                <a:gd name="T29" fmla="*/ 0 h 1616"/>
                <a:gd name="T30" fmla="*/ 0 w 395"/>
                <a:gd name="T31" fmla="*/ 0 h 1616"/>
                <a:gd name="T32" fmla="*/ 0 w 395"/>
                <a:gd name="T33" fmla="*/ 0 h 1616"/>
                <a:gd name="T34" fmla="*/ 0 w 395"/>
                <a:gd name="T35" fmla="*/ 0 h 1616"/>
                <a:gd name="T36" fmla="*/ 0 w 395"/>
                <a:gd name="T37" fmla="*/ 0 h 1616"/>
                <a:gd name="T38" fmla="*/ 0 w 395"/>
                <a:gd name="T39" fmla="*/ 0 h 1616"/>
                <a:gd name="T40" fmla="*/ 0 w 395"/>
                <a:gd name="T41" fmla="*/ 0 h 1616"/>
                <a:gd name="T42" fmla="*/ 0 w 395"/>
                <a:gd name="T43" fmla="*/ 0 h 1616"/>
                <a:gd name="T44" fmla="*/ 0 w 395"/>
                <a:gd name="T45" fmla="*/ 0 h 1616"/>
                <a:gd name="T46" fmla="*/ 0 w 395"/>
                <a:gd name="T47" fmla="*/ 0 h 1616"/>
                <a:gd name="T48" fmla="*/ 0 w 395"/>
                <a:gd name="T49" fmla="*/ 0 h 1616"/>
                <a:gd name="T50" fmla="*/ 0 w 395"/>
                <a:gd name="T51" fmla="*/ 0 h 1616"/>
                <a:gd name="T52" fmla="*/ 0 w 395"/>
                <a:gd name="T53" fmla="*/ 0 h 161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95"/>
                <a:gd name="T82" fmla="*/ 0 h 1616"/>
                <a:gd name="T83" fmla="*/ 395 w 395"/>
                <a:gd name="T84" fmla="*/ 1616 h 161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95" h="1616">
                  <a:moveTo>
                    <a:pt x="291" y="0"/>
                  </a:moveTo>
                  <a:lnTo>
                    <a:pt x="245" y="63"/>
                  </a:lnTo>
                  <a:lnTo>
                    <a:pt x="202" y="125"/>
                  </a:lnTo>
                  <a:lnTo>
                    <a:pt x="164" y="187"/>
                  </a:lnTo>
                  <a:lnTo>
                    <a:pt x="129" y="250"/>
                  </a:lnTo>
                  <a:lnTo>
                    <a:pt x="99" y="312"/>
                  </a:lnTo>
                  <a:lnTo>
                    <a:pt x="73" y="374"/>
                  </a:lnTo>
                  <a:lnTo>
                    <a:pt x="51" y="436"/>
                  </a:lnTo>
                  <a:lnTo>
                    <a:pt x="33" y="499"/>
                  </a:lnTo>
                  <a:lnTo>
                    <a:pt x="19" y="560"/>
                  </a:lnTo>
                  <a:lnTo>
                    <a:pt x="8" y="622"/>
                  </a:lnTo>
                  <a:lnTo>
                    <a:pt x="3" y="685"/>
                  </a:lnTo>
                  <a:lnTo>
                    <a:pt x="0" y="747"/>
                  </a:lnTo>
                  <a:lnTo>
                    <a:pt x="3" y="809"/>
                  </a:lnTo>
                  <a:lnTo>
                    <a:pt x="8" y="871"/>
                  </a:lnTo>
                  <a:lnTo>
                    <a:pt x="19" y="934"/>
                  </a:lnTo>
                  <a:lnTo>
                    <a:pt x="33" y="995"/>
                  </a:lnTo>
                  <a:lnTo>
                    <a:pt x="51" y="1057"/>
                  </a:lnTo>
                  <a:lnTo>
                    <a:pt x="73" y="1119"/>
                  </a:lnTo>
                  <a:lnTo>
                    <a:pt x="99" y="1182"/>
                  </a:lnTo>
                  <a:lnTo>
                    <a:pt x="129" y="1244"/>
                  </a:lnTo>
                  <a:lnTo>
                    <a:pt x="163" y="1306"/>
                  </a:lnTo>
                  <a:lnTo>
                    <a:pt x="201" y="1368"/>
                  </a:lnTo>
                  <a:lnTo>
                    <a:pt x="244" y="1430"/>
                  </a:lnTo>
                  <a:lnTo>
                    <a:pt x="289" y="1492"/>
                  </a:lnTo>
                  <a:lnTo>
                    <a:pt x="340" y="1554"/>
                  </a:lnTo>
                  <a:lnTo>
                    <a:pt x="395" y="1616"/>
                  </a:lnTo>
                </a:path>
              </a:pathLst>
            </a:custGeom>
            <a:noFill/>
            <a:ln w="4763">
              <a:solidFill>
                <a:srgbClr val="8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7" name="Freeform 30">
              <a:extLst>
                <a:ext uri="{FF2B5EF4-FFF2-40B4-BE49-F238E27FC236}">
                  <a16:creationId xmlns:a16="http://schemas.microsoft.com/office/drawing/2014/main" id="{79760C59-14BC-8CCF-1BBE-03B9AE5DD0FB}"/>
                </a:ext>
              </a:extLst>
            </p:cNvPr>
            <p:cNvSpPr>
              <a:spLocks/>
            </p:cNvSpPr>
            <p:nvPr/>
          </p:nvSpPr>
          <p:spPr bwMode="auto">
            <a:xfrm>
              <a:off x="1909" y="2586"/>
              <a:ext cx="76" cy="76"/>
            </a:xfrm>
            <a:custGeom>
              <a:avLst/>
              <a:gdLst>
                <a:gd name="T0" fmla="*/ 0 w 153"/>
                <a:gd name="T1" fmla="*/ 1 h 152"/>
                <a:gd name="T2" fmla="*/ 0 w 153"/>
                <a:gd name="T3" fmla="*/ 0 h 152"/>
                <a:gd name="T4" fmla="*/ 0 w 153"/>
                <a:gd name="T5" fmla="*/ 1 h 152"/>
                <a:gd name="T6" fmla="*/ 0 w 153"/>
                <a:gd name="T7" fmla="*/ 1 h 152"/>
                <a:gd name="T8" fmla="*/ 0 60000 65536"/>
                <a:gd name="T9" fmla="*/ 0 60000 65536"/>
                <a:gd name="T10" fmla="*/ 0 60000 65536"/>
                <a:gd name="T11" fmla="*/ 0 60000 65536"/>
                <a:gd name="T12" fmla="*/ 0 w 153"/>
                <a:gd name="T13" fmla="*/ 0 h 152"/>
                <a:gd name="T14" fmla="*/ 153 w 153"/>
                <a:gd name="T15" fmla="*/ 152 h 152"/>
              </a:gdLst>
              <a:ahLst/>
              <a:cxnLst>
                <a:cxn ang="T8">
                  <a:pos x="T0" y="T1"/>
                </a:cxn>
                <a:cxn ang="T9">
                  <a:pos x="T2" y="T3"/>
                </a:cxn>
                <a:cxn ang="T10">
                  <a:pos x="T4" y="T5"/>
                </a:cxn>
                <a:cxn ang="T11">
                  <a:pos x="T6" y="T7"/>
                </a:cxn>
              </a:cxnLst>
              <a:rect l="T12" t="T13" r="T14" b="T15"/>
              <a:pathLst>
                <a:path w="153" h="152">
                  <a:moveTo>
                    <a:pt x="0" y="94"/>
                  </a:moveTo>
                  <a:lnTo>
                    <a:pt x="153" y="0"/>
                  </a:lnTo>
                  <a:lnTo>
                    <a:pt x="98" y="152"/>
                  </a:lnTo>
                  <a:lnTo>
                    <a:pt x="0" y="94"/>
                  </a:lnTo>
                  <a:close/>
                </a:path>
              </a:pathLst>
            </a:custGeom>
            <a:solidFill>
              <a:srgbClr val="800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48" name="Freeform 31">
              <a:extLst>
                <a:ext uri="{FF2B5EF4-FFF2-40B4-BE49-F238E27FC236}">
                  <a16:creationId xmlns:a16="http://schemas.microsoft.com/office/drawing/2014/main" id="{1A395032-C942-DEA7-5D07-866CDA4CE03C}"/>
                </a:ext>
              </a:extLst>
            </p:cNvPr>
            <p:cNvSpPr>
              <a:spLocks/>
            </p:cNvSpPr>
            <p:nvPr/>
          </p:nvSpPr>
          <p:spPr bwMode="auto">
            <a:xfrm>
              <a:off x="3161" y="2644"/>
              <a:ext cx="197" cy="807"/>
            </a:xfrm>
            <a:custGeom>
              <a:avLst/>
              <a:gdLst>
                <a:gd name="T0" fmla="*/ 1 w 394"/>
                <a:gd name="T1" fmla="*/ 0 h 1615"/>
                <a:gd name="T2" fmla="*/ 1 w 394"/>
                <a:gd name="T3" fmla="*/ 0 h 1615"/>
                <a:gd name="T4" fmla="*/ 1 w 394"/>
                <a:gd name="T5" fmla="*/ 0 h 1615"/>
                <a:gd name="T6" fmla="*/ 1 w 394"/>
                <a:gd name="T7" fmla="*/ 0 h 1615"/>
                <a:gd name="T8" fmla="*/ 1 w 394"/>
                <a:gd name="T9" fmla="*/ 0 h 1615"/>
                <a:gd name="T10" fmla="*/ 1 w 394"/>
                <a:gd name="T11" fmla="*/ 0 h 1615"/>
                <a:gd name="T12" fmla="*/ 1 w 394"/>
                <a:gd name="T13" fmla="*/ 0 h 1615"/>
                <a:gd name="T14" fmla="*/ 1 w 394"/>
                <a:gd name="T15" fmla="*/ 0 h 1615"/>
                <a:gd name="T16" fmla="*/ 1 w 394"/>
                <a:gd name="T17" fmla="*/ 0 h 1615"/>
                <a:gd name="T18" fmla="*/ 1 w 394"/>
                <a:gd name="T19" fmla="*/ 0 h 1615"/>
                <a:gd name="T20" fmla="*/ 1 w 394"/>
                <a:gd name="T21" fmla="*/ 0 h 1615"/>
                <a:gd name="T22" fmla="*/ 1 w 394"/>
                <a:gd name="T23" fmla="*/ 0 h 1615"/>
                <a:gd name="T24" fmla="*/ 0 w 394"/>
                <a:gd name="T25" fmla="*/ 0 h 1615"/>
                <a:gd name="T26" fmla="*/ 1 w 394"/>
                <a:gd name="T27" fmla="*/ 0 h 1615"/>
                <a:gd name="T28" fmla="*/ 1 w 394"/>
                <a:gd name="T29" fmla="*/ 0 h 1615"/>
                <a:gd name="T30" fmla="*/ 1 w 394"/>
                <a:gd name="T31" fmla="*/ 0 h 1615"/>
                <a:gd name="T32" fmla="*/ 1 w 394"/>
                <a:gd name="T33" fmla="*/ 0 h 1615"/>
                <a:gd name="T34" fmla="*/ 1 w 394"/>
                <a:gd name="T35" fmla="*/ 0 h 1615"/>
                <a:gd name="T36" fmla="*/ 1 w 394"/>
                <a:gd name="T37" fmla="*/ 0 h 1615"/>
                <a:gd name="T38" fmla="*/ 1 w 394"/>
                <a:gd name="T39" fmla="*/ 0 h 1615"/>
                <a:gd name="T40" fmla="*/ 1 w 394"/>
                <a:gd name="T41" fmla="*/ 0 h 1615"/>
                <a:gd name="T42" fmla="*/ 1 w 394"/>
                <a:gd name="T43" fmla="*/ 0 h 1615"/>
                <a:gd name="T44" fmla="*/ 1 w 394"/>
                <a:gd name="T45" fmla="*/ 0 h 1615"/>
                <a:gd name="T46" fmla="*/ 1 w 394"/>
                <a:gd name="T47" fmla="*/ 0 h 1615"/>
                <a:gd name="T48" fmla="*/ 1 w 394"/>
                <a:gd name="T49" fmla="*/ 0 h 1615"/>
                <a:gd name="T50" fmla="*/ 1 w 394"/>
                <a:gd name="T51" fmla="*/ 0 h 1615"/>
                <a:gd name="T52" fmla="*/ 1 w 394"/>
                <a:gd name="T53" fmla="*/ 0 h 161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94"/>
                <a:gd name="T82" fmla="*/ 0 h 1615"/>
                <a:gd name="T83" fmla="*/ 394 w 394"/>
                <a:gd name="T84" fmla="*/ 1615 h 161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94" h="1615">
                  <a:moveTo>
                    <a:pt x="292" y="0"/>
                  </a:moveTo>
                  <a:lnTo>
                    <a:pt x="245" y="62"/>
                  </a:lnTo>
                  <a:lnTo>
                    <a:pt x="202" y="124"/>
                  </a:lnTo>
                  <a:lnTo>
                    <a:pt x="164" y="186"/>
                  </a:lnTo>
                  <a:lnTo>
                    <a:pt x="130" y="249"/>
                  </a:lnTo>
                  <a:lnTo>
                    <a:pt x="100" y="310"/>
                  </a:lnTo>
                  <a:lnTo>
                    <a:pt x="73" y="372"/>
                  </a:lnTo>
                  <a:lnTo>
                    <a:pt x="51" y="435"/>
                  </a:lnTo>
                  <a:lnTo>
                    <a:pt x="33" y="497"/>
                  </a:lnTo>
                  <a:lnTo>
                    <a:pt x="20" y="559"/>
                  </a:lnTo>
                  <a:lnTo>
                    <a:pt x="9" y="621"/>
                  </a:lnTo>
                  <a:lnTo>
                    <a:pt x="3" y="684"/>
                  </a:lnTo>
                  <a:lnTo>
                    <a:pt x="0" y="746"/>
                  </a:lnTo>
                  <a:lnTo>
                    <a:pt x="3" y="808"/>
                  </a:lnTo>
                  <a:lnTo>
                    <a:pt x="9" y="869"/>
                  </a:lnTo>
                  <a:lnTo>
                    <a:pt x="18" y="932"/>
                  </a:lnTo>
                  <a:lnTo>
                    <a:pt x="33" y="994"/>
                  </a:lnTo>
                  <a:lnTo>
                    <a:pt x="51" y="1056"/>
                  </a:lnTo>
                  <a:lnTo>
                    <a:pt x="73" y="1119"/>
                  </a:lnTo>
                  <a:lnTo>
                    <a:pt x="99" y="1181"/>
                  </a:lnTo>
                  <a:lnTo>
                    <a:pt x="129" y="1242"/>
                  </a:lnTo>
                  <a:lnTo>
                    <a:pt x="163" y="1304"/>
                  </a:lnTo>
                  <a:lnTo>
                    <a:pt x="202" y="1367"/>
                  </a:lnTo>
                  <a:lnTo>
                    <a:pt x="243" y="1429"/>
                  </a:lnTo>
                  <a:lnTo>
                    <a:pt x="290" y="1491"/>
                  </a:lnTo>
                  <a:lnTo>
                    <a:pt x="340" y="1553"/>
                  </a:lnTo>
                  <a:lnTo>
                    <a:pt x="394" y="1615"/>
                  </a:lnTo>
                </a:path>
              </a:pathLst>
            </a:custGeom>
            <a:noFill/>
            <a:ln w="4763">
              <a:solidFill>
                <a:srgbClr val="8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9" name="Freeform 32">
              <a:extLst>
                <a:ext uri="{FF2B5EF4-FFF2-40B4-BE49-F238E27FC236}">
                  <a16:creationId xmlns:a16="http://schemas.microsoft.com/office/drawing/2014/main" id="{D800B195-E85C-2ED8-E5ED-DE5F347380D8}"/>
                </a:ext>
              </a:extLst>
            </p:cNvPr>
            <p:cNvSpPr>
              <a:spLocks/>
            </p:cNvSpPr>
            <p:nvPr/>
          </p:nvSpPr>
          <p:spPr bwMode="auto">
            <a:xfrm>
              <a:off x="3277" y="2587"/>
              <a:ext cx="77" cy="76"/>
            </a:xfrm>
            <a:custGeom>
              <a:avLst/>
              <a:gdLst>
                <a:gd name="T0" fmla="*/ 0 w 152"/>
                <a:gd name="T1" fmla="*/ 0 h 153"/>
                <a:gd name="T2" fmla="*/ 1 w 152"/>
                <a:gd name="T3" fmla="*/ 0 h 153"/>
                <a:gd name="T4" fmla="*/ 1 w 152"/>
                <a:gd name="T5" fmla="*/ 0 h 153"/>
                <a:gd name="T6" fmla="*/ 0 w 152"/>
                <a:gd name="T7" fmla="*/ 0 h 153"/>
                <a:gd name="T8" fmla="*/ 0 60000 65536"/>
                <a:gd name="T9" fmla="*/ 0 60000 65536"/>
                <a:gd name="T10" fmla="*/ 0 60000 65536"/>
                <a:gd name="T11" fmla="*/ 0 60000 65536"/>
                <a:gd name="T12" fmla="*/ 0 w 152"/>
                <a:gd name="T13" fmla="*/ 0 h 153"/>
                <a:gd name="T14" fmla="*/ 152 w 152"/>
                <a:gd name="T15" fmla="*/ 153 h 153"/>
              </a:gdLst>
              <a:ahLst/>
              <a:cxnLst>
                <a:cxn ang="T8">
                  <a:pos x="T0" y="T1"/>
                </a:cxn>
                <a:cxn ang="T9">
                  <a:pos x="T2" y="T3"/>
                </a:cxn>
                <a:cxn ang="T10">
                  <a:pos x="T4" y="T5"/>
                </a:cxn>
                <a:cxn ang="T11">
                  <a:pos x="T6" y="T7"/>
                </a:cxn>
              </a:cxnLst>
              <a:rect l="T12" t="T13" r="T14" b="T15"/>
              <a:pathLst>
                <a:path w="152" h="153">
                  <a:moveTo>
                    <a:pt x="0" y="95"/>
                  </a:moveTo>
                  <a:lnTo>
                    <a:pt x="152" y="0"/>
                  </a:lnTo>
                  <a:lnTo>
                    <a:pt x="99" y="153"/>
                  </a:lnTo>
                  <a:lnTo>
                    <a:pt x="0" y="95"/>
                  </a:lnTo>
                  <a:close/>
                </a:path>
              </a:pathLst>
            </a:custGeom>
            <a:solidFill>
              <a:srgbClr val="800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50" name="Freeform 33">
              <a:extLst>
                <a:ext uri="{FF2B5EF4-FFF2-40B4-BE49-F238E27FC236}">
                  <a16:creationId xmlns:a16="http://schemas.microsoft.com/office/drawing/2014/main" id="{22E45BA7-B242-A978-7437-38618AC91600}"/>
                </a:ext>
              </a:extLst>
            </p:cNvPr>
            <p:cNvSpPr>
              <a:spLocks/>
            </p:cNvSpPr>
            <p:nvPr/>
          </p:nvSpPr>
          <p:spPr bwMode="auto">
            <a:xfrm>
              <a:off x="2169" y="2589"/>
              <a:ext cx="197" cy="808"/>
            </a:xfrm>
            <a:custGeom>
              <a:avLst/>
              <a:gdLst>
                <a:gd name="T0" fmla="*/ 1 w 393"/>
                <a:gd name="T1" fmla="*/ 1 h 1616"/>
                <a:gd name="T2" fmla="*/ 1 w 393"/>
                <a:gd name="T3" fmla="*/ 1 h 1616"/>
                <a:gd name="T4" fmla="*/ 1 w 393"/>
                <a:gd name="T5" fmla="*/ 1 h 1616"/>
                <a:gd name="T6" fmla="*/ 1 w 393"/>
                <a:gd name="T7" fmla="*/ 1 h 1616"/>
                <a:gd name="T8" fmla="*/ 1 w 393"/>
                <a:gd name="T9" fmla="*/ 1 h 1616"/>
                <a:gd name="T10" fmla="*/ 1 w 393"/>
                <a:gd name="T11" fmla="*/ 1 h 1616"/>
                <a:gd name="T12" fmla="*/ 1 w 393"/>
                <a:gd name="T13" fmla="*/ 1 h 1616"/>
                <a:gd name="T14" fmla="*/ 1 w 393"/>
                <a:gd name="T15" fmla="*/ 1 h 1616"/>
                <a:gd name="T16" fmla="*/ 1 w 393"/>
                <a:gd name="T17" fmla="*/ 1 h 1616"/>
                <a:gd name="T18" fmla="*/ 1 w 393"/>
                <a:gd name="T19" fmla="*/ 1 h 1616"/>
                <a:gd name="T20" fmla="*/ 1 w 393"/>
                <a:gd name="T21" fmla="*/ 1 h 1616"/>
                <a:gd name="T22" fmla="*/ 1 w 393"/>
                <a:gd name="T23" fmla="*/ 1 h 1616"/>
                <a:gd name="T24" fmla="*/ 1 w 393"/>
                <a:gd name="T25" fmla="*/ 1 h 1616"/>
                <a:gd name="T26" fmla="*/ 1 w 393"/>
                <a:gd name="T27" fmla="*/ 1 h 1616"/>
                <a:gd name="T28" fmla="*/ 1 w 393"/>
                <a:gd name="T29" fmla="*/ 1 h 1616"/>
                <a:gd name="T30" fmla="*/ 1 w 393"/>
                <a:gd name="T31" fmla="*/ 1 h 1616"/>
                <a:gd name="T32" fmla="*/ 1 w 393"/>
                <a:gd name="T33" fmla="*/ 1 h 1616"/>
                <a:gd name="T34" fmla="*/ 1 w 393"/>
                <a:gd name="T35" fmla="*/ 1 h 1616"/>
                <a:gd name="T36" fmla="*/ 1 w 393"/>
                <a:gd name="T37" fmla="*/ 1 h 1616"/>
                <a:gd name="T38" fmla="*/ 1 w 393"/>
                <a:gd name="T39" fmla="*/ 1 h 1616"/>
                <a:gd name="T40" fmla="*/ 1 w 393"/>
                <a:gd name="T41" fmla="*/ 1 h 1616"/>
                <a:gd name="T42" fmla="*/ 1 w 393"/>
                <a:gd name="T43" fmla="*/ 1 h 1616"/>
                <a:gd name="T44" fmla="*/ 1 w 393"/>
                <a:gd name="T45" fmla="*/ 1 h 1616"/>
                <a:gd name="T46" fmla="*/ 1 w 393"/>
                <a:gd name="T47" fmla="*/ 1 h 1616"/>
                <a:gd name="T48" fmla="*/ 1 w 393"/>
                <a:gd name="T49" fmla="*/ 1 h 1616"/>
                <a:gd name="T50" fmla="*/ 1 w 393"/>
                <a:gd name="T51" fmla="*/ 1 h 1616"/>
                <a:gd name="T52" fmla="*/ 0 w 393"/>
                <a:gd name="T53" fmla="*/ 0 h 161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93"/>
                <a:gd name="T82" fmla="*/ 0 h 1616"/>
                <a:gd name="T83" fmla="*/ 393 w 393"/>
                <a:gd name="T84" fmla="*/ 1616 h 161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93" h="1616">
                  <a:moveTo>
                    <a:pt x="103" y="1616"/>
                  </a:moveTo>
                  <a:lnTo>
                    <a:pt x="150" y="1554"/>
                  </a:lnTo>
                  <a:lnTo>
                    <a:pt x="191" y="1492"/>
                  </a:lnTo>
                  <a:lnTo>
                    <a:pt x="230" y="1430"/>
                  </a:lnTo>
                  <a:lnTo>
                    <a:pt x="264" y="1367"/>
                  </a:lnTo>
                  <a:lnTo>
                    <a:pt x="294" y="1305"/>
                  </a:lnTo>
                  <a:lnTo>
                    <a:pt x="320" y="1243"/>
                  </a:lnTo>
                  <a:lnTo>
                    <a:pt x="342" y="1181"/>
                  </a:lnTo>
                  <a:lnTo>
                    <a:pt x="360" y="1118"/>
                  </a:lnTo>
                  <a:lnTo>
                    <a:pt x="375" y="1056"/>
                  </a:lnTo>
                  <a:lnTo>
                    <a:pt x="385" y="994"/>
                  </a:lnTo>
                  <a:lnTo>
                    <a:pt x="392" y="933"/>
                  </a:lnTo>
                  <a:lnTo>
                    <a:pt x="393" y="870"/>
                  </a:lnTo>
                  <a:lnTo>
                    <a:pt x="392" y="808"/>
                  </a:lnTo>
                  <a:lnTo>
                    <a:pt x="385" y="746"/>
                  </a:lnTo>
                  <a:lnTo>
                    <a:pt x="375" y="683"/>
                  </a:lnTo>
                  <a:lnTo>
                    <a:pt x="362" y="621"/>
                  </a:lnTo>
                  <a:lnTo>
                    <a:pt x="343" y="559"/>
                  </a:lnTo>
                  <a:lnTo>
                    <a:pt x="321" y="498"/>
                  </a:lnTo>
                  <a:lnTo>
                    <a:pt x="295" y="435"/>
                  </a:lnTo>
                  <a:lnTo>
                    <a:pt x="264" y="373"/>
                  </a:lnTo>
                  <a:lnTo>
                    <a:pt x="230" y="311"/>
                  </a:lnTo>
                  <a:lnTo>
                    <a:pt x="192" y="248"/>
                  </a:lnTo>
                  <a:lnTo>
                    <a:pt x="150" y="187"/>
                  </a:lnTo>
                  <a:lnTo>
                    <a:pt x="104" y="125"/>
                  </a:lnTo>
                  <a:lnTo>
                    <a:pt x="53" y="63"/>
                  </a:lnTo>
                  <a:lnTo>
                    <a:pt x="0" y="0"/>
                  </a:lnTo>
                </a:path>
              </a:pathLst>
            </a:custGeom>
            <a:noFill/>
            <a:ln w="4763">
              <a:solidFill>
                <a:srgbClr val="8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51" name="Freeform 34">
              <a:extLst>
                <a:ext uri="{FF2B5EF4-FFF2-40B4-BE49-F238E27FC236}">
                  <a16:creationId xmlns:a16="http://schemas.microsoft.com/office/drawing/2014/main" id="{22872F31-0E0C-7FD3-01F2-5E55712B165A}"/>
                </a:ext>
              </a:extLst>
            </p:cNvPr>
            <p:cNvSpPr>
              <a:spLocks/>
            </p:cNvSpPr>
            <p:nvPr/>
          </p:nvSpPr>
          <p:spPr bwMode="auto">
            <a:xfrm>
              <a:off x="2173" y="3378"/>
              <a:ext cx="76" cy="76"/>
            </a:xfrm>
            <a:custGeom>
              <a:avLst/>
              <a:gdLst>
                <a:gd name="T0" fmla="*/ 1 w 152"/>
                <a:gd name="T1" fmla="*/ 1 h 152"/>
                <a:gd name="T2" fmla="*/ 0 w 152"/>
                <a:gd name="T3" fmla="*/ 1 h 152"/>
                <a:gd name="T4" fmla="*/ 1 w 152"/>
                <a:gd name="T5" fmla="*/ 0 h 152"/>
                <a:gd name="T6" fmla="*/ 1 w 152"/>
                <a:gd name="T7" fmla="*/ 1 h 152"/>
                <a:gd name="T8" fmla="*/ 0 60000 65536"/>
                <a:gd name="T9" fmla="*/ 0 60000 65536"/>
                <a:gd name="T10" fmla="*/ 0 60000 65536"/>
                <a:gd name="T11" fmla="*/ 0 60000 65536"/>
                <a:gd name="T12" fmla="*/ 0 w 152"/>
                <a:gd name="T13" fmla="*/ 0 h 152"/>
                <a:gd name="T14" fmla="*/ 152 w 152"/>
                <a:gd name="T15" fmla="*/ 152 h 152"/>
              </a:gdLst>
              <a:ahLst/>
              <a:cxnLst>
                <a:cxn ang="T8">
                  <a:pos x="T0" y="T1"/>
                </a:cxn>
                <a:cxn ang="T9">
                  <a:pos x="T2" y="T3"/>
                </a:cxn>
                <a:cxn ang="T10">
                  <a:pos x="T4" y="T5"/>
                </a:cxn>
                <a:cxn ang="T11">
                  <a:pos x="T6" y="T7"/>
                </a:cxn>
              </a:cxnLst>
              <a:rect l="T12" t="T13" r="T14" b="T15"/>
              <a:pathLst>
                <a:path w="152" h="152">
                  <a:moveTo>
                    <a:pt x="152" y="58"/>
                  </a:moveTo>
                  <a:lnTo>
                    <a:pt x="0" y="152"/>
                  </a:lnTo>
                  <a:lnTo>
                    <a:pt x="54" y="0"/>
                  </a:lnTo>
                  <a:lnTo>
                    <a:pt x="152" y="58"/>
                  </a:lnTo>
                  <a:close/>
                </a:path>
              </a:pathLst>
            </a:custGeom>
            <a:solidFill>
              <a:srgbClr val="800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52" name="Freeform 35">
              <a:extLst>
                <a:ext uri="{FF2B5EF4-FFF2-40B4-BE49-F238E27FC236}">
                  <a16:creationId xmlns:a16="http://schemas.microsoft.com/office/drawing/2014/main" id="{65280094-F768-7104-64FA-E5E71FBC1522}"/>
                </a:ext>
              </a:extLst>
            </p:cNvPr>
            <p:cNvSpPr>
              <a:spLocks/>
            </p:cNvSpPr>
            <p:nvPr/>
          </p:nvSpPr>
          <p:spPr bwMode="auto">
            <a:xfrm>
              <a:off x="3549" y="2583"/>
              <a:ext cx="196" cy="808"/>
            </a:xfrm>
            <a:custGeom>
              <a:avLst/>
              <a:gdLst>
                <a:gd name="T0" fmla="*/ 0 w 393"/>
                <a:gd name="T1" fmla="*/ 1 h 1616"/>
                <a:gd name="T2" fmla="*/ 0 w 393"/>
                <a:gd name="T3" fmla="*/ 1 h 1616"/>
                <a:gd name="T4" fmla="*/ 0 w 393"/>
                <a:gd name="T5" fmla="*/ 1 h 1616"/>
                <a:gd name="T6" fmla="*/ 0 w 393"/>
                <a:gd name="T7" fmla="*/ 1 h 1616"/>
                <a:gd name="T8" fmla="*/ 0 w 393"/>
                <a:gd name="T9" fmla="*/ 1 h 1616"/>
                <a:gd name="T10" fmla="*/ 0 w 393"/>
                <a:gd name="T11" fmla="*/ 1 h 1616"/>
                <a:gd name="T12" fmla="*/ 0 w 393"/>
                <a:gd name="T13" fmla="*/ 1 h 1616"/>
                <a:gd name="T14" fmla="*/ 0 w 393"/>
                <a:gd name="T15" fmla="*/ 1 h 1616"/>
                <a:gd name="T16" fmla="*/ 0 w 393"/>
                <a:gd name="T17" fmla="*/ 1 h 1616"/>
                <a:gd name="T18" fmla="*/ 0 w 393"/>
                <a:gd name="T19" fmla="*/ 1 h 1616"/>
                <a:gd name="T20" fmla="*/ 0 w 393"/>
                <a:gd name="T21" fmla="*/ 1 h 1616"/>
                <a:gd name="T22" fmla="*/ 0 w 393"/>
                <a:gd name="T23" fmla="*/ 1 h 1616"/>
                <a:gd name="T24" fmla="*/ 0 w 393"/>
                <a:gd name="T25" fmla="*/ 1 h 1616"/>
                <a:gd name="T26" fmla="*/ 0 w 393"/>
                <a:gd name="T27" fmla="*/ 1 h 1616"/>
                <a:gd name="T28" fmla="*/ 0 w 393"/>
                <a:gd name="T29" fmla="*/ 1 h 1616"/>
                <a:gd name="T30" fmla="*/ 0 w 393"/>
                <a:gd name="T31" fmla="*/ 1 h 1616"/>
                <a:gd name="T32" fmla="*/ 0 w 393"/>
                <a:gd name="T33" fmla="*/ 1 h 1616"/>
                <a:gd name="T34" fmla="*/ 0 w 393"/>
                <a:gd name="T35" fmla="*/ 1 h 1616"/>
                <a:gd name="T36" fmla="*/ 0 w 393"/>
                <a:gd name="T37" fmla="*/ 1 h 1616"/>
                <a:gd name="T38" fmla="*/ 0 w 393"/>
                <a:gd name="T39" fmla="*/ 1 h 1616"/>
                <a:gd name="T40" fmla="*/ 0 w 393"/>
                <a:gd name="T41" fmla="*/ 1 h 1616"/>
                <a:gd name="T42" fmla="*/ 0 w 393"/>
                <a:gd name="T43" fmla="*/ 1 h 1616"/>
                <a:gd name="T44" fmla="*/ 0 w 393"/>
                <a:gd name="T45" fmla="*/ 1 h 1616"/>
                <a:gd name="T46" fmla="*/ 0 w 393"/>
                <a:gd name="T47" fmla="*/ 1 h 1616"/>
                <a:gd name="T48" fmla="*/ 0 w 393"/>
                <a:gd name="T49" fmla="*/ 1 h 1616"/>
                <a:gd name="T50" fmla="*/ 0 w 393"/>
                <a:gd name="T51" fmla="*/ 1 h 1616"/>
                <a:gd name="T52" fmla="*/ 0 w 393"/>
                <a:gd name="T53" fmla="*/ 0 h 161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393"/>
                <a:gd name="T82" fmla="*/ 0 h 1616"/>
                <a:gd name="T83" fmla="*/ 393 w 393"/>
                <a:gd name="T84" fmla="*/ 1616 h 161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393" h="1616">
                  <a:moveTo>
                    <a:pt x="102" y="1616"/>
                  </a:moveTo>
                  <a:lnTo>
                    <a:pt x="149" y="1553"/>
                  </a:lnTo>
                  <a:lnTo>
                    <a:pt x="191" y="1492"/>
                  </a:lnTo>
                  <a:lnTo>
                    <a:pt x="230" y="1430"/>
                  </a:lnTo>
                  <a:lnTo>
                    <a:pt x="264" y="1367"/>
                  </a:lnTo>
                  <a:lnTo>
                    <a:pt x="294" y="1305"/>
                  </a:lnTo>
                  <a:lnTo>
                    <a:pt x="320" y="1243"/>
                  </a:lnTo>
                  <a:lnTo>
                    <a:pt x="343" y="1181"/>
                  </a:lnTo>
                  <a:lnTo>
                    <a:pt x="360" y="1118"/>
                  </a:lnTo>
                  <a:lnTo>
                    <a:pt x="374" y="1056"/>
                  </a:lnTo>
                  <a:lnTo>
                    <a:pt x="385" y="994"/>
                  </a:lnTo>
                  <a:lnTo>
                    <a:pt x="391" y="931"/>
                  </a:lnTo>
                  <a:lnTo>
                    <a:pt x="393" y="870"/>
                  </a:lnTo>
                  <a:lnTo>
                    <a:pt x="391" y="808"/>
                  </a:lnTo>
                  <a:lnTo>
                    <a:pt x="385" y="746"/>
                  </a:lnTo>
                  <a:lnTo>
                    <a:pt x="376" y="683"/>
                  </a:lnTo>
                  <a:lnTo>
                    <a:pt x="361" y="621"/>
                  </a:lnTo>
                  <a:lnTo>
                    <a:pt x="343" y="559"/>
                  </a:lnTo>
                  <a:lnTo>
                    <a:pt x="321" y="496"/>
                  </a:lnTo>
                  <a:lnTo>
                    <a:pt x="295" y="435"/>
                  </a:lnTo>
                  <a:lnTo>
                    <a:pt x="265" y="373"/>
                  </a:lnTo>
                  <a:lnTo>
                    <a:pt x="230" y="311"/>
                  </a:lnTo>
                  <a:lnTo>
                    <a:pt x="192" y="248"/>
                  </a:lnTo>
                  <a:lnTo>
                    <a:pt x="151" y="186"/>
                  </a:lnTo>
                  <a:lnTo>
                    <a:pt x="104" y="125"/>
                  </a:lnTo>
                  <a:lnTo>
                    <a:pt x="54" y="63"/>
                  </a:lnTo>
                  <a:lnTo>
                    <a:pt x="0" y="0"/>
                  </a:lnTo>
                </a:path>
              </a:pathLst>
            </a:custGeom>
            <a:noFill/>
            <a:ln w="4763">
              <a:solidFill>
                <a:srgbClr val="8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53" name="Freeform 36">
              <a:extLst>
                <a:ext uri="{FF2B5EF4-FFF2-40B4-BE49-F238E27FC236}">
                  <a16:creationId xmlns:a16="http://schemas.microsoft.com/office/drawing/2014/main" id="{FE20A9B3-0488-E7E1-9BEE-B8E761139A23}"/>
                </a:ext>
              </a:extLst>
            </p:cNvPr>
            <p:cNvSpPr>
              <a:spLocks/>
            </p:cNvSpPr>
            <p:nvPr/>
          </p:nvSpPr>
          <p:spPr bwMode="auto">
            <a:xfrm>
              <a:off x="3553" y="3372"/>
              <a:ext cx="77" cy="76"/>
            </a:xfrm>
            <a:custGeom>
              <a:avLst/>
              <a:gdLst>
                <a:gd name="T0" fmla="*/ 1 w 152"/>
                <a:gd name="T1" fmla="*/ 1 h 152"/>
                <a:gd name="T2" fmla="*/ 0 w 152"/>
                <a:gd name="T3" fmla="*/ 1 h 152"/>
                <a:gd name="T4" fmla="*/ 1 w 152"/>
                <a:gd name="T5" fmla="*/ 0 h 152"/>
                <a:gd name="T6" fmla="*/ 1 w 152"/>
                <a:gd name="T7" fmla="*/ 1 h 152"/>
                <a:gd name="T8" fmla="*/ 0 60000 65536"/>
                <a:gd name="T9" fmla="*/ 0 60000 65536"/>
                <a:gd name="T10" fmla="*/ 0 60000 65536"/>
                <a:gd name="T11" fmla="*/ 0 60000 65536"/>
                <a:gd name="T12" fmla="*/ 0 w 152"/>
                <a:gd name="T13" fmla="*/ 0 h 152"/>
                <a:gd name="T14" fmla="*/ 152 w 152"/>
                <a:gd name="T15" fmla="*/ 152 h 152"/>
              </a:gdLst>
              <a:ahLst/>
              <a:cxnLst>
                <a:cxn ang="T8">
                  <a:pos x="T0" y="T1"/>
                </a:cxn>
                <a:cxn ang="T9">
                  <a:pos x="T2" y="T3"/>
                </a:cxn>
                <a:cxn ang="T10">
                  <a:pos x="T4" y="T5"/>
                </a:cxn>
                <a:cxn ang="T11">
                  <a:pos x="T6" y="T7"/>
                </a:cxn>
              </a:cxnLst>
              <a:rect l="T12" t="T13" r="T14" b="T15"/>
              <a:pathLst>
                <a:path w="152" h="152">
                  <a:moveTo>
                    <a:pt x="152" y="57"/>
                  </a:moveTo>
                  <a:lnTo>
                    <a:pt x="0" y="152"/>
                  </a:lnTo>
                  <a:lnTo>
                    <a:pt x="53" y="0"/>
                  </a:lnTo>
                  <a:lnTo>
                    <a:pt x="152" y="57"/>
                  </a:lnTo>
                  <a:close/>
                </a:path>
              </a:pathLst>
            </a:custGeom>
            <a:solidFill>
              <a:srgbClr val="800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454" name="Rectangle 37">
              <a:extLst>
                <a:ext uri="{FF2B5EF4-FFF2-40B4-BE49-F238E27FC236}">
                  <a16:creationId xmlns:a16="http://schemas.microsoft.com/office/drawing/2014/main" id="{874F7F60-7EFB-2798-211D-9C213F038C14}"/>
                </a:ext>
              </a:extLst>
            </p:cNvPr>
            <p:cNvSpPr>
              <a:spLocks noChangeArrowheads="1"/>
            </p:cNvSpPr>
            <p:nvPr/>
          </p:nvSpPr>
          <p:spPr bwMode="auto">
            <a:xfrm>
              <a:off x="2679" y="3161"/>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r">
                <a:buClr>
                  <a:schemeClr val="folHlink"/>
                </a:buClr>
                <a:buSzPct val="60000"/>
                <a:buFont typeface="Wingdings" pitchFamily="2" charset="2"/>
                <a:buNone/>
              </a:pPr>
              <a:r>
                <a:rPr kumimoji="1" lang="en-US" altLang="zh-CN" sz="1600" i="1">
                  <a:solidFill>
                    <a:schemeClr val="tx1"/>
                  </a:solidFill>
                  <a:ea typeface="宋体" panose="02010600030101010101" pitchFamily="2" charset="-122"/>
                </a:rPr>
                <a:t>a</a:t>
              </a:r>
              <a:endParaRPr kumimoji="1" lang="en-US" altLang="zh-CN" sz="1800" b="0">
                <a:solidFill>
                  <a:schemeClr val="tx1"/>
                </a:solidFill>
                <a:latin typeface="Times New Roman" panose="02020603050405020304" pitchFamily="18" charset="0"/>
                <a:ea typeface="宋体" panose="02010600030101010101" pitchFamily="2" charset="-122"/>
              </a:endParaRPr>
            </a:p>
          </p:txBody>
        </p:sp>
        <p:sp>
          <p:nvSpPr>
            <p:cNvPr id="60455" name="Rectangle 38">
              <a:extLst>
                <a:ext uri="{FF2B5EF4-FFF2-40B4-BE49-F238E27FC236}">
                  <a16:creationId xmlns:a16="http://schemas.microsoft.com/office/drawing/2014/main" id="{8A328D91-A4EF-BE92-98D7-2C19F5E1B2A4}"/>
                </a:ext>
              </a:extLst>
            </p:cNvPr>
            <p:cNvSpPr>
              <a:spLocks noChangeArrowheads="1"/>
            </p:cNvSpPr>
            <p:nvPr/>
          </p:nvSpPr>
          <p:spPr bwMode="auto">
            <a:xfrm>
              <a:off x="2909" y="2729"/>
              <a:ext cx="7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r">
                <a:buClr>
                  <a:schemeClr val="folHlink"/>
                </a:buClr>
                <a:buSzPct val="60000"/>
                <a:buFont typeface="Wingdings" pitchFamily="2" charset="2"/>
                <a:buNone/>
              </a:pPr>
              <a:r>
                <a:rPr kumimoji="1" lang="en-US" altLang="zh-CN" sz="1600" i="1">
                  <a:solidFill>
                    <a:schemeClr val="tx1"/>
                  </a:solidFill>
                  <a:ea typeface="宋体" panose="02010600030101010101" pitchFamily="2" charset="-122"/>
                </a:rPr>
                <a:t>a</a:t>
              </a:r>
              <a:endParaRPr kumimoji="1" lang="en-US" altLang="zh-CN" sz="1800" b="0">
                <a:solidFill>
                  <a:schemeClr val="tx1"/>
                </a:solidFill>
                <a:latin typeface="Times New Roman" panose="02020603050405020304" pitchFamily="18" charset="0"/>
                <a:ea typeface="宋体" panose="02010600030101010101" pitchFamily="2" charset="-122"/>
              </a:endParaRPr>
            </a:p>
          </p:txBody>
        </p:sp>
        <p:sp>
          <p:nvSpPr>
            <p:cNvPr id="60456" name="Rectangle 39">
              <a:extLst>
                <a:ext uri="{FF2B5EF4-FFF2-40B4-BE49-F238E27FC236}">
                  <a16:creationId xmlns:a16="http://schemas.microsoft.com/office/drawing/2014/main" id="{6F547F44-871E-45A8-94CA-6272987E531E}"/>
                </a:ext>
              </a:extLst>
            </p:cNvPr>
            <p:cNvSpPr>
              <a:spLocks noChangeArrowheads="1"/>
            </p:cNvSpPr>
            <p:nvPr/>
          </p:nvSpPr>
          <p:spPr bwMode="auto">
            <a:xfrm>
              <a:off x="3783" y="2825"/>
              <a:ext cx="7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r">
                <a:buClr>
                  <a:schemeClr val="folHlink"/>
                </a:buClr>
                <a:buSzPct val="60000"/>
                <a:buFont typeface="Wingdings" pitchFamily="2" charset="2"/>
                <a:buNone/>
              </a:pPr>
              <a:r>
                <a:rPr kumimoji="1" lang="en-US" altLang="zh-CN" sz="1600" i="1">
                  <a:solidFill>
                    <a:schemeClr val="tx1"/>
                  </a:solidFill>
                  <a:ea typeface="宋体" panose="02010600030101010101" pitchFamily="2" charset="-122"/>
                </a:rPr>
                <a:t>b</a:t>
              </a:r>
              <a:endParaRPr kumimoji="1" lang="en-US" altLang="zh-CN" sz="1800" b="0">
                <a:solidFill>
                  <a:schemeClr val="tx1"/>
                </a:solidFill>
                <a:latin typeface="Times New Roman" panose="02020603050405020304" pitchFamily="18" charset="0"/>
                <a:ea typeface="宋体" panose="02010600030101010101" pitchFamily="2" charset="-122"/>
              </a:endParaRPr>
            </a:p>
          </p:txBody>
        </p:sp>
        <p:sp>
          <p:nvSpPr>
            <p:cNvPr id="60457" name="Rectangle 40">
              <a:extLst>
                <a:ext uri="{FF2B5EF4-FFF2-40B4-BE49-F238E27FC236}">
                  <a16:creationId xmlns:a16="http://schemas.microsoft.com/office/drawing/2014/main" id="{7E8CF792-9760-016E-5107-69A2639DA87F}"/>
                </a:ext>
              </a:extLst>
            </p:cNvPr>
            <p:cNvSpPr>
              <a:spLocks noChangeArrowheads="1"/>
            </p:cNvSpPr>
            <p:nvPr/>
          </p:nvSpPr>
          <p:spPr bwMode="auto">
            <a:xfrm>
              <a:off x="2199" y="2873"/>
              <a:ext cx="7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r">
                <a:buClr>
                  <a:schemeClr val="folHlink"/>
                </a:buClr>
                <a:buSzPct val="60000"/>
                <a:buFont typeface="Wingdings" pitchFamily="2" charset="2"/>
                <a:buNone/>
              </a:pPr>
              <a:r>
                <a:rPr kumimoji="1" lang="en-US" altLang="zh-CN" sz="1600" i="1">
                  <a:solidFill>
                    <a:schemeClr val="tx1"/>
                  </a:solidFill>
                  <a:ea typeface="宋体" panose="02010600030101010101" pitchFamily="2" charset="-122"/>
                </a:rPr>
                <a:t>b</a:t>
              </a:r>
              <a:endParaRPr kumimoji="1" lang="en-US" altLang="zh-CN" sz="1800" b="0">
                <a:solidFill>
                  <a:schemeClr val="tx1"/>
                </a:solidFill>
                <a:latin typeface="Times New Roman" panose="02020603050405020304" pitchFamily="18" charset="0"/>
                <a:ea typeface="宋体" panose="02010600030101010101" pitchFamily="2" charset="-122"/>
              </a:endParaRPr>
            </a:p>
          </p:txBody>
        </p:sp>
      </p:grpSp>
      <p:sp>
        <p:nvSpPr>
          <p:cNvPr id="60421" name="灯片编号占位符 40">
            <a:extLst>
              <a:ext uri="{FF2B5EF4-FFF2-40B4-BE49-F238E27FC236}">
                <a16:creationId xmlns:a16="http://schemas.microsoft.com/office/drawing/2014/main" id="{FA18553E-D1B2-16B3-9F20-AC049936B4E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FE967BB3-95D9-B14C-8F84-6F2485CB5918}"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49</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41731">
                                            <p:txEl>
                                              <p:pRg st="1" end="1"/>
                                            </p:txEl>
                                          </p:spTgt>
                                        </p:tgtEl>
                                        <p:attrNameLst>
                                          <p:attrName>style.visibility</p:attrName>
                                        </p:attrNameLst>
                                      </p:cBhvr>
                                      <p:to>
                                        <p:strVal val="visible"/>
                                      </p:to>
                                    </p:set>
                                    <p:animEffect transition="in" filter="wipe(left)">
                                      <p:cBhvr>
                                        <p:cTn id="7" dur="500"/>
                                        <p:tgtEl>
                                          <p:spTgt spid="84173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625B0FC4-0146-BCEC-99C8-106E36E08891}"/>
              </a:ext>
            </a:extLst>
          </p:cNvPr>
          <p:cNvSpPr>
            <a:spLocks noGrp="1" noChangeArrowheads="1"/>
          </p:cNvSpPr>
          <p:nvPr>
            <p:ph type="title"/>
          </p:nvPr>
        </p:nvSpPr>
        <p:spPr/>
        <p:txBody>
          <a:bodyPr/>
          <a:lstStyle/>
          <a:p>
            <a:pPr eaLnBrk="1" hangingPunct="1"/>
            <a:r>
              <a:rPr lang="zh-CN" altLang="en-US"/>
              <a:t>非确定的有限自动机</a:t>
            </a:r>
          </a:p>
        </p:txBody>
      </p:sp>
      <p:sp>
        <p:nvSpPr>
          <p:cNvPr id="61443" name="Rectangle 3">
            <a:extLst>
              <a:ext uri="{FF2B5EF4-FFF2-40B4-BE49-F238E27FC236}">
                <a16:creationId xmlns:a16="http://schemas.microsoft.com/office/drawing/2014/main" id="{8E57BD24-E3F0-4671-6E91-1A811ECF8626}"/>
              </a:ext>
            </a:extLst>
          </p:cNvPr>
          <p:cNvSpPr>
            <a:spLocks noGrp="1" noChangeArrowheads="1"/>
          </p:cNvSpPr>
          <p:nvPr>
            <p:ph type="body" idx="1"/>
          </p:nvPr>
        </p:nvSpPr>
        <p:spPr>
          <a:xfrm>
            <a:off x="457200" y="1981200"/>
            <a:ext cx="8229600" cy="1160463"/>
          </a:xfrm>
        </p:spPr>
        <p:txBody>
          <a:bodyPr/>
          <a:lstStyle/>
          <a:p>
            <a:pPr eaLnBrk="1" hangingPunct="1">
              <a:lnSpc>
                <a:spcPct val="125000"/>
              </a:lnSpc>
            </a:pPr>
            <a:r>
              <a:rPr lang="zh-CN" altLang="en-US" sz="1800">
                <a:ea typeface="宋体" panose="02010600030101010101" pitchFamily="2" charset="-122"/>
              </a:rPr>
              <a:t>修改</a:t>
            </a:r>
            <a:r>
              <a:rPr lang="en-US" altLang="zh-CN" sz="1800">
                <a:ea typeface="宋体" panose="02010600030101010101" pitchFamily="2" charset="-122"/>
              </a:rPr>
              <a:t>DFA</a:t>
            </a:r>
            <a:r>
              <a:rPr lang="zh-CN" altLang="en-US" sz="1800">
                <a:ea typeface="宋体" panose="02010600030101010101" pitchFamily="2" charset="-122"/>
              </a:rPr>
              <a:t>的模型</a:t>
            </a:r>
            <a:r>
              <a:rPr lang="en-US" altLang="zh-CN" sz="1800">
                <a:ea typeface="宋体" panose="02010600030101010101" pitchFamily="2" charset="-122"/>
              </a:rPr>
              <a:t>,</a:t>
            </a:r>
            <a:r>
              <a:rPr lang="zh-CN" altLang="en-US" sz="1800">
                <a:ea typeface="宋体" panose="02010600030101010101" pitchFamily="2" charset="-122"/>
              </a:rPr>
              <a:t>使之在某个状态</a:t>
            </a:r>
            <a:r>
              <a:rPr lang="en-US" altLang="zh-CN" sz="1800">
                <a:ea typeface="宋体" panose="02010600030101010101" pitchFamily="2" charset="-122"/>
              </a:rPr>
              <a:t>, </a:t>
            </a:r>
            <a:r>
              <a:rPr lang="zh-CN" altLang="en-US" sz="1800">
                <a:ea typeface="宋体" panose="02010600030101010101" pitchFamily="2" charset="-122"/>
              </a:rPr>
              <a:t>对应一个输入</a:t>
            </a:r>
            <a:r>
              <a:rPr lang="en-US" altLang="zh-CN" sz="1800">
                <a:ea typeface="宋体" panose="02010600030101010101" pitchFamily="2" charset="-122"/>
              </a:rPr>
              <a:t>,</a:t>
            </a:r>
            <a:r>
              <a:rPr lang="zh-CN" altLang="en-US" sz="1800">
                <a:ea typeface="宋体" panose="02010600030101010101" pitchFamily="2" charset="-122"/>
              </a:rPr>
              <a:t>可以有多个转移</a:t>
            </a:r>
            <a:r>
              <a:rPr lang="en-US" altLang="zh-CN" sz="1800">
                <a:ea typeface="宋体" panose="02010600030101010101" pitchFamily="2" charset="-122"/>
              </a:rPr>
              <a:t>, </a:t>
            </a:r>
            <a:r>
              <a:rPr lang="zh-CN" altLang="en-US" sz="1800">
                <a:ea typeface="宋体" panose="02010600030101010101" pitchFamily="2" charset="-122"/>
              </a:rPr>
              <a:t>到达不 同的状态</a:t>
            </a:r>
            <a:r>
              <a:rPr lang="en-US" altLang="zh-CN" sz="1800">
                <a:ea typeface="宋体" panose="02010600030101010101" pitchFamily="2" charset="-122"/>
              </a:rPr>
              <a:t>, </a:t>
            </a:r>
            <a:r>
              <a:rPr lang="zh-CN" altLang="en-US" sz="1800">
                <a:ea typeface="宋体" panose="02010600030101010101" pitchFamily="2" charset="-122"/>
              </a:rPr>
              <a:t>即：</a:t>
            </a:r>
            <a:r>
              <a:rPr lang="zh-CN" altLang="en-US" sz="1800">
                <a:solidFill>
                  <a:srgbClr val="990000"/>
                </a:solidFill>
                <a:ea typeface="宋体" panose="02010600030101010101" pitchFamily="2" charset="-122"/>
              </a:rPr>
              <a:t>具有在同一情况下可有不同选择的能力。</a:t>
            </a:r>
            <a:r>
              <a:rPr lang="zh-CN" altLang="en-US" sz="1800">
                <a:ea typeface="宋体" panose="02010600030101010101" pitchFamily="2" charset="-122"/>
              </a:rPr>
              <a:t>则称为非确定的有限自动机。</a:t>
            </a:r>
          </a:p>
          <a:p>
            <a:pPr eaLnBrk="1" hangingPunct="1">
              <a:lnSpc>
                <a:spcPct val="125000"/>
              </a:lnSpc>
              <a:buFont typeface="Wingdings" pitchFamily="2" charset="2"/>
              <a:buNone/>
            </a:pPr>
            <a:endParaRPr lang="en-US" altLang="zh-CN" sz="1800">
              <a:ea typeface="宋体" panose="02010600030101010101" pitchFamily="2" charset="-122"/>
            </a:endParaRPr>
          </a:p>
        </p:txBody>
      </p:sp>
      <p:sp>
        <p:nvSpPr>
          <p:cNvPr id="815108" name="Freeform 4">
            <a:extLst>
              <a:ext uri="{FF2B5EF4-FFF2-40B4-BE49-F238E27FC236}">
                <a16:creationId xmlns:a16="http://schemas.microsoft.com/office/drawing/2014/main" id="{EDE69907-483A-3D1F-762A-8F86A416BA34}"/>
              </a:ext>
            </a:extLst>
          </p:cNvPr>
          <p:cNvSpPr>
            <a:spLocks/>
          </p:cNvSpPr>
          <p:nvPr/>
        </p:nvSpPr>
        <p:spPr bwMode="auto">
          <a:xfrm rot="181879">
            <a:off x="2338388" y="4303713"/>
            <a:ext cx="4381500" cy="493712"/>
          </a:xfrm>
          <a:custGeom>
            <a:avLst/>
            <a:gdLst>
              <a:gd name="T0" fmla="*/ 2147483646 w 725"/>
              <a:gd name="T1" fmla="*/ 0 h 233"/>
              <a:gd name="T2" fmla="*/ 2147483646 w 725"/>
              <a:gd name="T3" fmla="*/ 2147483646 h 233"/>
              <a:gd name="T4" fmla="*/ 0 w 725"/>
              <a:gd name="T5" fmla="*/ 2147483646 h 233"/>
              <a:gd name="T6" fmla="*/ 0 60000 65536"/>
              <a:gd name="T7" fmla="*/ 0 60000 65536"/>
              <a:gd name="T8" fmla="*/ 0 60000 65536"/>
              <a:gd name="T9" fmla="*/ 0 w 725"/>
              <a:gd name="T10" fmla="*/ 0 h 233"/>
              <a:gd name="T11" fmla="*/ 725 w 725"/>
              <a:gd name="T12" fmla="*/ 233 h 233"/>
            </a:gdLst>
            <a:ahLst/>
            <a:cxnLst>
              <a:cxn ang="T6">
                <a:pos x="T0" y="T1"/>
              </a:cxn>
              <a:cxn ang="T7">
                <a:pos x="T2" y="T3"/>
              </a:cxn>
              <a:cxn ang="T8">
                <a:pos x="T4" y="T5"/>
              </a:cxn>
            </a:cxnLst>
            <a:rect l="T9" t="T10" r="T11" b="T12"/>
            <a:pathLst>
              <a:path w="725" h="233">
                <a:moveTo>
                  <a:pt x="725" y="0"/>
                </a:moveTo>
                <a:cubicBezTo>
                  <a:pt x="627" y="109"/>
                  <a:pt x="529" y="219"/>
                  <a:pt x="408" y="226"/>
                </a:cubicBezTo>
                <a:cubicBezTo>
                  <a:pt x="287" y="233"/>
                  <a:pt x="143" y="139"/>
                  <a:pt x="0" y="45"/>
                </a:cubicBezTo>
              </a:path>
            </a:pathLst>
          </a:custGeom>
          <a:noFill/>
          <a:ln w="9525" cap="flat" cmpd="sng">
            <a:solidFill>
              <a:srgbClr val="993366"/>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2" name="Group 5">
            <a:extLst>
              <a:ext uri="{FF2B5EF4-FFF2-40B4-BE49-F238E27FC236}">
                <a16:creationId xmlns:a16="http://schemas.microsoft.com/office/drawing/2014/main" id="{EFFB67DB-6B4D-6582-1AB3-2A2E8587F535}"/>
              </a:ext>
            </a:extLst>
          </p:cNvPr>
          <p:cNvGrpSpPr>
            <a:grpSpLocks/>
          </p:cNvGrpSpPr>
          <p:nvPr/>
        </p:nvGrpSpPr>
        <p:grpSpPr bwMode="auto">
          <a:xfrm>
            <a:off x="1692275" y="3617913"/>
            <a:ext cx="5688013" cy="1130300"/>
            <a:chOff x="1066" y="2279"/>
            <a:chExt cx="3583" cy="712"/>
          </a:xfrm>
        </p:grpSpPr>
        <p:sp>
          <p:nvSpPr>
            <p:cNvPr id="61474" name="Text Box 6">
              <a:extLst>
                <a:ext uri="{FF2B5EF4-FFF2-40B4-BE49-F238E27FC236}">
                  <a16:creationId xmlns:a16="http://schemas.microsoft.com/office/drawing/2014/main" id="{D8D15DE5-0E5B-273D-6E8F-0DE62E7B2157}"/>
                </a:ext>
              </a:extLst>
            </p:cNvPr>
            <p:cNvSpPr txBox="1">
              <a:spLocks noChangeArrowheads="1"/>
            </p:cNvSpPr>
            <p:nvPr/>
          </p:nvSpPr>
          <p:spPr bwMode="auto">
            <a:xfrm>
              <a:off x="1183" y="2340"/>
              <a:ext cx="4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r</a:t>
              </a:r>
              <a:r>
                <a:rPr kumimoji="1" lang="en-US" altLang="zh-CN" sz="2400" i="1" baseline="-25000">
                  <a:solidFill>
                    <a:srgbClr val="800080"/>
                  </a:solidFill>
                  <a:latin typeface="Times New Roman" panose="02020603050405020304" pitchFamily="18" charset="0"/>
                  <a:ea typeface="宋体" panose="02010600030101010101" pitchFamily="2" charset="-122"/>
                </a:rPr>
                <a:t>0</a:t>
              </a:r>
            </a:p>
          </p:txBody>
        </p:sp>
        <p:sp>
          <p:nvSpPr>
            <p:cNvPr id="61475" name="Text Box 7">
              <a:extLst>
                <a:ext uri="{FF2B5EF4-FFF2-40B4-BE49-F238E27FC236}">
                  <a16:creationId xmlns:a16="http://schemas.microsoft.com/office/drawing/2014/main" id="{3328C471-2C4F-9E3E-47A6-2370A1FBEB04}"/>
                </a:ext>
              </a:extLst>
            </p:cNvPr>
            <p:cNvSpPr txBox="1">
              <a:spLocks noChangeArrowheads="1"/>
            </p:cNvSpPr>
            <p:nvPr/>
          </p:nvSpPr>
          <p:spPr bwMode="auto">
            <a:xfrm>
              <a:off x="2623" y="2368"/>
              <a:ext cx="4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r</a:t>
              </a:r>
              <a:r>
                <a:rPr kumimoji="1" lang="en-US" altLang="zh-CN" sz="2400" i="1" baseline="-25000">
                  <a:solidFill>
                    <a:srgbClr val="800080"/>
                  </a:solidFill>
                  <a:latin typeface="Times New Roman" panose="02020603050405020304" pitchFamily="18" charset="0"/>
                  <a:ea typeface="宋体" panose="02010600030101010101" pitchFamily="2" charset="-122"/>
                </a:rPr>
                <a:t>1</a:t>
              </a:r>
            </a:p>
          </p:txBody>
        </p:sp>
        <p:sp>
          <p:nvSpPr>
            <p:cNvPr id="61476" name="AutoShape 8">
              <a:extLst>
                <a:ext uri="{FF2B5EF4-FFF2-40B4-BE49-F238E27FC236}">
                  <a16:creationId xmlns:a16="http://schemas.microsoft.com/office/drawing/2014/main" id="{20777D60-28BF-3640-B49A-C2F000575AE1}"/>
                </a:ext>
              </a:extLst>
            </p:cNvPr>
            <p:cNvSpPr>
              <a:spLocks noChangeArrowheads="1"/>
            </p:cNvSpPr>
            <p:nvPr/>
          </p:nvSpPr>
          <p:spPr bwMode="auto">
            <a:xfrm>
              <a:off x="1066" y="2294"/>
              <a:ext cx="498" cy="49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66 w 21600"/>
                <a:gd name="T25" fmla="*/ 3160 h 21600"/>
                <a:gd name="T26" fmla="*/ 18434 w 21600"/>
                <a:gd name="T27" fmla="*/ 1844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035" y="10800"/>
                  </a:moveTo>
                  <a:cubicBezTo>
                    <a:pt x="3035" y="15088"/>
                    <a:pt x="6512" y="18565"/>
                    <a:pt x="10800" y="18565"/>
                  </a:cubicBezTo>
                  <a:cubicBezTo>
                    <a:pt x="15088" y="18565"/>
                    <a:pt x="18565" y="15088"/>
                    <a:pt x="18565" y="10800"/>
                  </a:cubicBezTo>
                  <a:cubicBezTo>
                    <a:pt x="18565" y="6512"/>
                    <a:pt x="15088" y="3035"/>
                    <a:pt x="10800" y="3035"/>
                  </a:cubicBezTo>
                  <a:cubicBezTo>
                    <a:pt x="6512" y="3035"/>
                    <a:pt x="3035" y="6512"/>
                    <a:pt x="3035" y="10800"/>
                  </a:cubicBezTo>
                  <a:close/>
                </a:path>
              </a:pathLst>
            </a:custGeom>
            <a:noFill/>
            <a:ln w="9525" algn="ctr">
              <a:solidFill>
                <a:srgbClr val="993366"/>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77" name="Oval 9">
              <a:extLst>
                <a:ext uri="{FF2B5EF4-FFF2-40B4-BE49-F238E27FC236}">
                  <a16:creationId xmlns:a16="http://schemas.microsoft.com/office/drawing/2014/main" id="{19E183CA-6186-84C1-7064-2A80CC09B9A8}"/>
                </a:ext>
              </a:extLst>
            </p:cNvPr>
            <p:cNvSpPr>
              <a:spLocks noChangeArrowheads="1"/>
            </p:cNvSpPr>
            <p:nvPr/>
          </p:nvSpPr>
          <p:spPr bwMode="auto">
            <a:xfrm>
              <a:off x="2512" y="2316"/>
              <a:ext cx="499" cy="499"/>
            </a:xfrm>
            <a:prstGeom prst="ellipse">
              <a:avLst/>
            </a:prstGeom>
            <a:noFill/>
            <a:ln w="12700" algn="ctr">
              <a:solidFill>
                <a:srgbClr val="9933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61478" name="Text Box 10">
              <a:extLst>
                <a:ext uri="{FF2B5EF4-FFF2-40B4-BE49-F238E27FC236}">
                  <a16:creationId xmlns:a16="http://schemas.microsoft.com/office/drawing/2014/main" id="{E7A014AF-F6A5-4019-9736-A8F15975EDBB}"/>
                </a:ext>
              </a:extLst>
            </p:cNvPr>
            <p:cNvSpPr txBox="1">
              <a:spLocks noChangeArrowheads="1"/>
            </p:cNvSpPr>
            <p:nvPr/>
          </p:nvSpPr>
          <p:spPr bwMode="auto">
            <a:xfrm>
              <a:off x="1727" y="2279"/>
              <a:ext cx="4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1</a:t>
              </a:r>
            </a:p>
          </p:txBody>
        </p:sp>
        <p:sp>
          <p:nvSpPr>
            <p:cNvPr id="61479" name="Text Box 11">
              <a:extLst>
                <a:ext uri="{FF2B5EF4-FFF2-40B4-BE49-F238E27FC236}">
                  <a16:creationId xmlns:a16="http://schemas.microsoft.com/office/drawing/2014/main" id="{991AE217-D342-5662-35DA-7D931EBEF34B}"/>
                </a:ext>
              </a:extLst>
            </p:cNvPr>
            <p:cNvSpPr txBox="1">
              <a:spLocks noChangeArrowheads="1"/>
            </p:cNvSpPr>
            <p:nvPr/>
          </p:nvSpPr>
          <p:spPr bwMode="auto">
            <a:xfrm>
              <a:off x="4222" y="2343"/>
              <a:ext cx="4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r</a:t>
              </a:r>
              <a:r>
                <a:rPr kumimoji="1" lang="en-US" altLang="zh-CN" sz="2400" i="1" baseline="-25000">
                  <a:solidFill>
                    <a:srgbClr val="800080"/>
                  </a:solidFill>
                  <a:latin typeface="Times New Roman" panose="02020603050405020304" pitchFamily="18" charset="0"/>
                  <a:ea typeface="宋体" panose="02010600030101010101" pitchFamily="2" charset="-122"/>
                </a:rPr>
                <a:t>2</a:t>
              </a:r>
            </a:p>
          </p:txBody>
        </p:sp>
        <p:sp>
          <p:nvSpPr>
            <p:cNvPr id="61480" name="Oval 12">
              <a:extLst>
                <a:ext uri="{FF2B5EF4-FFF2-40B4-BE49-F238E27FC236}">
                  <a16:creationId xmlns:a16="http://schemas.microsoft.com/office/drawing/2014/main" id="{EEE46E80-DA71-7D2D-8499-34099AE29207}"/>
                </a:ext>
              </a:extLst>
            </p:cNvPr>
            <p:cNvSpPr>
              <a:spLocks noChangeArrowheads="1"/>
            </p:cNvSpPr>
            <p:nvPr/>
          </p:nvSpPr>
          <p:spPr bwMode="auto">
            <a:xfrm>
              <a:off x="4105" y="2297"/>
              <a:ext cx="499" cy="499"/>
            </a:xfrm>
            <a:prstGeom prst="ellipse">
              <a:avLst/>
            </a:prstGeom>
            <a:noFill/>
            <a:ln w="12700" algn="ctr">
              <a:solidFill>
                <a:srgbClr val="9933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61481" name="Text Box 13">
              <a:extLst>
                <a:ext uri="{FF2B5EF4-FFF2-40B4-BE49-F238E27FC236}">
                  <a16:creationId xmlns:a16="http://schemas.microsoft.com/office/drawing/2014/main" id="{91E80C08-C7C5-9EC6-408B-7E14137C2816}"/>
                </a:ext>
              </a:extLst>
            </p:cNvPr>
            <p:cNvSpPr txBox="1">
              <a:spLocks noChangeArrowheads="1"/>
            </p:cNvSpPr>
            <p:nvPr/>
          </p:nvSpPr>
          <p:spPr bwMode="auto">
            <a:xfrm>
              <a:off x="3308" y="2295"/>
              <a:ext cx="4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1</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1482" name="Text Box 14">
              <a:extLst>
                <a:ext uri="{FF2B5EF4-FFF2-40B4-BE49-F238E27FC236}">
                  <a16:creationId xmlns:a16="http://schemas.microsoft.com/office/drawing/2014/main" id="{A45FD368-4288-B1EA-A16A-5B7C2920D4E5}"/>
                </a:ext>
              </a:extLst>
            </p:cNvPr>
            <p:cNvSpPr txBox="1">
              <a:spLocks noChangeArrowheads="1"/>
            </p:cNvSpPr>
            <p:nvPr/>
          </p:nvSpPr>
          <p:spPr bwMode="auto">
            <a:xfrm>
              <a:off x="2336" y="2703"/>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1</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1483" name="Line 15">
              <a:extLst>
                <a:ext uri="{FF2B5EF4-FFF2-40B4-BE49-F238E27FC236}">
                  <a16:creationId xmlns:a16="http://schemas.microsoft.com/office/drawing/2014/main" id="{B416590C-7E6C-0036-36E1-DB474B39CAED}"/>
                </a:ext>
              </a:extLst>
            </p:cNvPr>
            <p:cNvSpPr>
              <a:spLocks noChangeShapeType="1"/>
            </p:cNvSpPr>
            <p:nvPr/>
          </p:nvSpPr>
          <p:spPr bwMode="auto">
            <a:xfrm>
              <a:off x="1565" y="2567"/>
              <a:ext cx="951" cy="0"/>
            </a:xfrm>
            <a:prstGeom prst="line">
              <a:avLst/>
            </a:prstGeom>
            <a:noFill/>
            <a:ln w="9525">
              <a:solidFill>
                <a:srgbClr val="9933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84" name="Line 16">
              <a:extLst>
                <a:ext uri="{FF2B5EF4-FFF2-40B4-BE49-F238E27FC236}">
                  <a16:creationId xmlns:a16="http://schemas.microsoft.com/office/drawing/2014/main" id="{DC8DE061-059C-35FD-0AA3-B871BF034337}"/>
                </a:ext>
              </a:extLst>
            </p:cNvPr>
            <p:cNvSpPr>
              <a:spLocks noChangeShapeType="1"/>
            </p:cNvSpPr>
            <p:nvPr/>
          </p:nvSpPr>
          <p:spPr bwMode="auto">
            <a:xfrm>
              <a:off x="3016" y="2567"/>
              <a:ext cx="1089" cy="0"/>
            </a:xfrm>
            <a:prstGeom prst="line">
              <a:avLst/>
            </a:prstGeom>
            <a:noFill/>
            <a:ln w="9525">
              <a:solidFill>
                <a:srgbClr val="9933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Group 17">
            <a:extLst>
              <a:ext uri="{FF2B5EF4-FFF2-40B4-BE49-F238E27FC236}">
                <a16:creationId xmlns:a16="http://schemas.microsoft.com/office/drawing/2014/main" id="{E04A3C13-6E0C-3AA7-8D57-BB02F2C644CF}"/>
              </a:ext>
            </a:extLst>
          </p:cNvPr>
          <p:cNvGrpSpPr>
            <a:grpSpLocks/>
          </p:cNvGrpSpPr>
          <p:nvPr/>
        </p:nvGrpSpPr>
        <p:grpSpPr bwMode="auto">
          <a:xfrm>
            <a:off x="2628900" y="5275263"/>
            <a:ext cx="5399088" cy="1249362"/>
            <a:chOff x="1656" y="3323"/>
            <a:chExt cx="3401" cy="787"/>
          </a:xfrm>
        </p:grpSpPr>
        <p:sp>
          <p:nvSpPr>
            <p:cNvPr id="61458" name="Text Box 18">
              <a:extLst>
                <a:ext uri="{FF2B5EF4-FFF2-40B4-BE49-F238E27FC236}">
                  <a16:creationId xmlns:a16="http://schemas.microsoft.com/office/drawing/2014/main" id="{466E967C-E041-6B53-97FD-6333D7BBF4F0}"/>
                </a:ext>
              </a:extLst>
            </p:cNvPr>
            <p:cNvSpPr txBox="1">
              <a:spLocks noChangeArrowheads="1"/>
            </p:cNvSpPr>
            <p:nvPr/>
          </p:nvSpPr>
          <p:spPr bwMode="auto">
            <a:xfrm>
              <a:off x="1773" y="3384"/>
              <a:ext cx="4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339933"/>
                  </a:solidFill>
                  <a:latin typeface="Times New Roman" panose="02020603050405020304" pitchFamily="18" charset="0"/>
                  <a:ea typeface="宋体" panose="02010600030101010101" pitchFamily="2" charset="-122"/>
                </a:rPr>
                <a:t>p</a:t>
              </a:r>
              <a:r>
                <a:rPr kumimoji="1" lang="en-US" altLang="zh-CN" sz="2400" i="1" baseline="-25000">
                  <a:solidFill>
                    <a:srgbClr val="339933"/>
                  </a:solidFill>
                  <a:latin typeface="Times New Roman" panose="02020603050405020304" pitchFamily="18" charset="0"/>
                  <a:ea typeface="宋体" panose="02010600030101010101" pitchFamily="2" charset="-122"/>
                </a:rPr>
                <a:t>0</a:t>
              </a:r>
            </a:p>
          </p:txBody>
        </p:sp>
        <p:sp>
          <p:nvSpPr>
            <p:cNvPr id="61459" name="Text Box 19">
              <a:extLst>
                <a:ext uri="{FF2B5EF4-FFF2-40B4-BE49-F238E27FC236}">
                  <a16:creationId xmlns:a16="http://schemas.microsoft.com/office/drawing/2014/main" id="{6A17D10A-F39C-B146-94E9-F2EF8633F426}"/>
                </a:ext>
              </a:extLst>
            </p:cNvPr>
            <p:cNvSpPr txBox="1">
              <a:spLocks noChangeArrowheads="1"/>
            </p:cNvSpPr>
            <p:nvPr/>
          </p:nvSpPr>
          <p:spPr bwMode="auto">
            <a:xfrm>
              <a:off x="2715" y="3417"/>
              <a:ext cx="4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339933"/>
                  </a:solidFill>
                  <a:latin typeface="Times New Roman" panose="02020603050405020304" pitchFamily="18" charset="0"/>
                  <a:ea typeface="宋体" panose="02010600030101010101" pitchFamily="2" charset="-122"/>
                </a:rPr>
                <a:t>p</a:t>
              </a:r>
              <a:r>
                <a:rPr kumimoji="1" lang="en-US" altLang="zh-CN" sz="2400" i="1" baseline="-25000">
                  <a:solidFill>
                    <a:srgbClr val="339933"/>
                  </a:solidFill>
                  <a:latin typeface="Times New Roman" panose="02020603050405020304" pitchFamily="18" charset="0"/>
                  <a:ea typeface="宋体" panose="02010600030101010101" pitchFamily="2" charset="-122"/>
                </a:rPr>
                <a:t>1</a:t>
              </a:r>
            </a:p>
          </p:txBody>
        </p:sp>
        <p:sp>
          <p:nvSpPr>
            <p:cNvPr id="61460" name="AutoShape 20">
              <a:extLst>
                <a:ext uri="{FF2B5EF4-FFF2-40B4-BE49-F238E27FC236}">
                  <a16:creationId xmlns:a16="http://schemas.microsoft.com/office/drawing/2014/main" id="{6123BC77-BC7D-F52D-B8C1-5AEF665D7F6C}"/>
                </a:ext>
              </a:extLst>
            </p:cNvPr>
            <p:cNvSpPr>
              <a:spLocks noChangeArrowheads="1"/>
            </p:cNvSpPr>
            <p:nvPr/>
          </p:nvSpPr>
          <p:spPr bwMode="auto">
            <a:xfrm>
              <a:off x="1656" y="3338"/>
              <a:ext cx="498" cy="49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66 w 21600"/>
                <a:gd name="T25" fmla="*/ 3160 h 21600"/>
                <a:gd name="T26" fmla="*/ 18434 w 21600"/>
                <a:gd name="T27" fmla="*/ 1844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035" y="10800"/>
                  </a:moveTo>
                  <a:cubicBezTo>
                    <a:pt x="3035" y="15088"/>
                    <a:pt x="6512" y="18565"/>
                    <a:pt x="10800" y="18565"/>
                  </a:cubicBezTo>
                  <a:cubicBezTo>
                    <a:pt x="15088" y="18565"/>
                    <a:pt x="18565" y="15088"/>
                    <a:pt x="18565" y="10800"/>
                  </a:cubicBezTo>
                  <a:cubicBezTo>
                    <a:pt x="18565" y="6512"/>
                    <a:pt x="15088" y="3035"/>
                    <a:pt x="10800" y="3035"/>
                  </a:cubicBezTo>
                  <a:cubicBezTo>
                    <a:pt x="6512" y="3035"/>
                    <a:pt x="3035" y="6512"/>
                    <a:pt x="3035" y="10800"/>
                  </a:cubicBezTo>
                  <a:close/>
                </a:path>
              </a:pathLst>
            </a:custGeom>
            <a:noFill/>
            <a:ln w="9525" algn="ctr">
              <a:solidFill>
                <a:srgbClr val="00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61" name="Oval 21">
              <a:extLst>
                <a:ext uri="{FF2B5EF4-FFF2-40B4-BE49-F238E27FC236}">
                  <a16:creationId xmlns:a16="http://schemas.microsoft.com/office/drawing/2014/main" id="{C5D68F79-6945-F04D-50FC-D3430D99159D}"/>
                </a:ext>
              </a:extLst>
            </p:cNvPr>
            <p:cNvSpPr>
              <a:spLocks noChangeArrowheads="1"/>
            </p:cNvSpPr>
            <p:nvPr/>
          </p:nvSpPr>
          <p:spPr bwMode="auto">
            <a:xfrm>
              <a:off x="2604" y="3365"/>
              <a:ext cx="499" cy="499"/>
            </a:xfrm>
            <a:prstGeom prst="ellipse">
              <a:avLst/>
            </a:prstGeom>
            <a:noFill/>
            <a:ln w="12700" algn="ctr">
              <a:solidFill>
                <a:srgbClr val="00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61462" name="Text Box 22">
              <a:extLst>
                <a:ext uri="{FF2B5EF4-FFF2-40B4-BE49-F238E27FC236}">
                  <a16:creationId xmlns:a16="http://schemas.microsoft.com/office/drawing/2014/main" id="{A153190A-E91A-1ACB-17C9-237941C07B85}"/>
                </a:ext>
              </a:extLst>
            </p:cNvPr>
            <p:cNvSpPr txBox="1">
              <a:spLocks noChangeArrowheads="1"/>
            </p:cNvSpPr>
            <p:nvPr/>
          </p:nvSpPr>
          <p:spPr bwMode="auto">
            <a:xfrm>
              <a:off x="2200" y="3323"/>
              <a:ext cx="4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339933"/>
                  </a:solidFill>
                  <a:latin typeface="Times New Roman" panose="02020603050405020304" pitchFamily="18" charset="0"/>
                  <a:ea typeface="宋体" panose="02010600030101010101" pitchFamily="2" charset="-122"/>
                </a:rPr>
                <a:t>1</a:t>
              </a:r>
            </a:p>
          </p:txBody>
        </p:sp>
        <p:sp>
          <p:nvSpPr>
            <p:cNvPr id="61463" name="Text Box 23">
              <a:extLst>
                <a:ext uri="{FF2B5EF4-FFF2-40B4-BE49-F238E27FC236}">
                  <a16:creationId xmlns:a16="http://schemas.microsoft.com/office/drawing/2014/main" id="{91AF5A90-4866-7F4A-7059-D8C431059F00}"/>
                </a:ext>
              </a:extLst>
            </p:cNvPr>
            <p:cNvSpPr txBox="1">
              <a:spLocks noChangeArrowheads="1"/>
            </p:cNvSpPr>
            <p:nvPr/>
          </p:nvSpPr>
          <p:spPr bwMode="auto">
            <a:xfrm>
              <a:off x="4630" y="3369"/>
              <a:ext cx="4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339933"/>
                  </a:solidFill>
                  <a:latin typeface="Times New Roman" panose="02020603050405020304" pitchFamily="18" charset="0"/>
                  <a:ea typeface="宋体" panose="02010600030101010101" pitchFamily="2" charset="-122"/>
                </a:rPr>
                <a:t>p</a:t>
              </a:r>
              <a:r>
                <a:rPr kumimoji="1" lang="en-US" altLang="zh-CN" sz="2400" i="1" baseline="-25000">
                  <a:solidFill>
                    <a:srgbClr val="339933"/>
                  </a:solidFill>
                  <a:latin typeface="Times New Roman" panose="02020603050405020304" pitchFamily="18" charset="0"/>
                  <a:ea typeface="宋体" panose="02010600030101010101" pitchFamily="2" charset="-122"/>
                </a:rPr>
                <a:t>3</a:t>
              </a:r>
            </a:p>
          </p:txBody>
        </p:sp>
        <p:sp>
          <p:nvSpPr>
            <p:cNvPr id="61464" name="Oval 24">
              <a:extLst>
                <a:ext uri="{FF2B5EF4-FFF2-40B4-BE49-F238E27FC236}">
                  <a16:creationId xmlns:a16="http://schemas.microsoft.com/office/drawing/2014/main" id="{6D63E6CD-215B-1DE9-9B3C-37552BDA0272}"/>
                </a:ext>
              </a:extLst>
            </p:cNvPr>
            <p:cNvSpPr>
              <a:spLocks noChangeArrowheads="1"/>
            </p:cNvSpPr>
            <p:nvPr/>
          </p:nvSpPr>
          <p:spPr bwMode="auto">
            <a:xfrm>
              <a:off x="4513" y="3323"/>
              <a:ext cx="499" cy="499"/>
            </a:xfrm>
            <a:prstGeom prst="ellipse">
              <a:avLst/>
            </a:prstGeom>
            <a:noFill/>
            <a:ln w="12700" algn="ctr">
              <a:solidFill>
                <a:srgbClr val="00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61465" name="Text Box 25">
              <a:extLst>
                <a:ext uri="{FF2B5EF4-FFF2-40B4-BE49-F238E27FC236}">
                  <a16:creationId xmlns:a16="http://schemas.microsoft.com/office/drawing/2014/main" id="{CC80D084-1969-7EDF-2130-D036F48F927A}"/>
                </a:ext>
              </a:extLst>
            </p:cNvPr>
            <p:cNvSpPr txBox="1">
              <a:spLocks noChangeArrowheads="1"/>
            </p:cNvSpPr>
            <p:nvPr/>
          </p:nvSpPr>
          <p:spPr bwMode="auto">
            <a:xfrm>
              <a:off x="4162" y="3361"/>
              <a:ext cx="29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339933"/>
                  </a:solidFill>
                  <a:latin typeface="Times New Roman" panose="02020603050405020304" pitchFamily="18" charset="0"/>
                  <a:ea typeface="宋体" panose="02010600030101010101" pitchFamily="2" charset="-122"/>
                </a:rPr>
                <a:t>1</a:t>
              </a:r>
              <a:endParaRPr kumimoji="1" lang="en-US" altLang="zh-CN" sz="2400" i="1" baseline="-25000">
                <a:solidFill>
                  <a:srgbClr val="339933"/>
                </a:solidFill>
                <a:latin typeface="Times New Roman" panose="02020603050405020304" pitchFamily="18" charset="0"/>
                <a:ea typeface="宋体" panose="02010600030101010101" pitchFamily="2" charset="-122"/>
              </a:endParaRPr>
            </a:p>
          </p:txBody>
        </p:sp>
        <p:sp>
          <p:nvSpPr>
            <p:cNvPr id="61466" name="Text Box 26">
              <a:extLst>
                <a:ext uri="{FF2B5EF4-FFF2-40B4-BE49-F238E27FC236}">
                  <a16:creationId xmlns:a16="http://schemas.microsoft.com/office/drawing/2014/main" id="{743C8C1F-E537-E563-1F7C-39E2E380FDC9}"/>
                </a:ext>
              </a:extLst>
            </p:cNvPr>
            <p:cNvSpPr txBox="1">
              <a:spLocks noChangeArrowheads="1"/>
            </p:cNvSpPr>
            <p:nvPr/>
          </p:nvSpPr>
          <p:spPr bwMode="auto">
            <a:xfrm>
              <a:off x="3333" y="3822"/>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339933"/>
                  </a:solidFill>
                  <a:latin typeface="Times New Roman" panose="02020603050405020304" pitchFamily="18" charset="0"/>
                  <a:ea typeface="宋体" panose="02010600030101010101" pitchFamily="2" charset="-122"/>
                </a:rPr>
                <a:t>1</a:t>
              </a:r>
              <a:endParaRPr kumimoji="1" lang="en-US" altLang="zh-CN" sz="2400" i="1" baseline="-25000">
                <a:solidFill>
                  <a:srgbClr val="339933"/>
                </a:solidFill>
                <a:latin typeface="Times New Roman" panose="02020603050405020304" pitchFamily="18" charset="0"/>
                <a:ea typeface="宋体" panose="02010600030101010101" pitchFamily="2" charset="-122"/>
              </a:endParaRPr>
            </a:p>
          </p:txBody>
        </p:sp>
        <p:sp>
          <p:nvSpPr>
            <p:cNvPr id="61467" name="Freeform 27">
              <a:extLst>
                <a:ext uri="{FF2B5EF4-FFF2-40B4-BE49-F238E27FC236}">
                  <a16:creationId xmlns:a16="http://schemas.microsoft.com/office/drawing/2014/main" id="{42478E94-CDE6-70CB-A318-5FBB083A6CF6}"/>
                </a:ext>
              </a:extLst>
            </p:cNvPr>
            <p:cNvSpPr>
              <a:spLocks/>
            </p:cNvSpPr>
            <p:nvPr/>
          </p:nvSpPr>
          <p:spPr bwMode="auto">
            <a:xfrm rot="181879">
              <a:off x="2063" y="3752"/>
              <a:ext cx="2677" cy="311"/>
            </a:xfrm>
            <a:custGeom>
              <a:avLst/>
              <a:gdLst>
                <a:gd name="T0" fmla="*/ 2147483646 w 725"/>
                <a:gd name="T1" fmla="*/ 0 h 233"/>
                <a:gd name="T2" fmla="*/ 2147483646 w 725"/>
                <a:gd name="T3" fmla="*/ 12884 h 233"/>
                <a:gd name="T4" fmla="*/ 0 w 725"/>
                <a:gd name="T5" fmla="*/ 2569 h 233"/>
                <a:gd name="T6" fmla="*/ 0 60000 65536"/>
                <a:gd name="T7" fmla="*/ 0 60000 65536"/>
                <a:gd name="T8" fmla="*/ 0 60000 65536"/>
                <a:gd name="T9" fmla="*/ 0 w 725"/>
                <a:gd name="T10" fmla="*/ 0 h 233"/>
                <a:gd name="T11" fmla="*/ 725 w 725"/>
                <a:gd name="T12" fmla="*/ 233 h 233"/>
              </a:gdLst>
              <a:ahLst/>
              <a:cxnLst>
                <a:cxn ang="T6">
                  <a:pos x="T0" y="T1"/>
                </a:cxn>
                <a:cxn ang="T7">
                  <a:pos x="T2" y="T3"/>
                </a:cxn>
                <a:cxn ang="T8">
                  <a:pos x="T4" y="T5"/>
                </a:cxn>
              </a:cxnLst>
              <a:rect l="T9" t="T10" r="T11" b="T12"/>
              <a:pathLst>
                <a:path w="725" h="233">
                  <a:moveTo>
                    <a:pt x="725" y="0"/>
                  </a:moveTo>
                  <a:cubicBezTo>
                    <a:pt x="627" y="109"/>
                    <a:pt x="529" y="219"/>
                    <a:pt x="408" y="226"/>
                  </a:cubicBezTo>
                  <a:cubicBezTo>
                    <a:pt x="287" y="233"/>
                    <a:pt x="143" y="139"/>
                    <a:pt x="0" y="45"/>
                  </a:cubicBezTo>
                </a:path>
              </a:pathLst>
            </a:custGeom>
            <a:noFill/>
            <a:ln w="9525" cap="flat" cmpd="sng">
              <a:solidFill>
                <a:srgbClr val="0033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1468" name="Line 28">
              <a:extLst>
                <a:ext uri="{FF2B5EF4-FFF2-40B4-BE49-F238E27FC236}">
                  <a16:creationId xmlns:a16="http://schemas.microsoft.com/office/drawing/2014/main" id="{2B23DA30-2790-A969-94A9-1D03C2A2B6AA}"/>
                </a:ext>
              </a:extLst>
            </p:cNvPr>
            <p:cNvSpPr>
              <a:spLocks noChangeShapeType="1"/>
            </p:cNvSpPr>
            <p:nvPr/>
          </p:nvSpPr>
          <p:spPr bwMode="auto">
            <a:xfrm flipV="1">
              <a:off x="2155" y="3595"/>
              <a:ext cx="453" cy="16"/>
            </a:xfrm>
            <a:prstGeom prst="line">
              <a:avLst/>
            </a:prstGeom>
            <a:noFill/>
            <a:ln w="9525">
              <a:solidFill>
                <a:srgbClr val="00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69" name="Line 29">
              <a:extLst>
                <a:ext uri="{FF2B5EF4-FFF2-40B4-BE49-F238E27FC236}">
                  <a16:creationId xmlns:a16="http://schemas.microsoft.com/office/drawing/2014/main" id="{1493F082-82D3-A241-FBA5-D633FED4B687}"/>
                </a:ext>
              </a:extLst>
            </p:cNvPr>
            <p:cNvSpPr>
              <a:spLocks noChangeShapeType="1"/>
            </p:cNvSpPr>
            <p:nvPr/>
          </p:nvSpPr>
          <p:spPr bwMode="auto">
            <a:xfrm flipV="1">
              <a:off x="3107" y="3595"/>
              <a:ext cx="453" cy="16"/>
            </a:xfrm>
            <a:prstGeom prst="line">
              <a:avLst/>
            </a:prstGeom>
            <a:noFill/>
            <a:ln w="9525">
              <a:solidFill>
                <a:srgbClr val="00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70" name="Text Box 30">
              <a:extLst>
                <a:ext uri="{FF2B5EF4-FFF2-40B4-BE49-F238E27FC236}">
                  <a16:creationId xmlns:a16="http://schemas.microsoft.com/office/drawing/2014/main" id="{29D8C039-8C1B-3365-9863-D498D0A95077}"/>
                </a:ext>
              </a:extLst>
            </p:cNvPr>
            <p:cNvSpPr txBox="1">
              <a:spLocks noChangeArrowheads="1"/>
            </p:cNvSpPr>
            <p:nvPr/>
          </p:nvSpPr>
          <p:spPr bwMode="auto">
            <a:xfrm>
              <a:off x="3668" y="3411"/>
              <a:ext cx="4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339933"/>
                  </a:solidFill>
                  <a:latin typeface="Times New Roman" panose="02020603050405020304" pitchFamily="18" charset="0"/>
                  <a:ea typeface="宋体" panose="02010600030101010101" pitchFamily="2" charset="-122"/>
                </a:rPr>
                <a:t>p</a:t>
              </a:r>
              <a:r>
                <a:rPr kumimoji="1" lang="en-US" altLang="zh-CN" sz="2400" i="1" baseline="-25000">
                  <a:solidFill>
                    <a:srgbClr val="339933"/>
                  </a:solidFill>
                  <a:latin typeface="Times New Roman" panose="02020603050405020304" pitchFamily="18" charset="0"/>
                  <a:ea typeface="宋体" panose="02010600030101010101" pitchFamily="2" charset="-122"/>
                </a:rPr>
                <a:t>2</a:t>
              </a:r>
            </a:p>
          </p:txBody>
        </p:sp>
        <p:sp>
          <p:nvSpPr>
            <p:cNvPr id="61471" name="Oval 31">
              <a:extLst>
                <a:ext uri="{FF2B5EF4-FFF2-40B4-BE49-F238E27FC236}">
                  <a16:creationId xmlns:a16="http://schemas.microsoft.com/office/drawing/2014/main" id="{B89AD29B-0842-F462-C01A-4EABE74681F4}"/>
                </a:ext>
              </a:extLst>
            </p:cNvPr>
            <p:cNvSpPr>
              <a:spLocks noChangeArrowheads="1"/>
            </p:cNvSpPr>
            <p:nvPr/>
          </p:nvSpPr>
          <p:spPr bwMode="auto">
            <a:xfrm>
              <a:off x="3557" y="3359"/>
              <a:ext cx="499" cy="499"/>
            </a:xfrm>
            <a:prstGeom prst="ellipse">
              <a:avLst/>
            </a:prstGeom>
            <a:noFill/>
            <a:ln w="12700" algn="ctr">
              <a:solidFill>
                <a:srgbClr val="00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61472" name="Text Box 32">
              <a:extLst>
                <a:ext uri="{FF2B5EF4-FFF2-40B4-BE49-F238E27FC236}">
                  <a16:creationId xmlns:a16="http://schemas.microsoft.com/office/drawing/2014/main" id="{0268890B-7896-FA4B-F313-8EA6F45136F2}"/>
                </a:ext>
              </a:extLst>
            </p:cNvPr>
            <p:cNvSpPr txBox="1">
              <a:spLocks noChangeArrowheads="1"/>
            </p:cNvSpPr>
            <p:nvPr/>
          </p:nvSpPr>
          <p:spPr bwMode="auto">
            <a:xfrm>
              <a:off x="3152" y="3353"/>
              <a:ext cx="29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339933"/>
                  </a:solidFill>
                  <a:latin typeface="Times New Roman" panose="02020603050405020304" pitchFamily="18" charset="0"/>
                  <a:ea typeface="宋体" panose="02010600030101010101" pitchFamily="2" charset="-122"/>
                </a:rPr>
                <a:t>1</a:t>
              </a:r>
              <a:endParaRPr kumimoji="1" lang="en-US" altLang="zh-CN" sz="2400" i="1" baseline="-25000">
                <a:solidFill>
                  <a:srgbClr val="339933"/>
                </a:solidFill>
                <a:latin typeface="Times New Roman" panose="02020603050405020304" pitchFamily="18" charset="0"/>
                <a:ea typeface="宋体" panose="02010600030101010101" pitchFamily="2" charset="-122"/>
              </a:endParaRPr>
            </a:p>
          </p:txBody>
        </p:sp>
        <p:sp>
          <p:nvSpPr>
            <p:cNvPr id="61473" name="Line 33">
              <a:extLst>
                <a:ext uri="{FF2B5EF4-FFF2-40B4-BE49-F238E27FC236}">
                  <a16:creationId xmlns:a16="http://schemas.microsoft.com/office/drawing/2014/main" id="{87D39F34-10CD-016C-4108-22616B062318}"/>
                </a:ext>
              </a:extLst>
            </p:cNvPr>
            <p:cNvSpPr>
              <a:spLocks noChangeShapeType="1"/>
            </p:cNvSpPr>
            <p:nvPr/>
          </p:nvSpPr>
          <p:spPr bwMode="auto">
            <a:xfrm flipV="1">
              <a:off x="4060" y="3595"/>
              <a:ext cx="453" cy="16"/>
            </a:xfrm>
            <a:prstGeom prst="line">
              <a:avLst/>
            </a:prstGeom>
            <a:noFill/>
            <a:ln w="9525">
              <a:solidFill>
                <a:srgbClr val="00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15138" name="Text Box 34">
            <a:extLst>
              <a:ext uri="{FF2B5EF4-FFF2-40B4-BE49-F238E27FC236}">
                <a16:creationId xmlns:a16="http://schemas.microsoft.com/office/drawing/2014/main" id="{965B6412-A988-637D-D568-35330BFB8BC4}"/>
              </a:ext>
            </a:extLst>
          </p:cNvPr>
          <p:cNvSpPr txBox="1">
            <a:spLocks noChangeArrowheads="1"/>
          </p:cNvSpPr>
          <p:nvPr/>
        </p:nvSpPr>
        <p:spPr bwMode="auto">
          <a:xfrm>
            <a:off x="509588" y="4654550"/>
            <a:ext cx="677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FF0000"/>
                </a:solidFill>
                <a:latin typeface="Times New Roman" panose="02020603050405020304" pitchFamily="18" charset="0"/>
                <a:ea typeface="宋体" panose="02010600030101010101" pitchFamily="2" charset="-122"/>
              </a:rPr>
              <a:t>s</a:t>
            </a:r>
            <a:r>
              <a:rPr kumimoji="1" lang="en-US" altLang="zh-CN" sz="2400" i="1" baseline="-25000">
                <a:solidFill>
                  <a:srgbClr val="FF0000"/>
                </a:solidFill>
                <a:latin typeface="Times New Roman" panose="02020603050405020304" pitchFamily="18" charset="0"/>
                <a:ea typeface="宋体" panose="02010600030101010101" pitchFamily="2" charset="-122"/>
              </a:rPr>
              <a:t>0</a:t>
            </a:r>
          </a:p>
        </p:txBody>
      </p:sp>
      <p:sp>
        <p:nvSpPr>
          <p:cNvPr id="815139" name="AutoShape 35">
            <a:extLst>
              <a:ext uri="{FF2B5EF4-FFF2-40B4-BE49-F238E27FC236}">
                <a16:creationId xmlns:a16="http://schemas.microsoft.com/office/drawing/2014/main" id="{34424FF7-4882-68D8-24F1-7F6129C86B68}"/>
              </a:ext>
            </a:extLst>
          </p:cNvPr>
          <p:cNvSpPr>
            <a:spLocks noChangeArrowheads="1"/>
          </p:cNvSpPr>
          <p:nvPr/>
        </p:nvSpPr>
        <p:spPr bwMode="auto">
          <a:xfrm>
            <a:off x="323850" y="4581525"/>
            <a:ext cx="790575" cy="792163"/>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035" y="10800"/>
                </a:moveTo>
                <a:cubicBezTo>
                  <a:pt x="3035" y="15088"/>
                  <a:pt x="6512" y="18565"/>
                  <a:pt x="10800" y="18565"/>
                </a:cubicBezTo>
                <a:cubicBezTo>
                  <a:pt x="15088" y="18565"/>
                  <a:pt x="18565" y="15088"/>
                  <a:pt x="18565" y="10800"/>
                </a:cubicBezTo>
                <a:cubicBezTo>
                  <a:pt x="18565" y="6512"/>
                  <a:pt x="15088" y="3035"/>
                  <a:pt x="10800" y="3035"/>
                </a:cubicBezTo>
                <a:cubicBezTo>
                  <a:pt x="6512" y="3035"/>
                  <a:pt x="3035" y="6512"/>
                  <a:pt x="3035" y="10800"/>
                </a:cubicBezTo>
                <a:close/>
              </a:path>
            </a:pathLst>
          </a:cu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15140" name="Freeform 36">
            <a:extLst>
              <a:ext uri="{FF2B5EF4-FFF2-40B4-BE49-F238E27FC236}">
                <a16:creationId xmlns:a16="http://schemas.microsoft.com/office/drawing/2014/main" id="{8FE48053-F24C-6424-083D-F08200E7F97E}"/>
              </a:ext>
            </a:extLst>
          </p:cNvPr>
          <p:cNvSpPr>
            <a:spLocks/>
          </p:cNvSpPr>
          <p:nvPr/>
        </p:nvSpPr>
        <p:spPr bwMode="auto">
          <a:xfrm>
            <a:off x="755650" y="3213100"/>
            <a:ext cx="3529013" cy="1368425"/>
          </a:xfrm>
          <a:custGeom>
            <a:avLst/>
            <a:gdLst>
              <a:gd name="T0" fmla="*/ 0 w 2223"/>
              <a:gd name="T1" fmla="*/ 2147483646 h 862"/>
              <a:gd name="T2" fmla="*/ 2147483646 w 2223"/>
              <a:gd name="T3" fmla="*/ 2147483646 h 862"/>
              <a:gd name="T4" fmla="*/ 2147483646 w 2223"/>
              <a:gd name="T5" fmla="*/ 2147483646 h 862"/>
              <a:gd name="T6" fmla="*/ 0 60000 65536"/>
              <a:gd name="T7" fmla="*/ 0 60000 65536"/>
              <a:gd name="T8" fmla="*/ 0 60000 65536"/>
              <a:gd name="T9" fmla="*/ 0 w 2223"/>
              <a:gd name="T10" fmla="*/ 0 h 862"/>
              <a:gd name="T11" fmla="*/ 2223 w 2223"/>
              <a:gd name="T12" fmla="*/ 862 h 862"/>
            </a:gdLst>
            <a:ahLst/>
            <a:cxnLst>
              <a:cxn ang="T6">
                <a:pos x="T0" y="T1"/>
              </a:cxn>
              <a:cxn ang="T7">
                <a:pos x="T2" y="T3"/>
              </a:cxn>
              <a:cxn ang="T8">
                <a:pos x="T4" y="T5"/>
              </a:cxn>
            </a:cxnLst>
            <a:rect l="T9" t="T10" r="T11" b="T12"/>
            <a:pathLst>
              <a:path w="2223" h="862">
                <a:moveTo>
                  <a:pt x="0" y="862"/>
                </a:moveTo>
                <a:cubicBezTo>
                  <a:pt x="19" y="522"/>
                  <a:pt x="38" y="182"/>
                  <a:pt x="408" y="91"/>
                </a:cubicBezTo>
                <a:cubicBezTo>
                  <a:pt x="778" y="0"/>
                  <a:pt x="1500" y="158"/>
                  <a:pt x="2223" y="317"/>
                </a:cubicBezTo>
              </a:path>
            </a:pathLst>
          </a:custGeom>
          <a:noFill/>
          <a:ln w="9525" cap="flat" cmpd="sng">
            <a:solidFill>
              <a:srgbClr val="FF0000"/>
            </a:solidFill>
            <a:prstDash val="solid"/>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5141" name="Freeform 37">
            <a:extLst>
              <a:ext uri="{FF2B5EF4-FFF2-40B4-BE49-F238E27FC236}">
                <a16:creationId xmlns:a16="http://schemas.microsoft.com/office/drawing/2014/main" id="{80FD7523-41F7-7B20-9166-3D88151F73E9}"/>
              </a:ext>
            </a:extLst>
          </p:cNvPr>
          <p:cNvSpPr>
            <a:spLocks/>
          </p:cNvSpPr>
          <p:nvPr/>
        </p:nvSpPr>
        <p:spPr bwMode="auto">
          <a:xfrm>
            <a:off x="1116013" y="4870450"/>
            <a:ext cx="3311525" cy="503238"/>
          </a:xfrm>
          <a:custGeom>
            <a:avLst/>
            <a:gdLst>
              <a:gd name="T0" fmla="*/ 0 w 2086"/>
              <a:gd name="T1" fmla="*/ 2147483646 h 317"/>
              <a:gd name="T2" fmla="*/ 2147483646 w 2086"/>
              <a:gd name="T3" fmla="*/ 2147483646 h 317"/>
              <a:gd name="T4" fmla="*/ 2147483646 w 2086"/>
              <a:gd name="T5" fmla="*/ 2147483646 h 317"/>
              <a:gd name="T6" fmla="*/ 0 60000 65536"/>
              <a:gd name="T7" fmla="*/ 0 60000 65536"/>
              <a:gd name="T8" fmla="*/ 0 60000 65536"/>
              <a:gd name="T9" fmla="*/ 0 w 2086"/>
              <a:gd name="T10" fmla="*/ 0 h 317"/>
              <a:gd name="T11" fmla="*/ 2086 w 2086"/>
              <a:gd name="T12" fmla="*/ 317 h 317"/>
            </a:gdLst>
            <a:ahLst/>
            <a:cxnLst>
              <a:cxn ang="T6">
                <a:pos x="T0" y="T1"/>
              </a:cxn>
              <a:cxn ang="T7">
                <a:pos x="T2" y="T3"/>
              </a:cxn>
              <a:cxn ang="T8">
                <a:pos x="T4" y="T5"/>
              </a:cxn>
            </a:cxnLst>
            <a:rect l="T9" t="T10" r="T11" b="T12"/>
            <a:pathLst>
              <a:path w="2086" h="317">
                <a:moveTo>
                  <a:pt x="0" y="45"/>
                </a:moveTo>
                <a:cubicBezTo>
                  <a:pt x="483" y="22"/>
                  <a:pt x="967" y="0"/>
                  <a:pt x="1315" y="45"/>
                </a:cubicBezTo>
                <a:cubicBezTo>
                  <a:pt x="1663" y="90"/>
                  <a:pt x="1874" y="203"/>
                  <a:pt x="2086" y="317"/>
                </a:cubicBezTo>
              </a:path>
            </a:pathLst>
          </a:custGeom>
          <a:noFill/>
          <a:ln w="9525" cap="flat" cmpd="sng">
            <a:solidFill>
              <a:srgbClr val="FF0000"/>
            </a:solidFill>
            <a:prstDash val="solid"/>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5142" name="Text Box 38">
            <a:extLst>
              <a:ext uri="{FF2B5EF4-FFF2-40B4-BE49-F238E27FC236}">
                <a16:creationId xmlns:a16="http://schemas.microsoft.com/office/drawing/2014/main" id="{C95A185F-84C9-892C-5106-681BD89E317A}"/>
              </a:ext>
            </a:extLst>
          </p:cNvPr>
          <p:cNvSpPr txBox="1">
            <a:spLocks noChangeArrowheads="1"/>
          </p:cNvSpPr>
          <p:nvPr/>
        </p:nvSpPr>
        <p:spPr bwMode="auto">
          <a:xfrm>
            <a:off x="2484438" y="2997200"/>
            <a:ext cx="677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FF0000"/>
                </a:solidFill>
                <a:latin typeface="Times New Roman" panose="02020603050405020304" pitchFamily="18" charset="0"/>
                <a:ea typeface="宋体" panose="02010600030101010101" pitchFamily="2" charset="-122"/>
              </a:rPr>
              <a:t>1</a:t>
            </a:r>
          </a:p>
        </p:txBody>
      </p:sp>
      <p:sp>
        <p:nvSpPr>
          <p:cNvPr id="815143" name="Text Box 39">
            <a:extLst>
              <a:ext uri="{FF2B5EF4-FFF2-40B4-BE49-F238E27FC236}">
                <a16:creationId xmlns:a16="http://schemas.microsoft.com/office/drawing/2014/main" id="{00CF7051-CEA6-0F4B-8C7C-3AE72D29E828}"/>
              </a:ext>
            </a:extLst>
          </p:cNvPr>
          <p:cNvSpPr txBox="1">
            <a:spLocks noChangeArrowheads="1"/>
          </p:cNvSpPr>
          <p:nvPr/>
        </p:nvSpPr>
        <p:spPr bwMode="auto">
          <a:xfrm>
            <a:off x="1763713" y="4508500"/>
            <a:ext cx="677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FF0000"/>
                </a:solidFill>
                <a:latin typeface="Times New Roman" panose="02020603050405020304" pitchFamily="18" charset="0"/>
                <a:ea typeface="宋体" panose="02010600030101010101" pitchFamily="2" charset="-122"/>
              </a:rPr>
              <a:t>1</a:t>
            </a:r>
          </a:p>
        </p:txBody>
      </p:sp>
      <p:sp>
        <p:nvSpPr>
          <p:cNvPr id="815144" name="Line 40">
            <a:extLst>
              <a:ext uri="{FF2B5EF4-FFF2-40B4-BE49-F238E27FC236}">
                <a16:creationId xmlns:a16="http://schemas.microsoft.com/office/drawing/2014/main" id="{3F005FA6-4846-1EAB-AA35-B9452388C84A}"/>
              </a:ext>
            </a:extLst>
          </p:cNvPr>
          <p:cNvSpPr>
            <a:spLocks noChangeShapeType="1"/>
          </p:cNvSpPr>
          <p:nvPr/>
        </p:nvSpPr>
        <p:spPr bwMode="auto">
          <a:xfrm flipV="1">
            <a:off x="107950" y="5013325"/>
            <a:ext cx="215900" cy="254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5145" name="AutoShape 41">
            <a:extLst>
              <a:ext uri="{FF2B5EF4-FFF2-40B4-BE49-F238E27FC236}">
                <a16:creationId xmlns:a16="http://schemas.microsoft.com/office/drawing/2014/main" id="{AF615CD6-65D7-BD01-04BD-30BF88E7D8A7}"/>
              </a:ext>
            </a:extLst>
          </p:cNvPr>
          <p:cNvSpPr>
            <a:spLocks noChangeArrowheads="1"/>
          </p:cNvSpPr>
          <p:nvPr/>
        </p:nvSpPr>
        <p:spPr bwMode="auto">
          <a:xfrm>
            <a:off x="6084888" y="2854325"/>
            <a:ext cx="2087562" cy="719138"/>
          </a:xfrm>
          <a:prstGeom prst="wedgeRectCallout">
            <a:avLst>
              <a:gd name="adj1" fmla="val -56690"/>
              <a:gd name="adj2" fmla="val 89292"/>
            </a:avLst>
          </a:prstGeom>
          <a:solidFill>
            <a:srgbClr val="FFFF00"/>
          </a:solidFill>
          <a:ln w="9525" algn="ctr">
            <a:solidFill>
              <a:schemeClr val="tx1"/>
            </a:solidFill>
            <a:miter lim="800000"/>
            <a:headEnd/>
            <a:tailEnd/>
          </a:ln>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zh-CN" altLang="en-US" sz="1800">
                <a:solidFill>
                  <a:schemeClr val="tx1"/>
                </a:solidFill>
                <a:latin typeface="黑体" panose="02010609060101010101" pitchFamily="49" charset="-122"/>
                <a:ea typeface="黑体" panose="02010609060101010101" pitchFamily="49" charset="-122"/>
              </a:rPr>
              <a:t>接受长度为</a:t>
            </a:r>
            <a:r>
              <a:rPr lang="en-US" altLang="zh-CN" sz="1800">
                <a:solidFill>
                  <a:schemeClr val="tx1"/>
                </a:solidFill>
                <a:latin typeface="黑体" panose="02010609060101010101" pitchFamily="49" charset="-122"/>
                <a:ea typeface="黑体" panose="02010609060101010101" pitchFamily="49" charset="-122"/>
              </a:rPr>
              <a:t>3</a:t>
            </a:r>
            <a:r>
              <a:rPr lang="zh-CN" altLang="en-US" sz="1800">
                <a:solidFill>
                  <a:schemeClr val="tx1"/>
                </a:solidFill>
                <a:latin typeface="黑体" panose="02010609060101010101" pitchFamily="49" charset="-122"/>
                <a:ea typeface="黑体" panose="02010609060101010101" pitchFamily="49" charset="-122"/>
              </a:rPr>
              <a:t>的倍数的输入字符串</a:t>
            </a:r>
          </a:p>
        </p:txBody>
      </p:sp>
      <p:sp>
        <p:nvSpPr>
          <p:cNvPr id="815146" name="AutoShape 42">
            <a:extLst>
              <a:ext uri="{FF2B5EF4-FFF2-40B4-BE49-F238E27FC236}">
                <a16:creationId xmlns:a16="http://schemas.microsoft.com/office/drawing/2014/main" id="{F28A063F-ACB4-CABF-DD90-1042C6AF144E}"/>
              </a:ext>
            </a:extLst>
          </p:cNvPr>
          <p:cNvSpPr>
            <a:spLocks noChangeArrowheads="1"/>
          </p:cNvSpPr>
          <p:nvPr/>
        </p:nvSpPr>
        <p:spPr bwMode="auto">
          <a:xfrm>
            <a:off x="6805613" y="4508500"/>
            <a:ext cx="2087562" cy="647700"/>
          </a:xfrm>
          <a:prstGeom prst="wedgeRectCallout">
            <a:avLst>
              <a:gd name="adj1" fmla="val -34792"/>
              <a:gd name="adj2" fmla="val 83824"/>
            </a:avLst>
          </a:prstGeom>
          <a:solidFill>
            <a:srgbClr val="FFFF00"/>
          </a:solidFill>
          <a:ln w="9525" algn="ctr">
            <a:solidFill>
              <a:schemeClr val="tx1"/>
            </a:solidFill>
            <a:miter lim="800000"/>
            <a:headEnd/>
            <a:tailEnd/>
          </a:ln>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zh-CN" altLang="en-US" sz="1800">
                <a:solidFill>
                  <a:schemeClr val="tx1"/>
                </a:solidFill>
                <a:latin typeface="黑体" panose="02010609060101010101" pitchFamily="49" charset="-122"/>
                <a:ea typeface="黑体" panose="02010609060101010101" pitchFamily="49" charset="-122"/>
              </a:rPr>
              <a:t>接受长度为</a:t>
            </a:r>
            <a:r>
              <a:rPr lang="en-US" altLang="zh-CN" sz="1800">
                <a:solidFill>
                  <a:schemeClr val="tx1"/>
                </a:solidFill>
                <a:latin typeface="黑体" panose="02010609060101010101" pitchFamily="49" charset="-122"/>
                <a:ea typeface="黑体" panose="02010609060101010101" pitchFamily="49" charset="-122"/>
              </a:rPr>
              <a:t>4</a:t>
            </a:r>
            <a:r>
              <a:rPr lang="zh-CN" altLang="en-US" sz="1800">
                <a:solidFill>
                  <a:schemeClr val="tx1"/>
                </a:solidFill>
                <a:latin typeface="黑体" panose="02010609060101010101" pitchFamily="49" charset="-122"/>
                <a:ea typeface="黑体" panose="02010609060101010101" pitchFamily="49" charset="-122"/>
              </a:rPr>
              <a:t>的倍数的输入字符串</a:t>
            </a:r>
          </a:p>
        </p:txBody>
      </p:sp>
      <p:sp>
        <p:nvSpPr>
          <p:cNvPr id="815147" name="AutoShape 43">
            <a:extLst>
              <a:ext uri="{FF2B5EF4-FFF2-40B4-BE49-F238E27FC236}">
                <a16:creationId xmlns:a16="http://schemas.microsoft.com/office/drawing/2014/main" id="{3B8A6443-A4CD-FFD1-1B9A-F4AC90A6D955}"/>
              </a:ext>
            </a:extLst>
          </p:cNvPr>
          <p:cNvSpPr>
            <a:spLocks noChangeArrowheads="1"/>
          </p:cNvSpPr>
          <p:nvPr/>
        </p:nvSpPr>
        <p:spPr bwMode="auto">
          <a:xfrm>
            <a:off x="8027988" y="3068638"/>
            <a:ext cx="936625" cy="1800225"/>
          </a:xfrm>
          <a:prstGeom prst="wedgeRectCallout">
            <a:avLst>
              <a:gd name="adj1" fmla="val -187796"/>
              <a:gd name="adj2" fmla="val 37741"/>
            </a:avLst>
          </a:prstGeom>
          <a:solidFill>
            <a:srgbClr val="FFFF00"/>
          </a:solidFill>
          <a:ln w="9525" algn="ctr">
            <a:solidFill>
              <a:schemeClr val="tx1"/>
            </a:solidFill>
            <a:miter lim="800000"/>
            <a:headEnd/>
            <a:tailEnd/>
          </a:ln>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zh-CN" altLang="en-US" sz="1800">
                <a:solidFill>
                  <a:schemeClr val="tx1"/>
                </a:solidFill>
                <a:latin typeface="黑体" panose="02010609060101010101" pitchFamily="49" charset="-122"/>
                <a:ea typeface="黑体" panose="02010609060101010101" pitchFamily="49" charset="-122"/>
              </a:rPr>
              <a:t>接受长度为</a:t>
            </a:r>
            <a:r>
              <a:rPr lang="en-US" altLang="zh-CN" sz="1800">
                <a:solidFill>
                  <a:schemeClr val="tx1"/>
                </a:solidFill>
                <a:latin typeface="黑体" panose="02010609060101010101" pitchFamily="49" charset="-122"/>
                <a:ea typeface="黑体" panose="02010609060101010101" pitchFamily="49" charset="-122"/>
              </a:rPr>
              <a:t>3</a:t>
            </a:r>
            <a:r>
              <a:rPr lang="zh-CN" altLang="en-US" sz="1800">
                <a:solidFill>
                  <a:schemeClr val="tx1"/>
                </a:solidFill>
                <a:latin typeface="黑体" panose="02010609060101010101" pitchFamily="49" charset="-122"/>
                <a:ea typeface="黑体" panose="02010609060101010101" pitchFamily="49" charset="-122"/>
              </a:rPr>
              <a:t>或</a:t>
            </a:r>
            <a:r>
              <a:rPr lang="en-US" altLang="zh-CN" sz="1800">
                <a:solidFill>
                  <a:schemeClr val="tx1"/>
                </a:solidFill>
                <a:latin typeface="黑体" panose="02010609060101010101" pitchFamily="49" charset="-122"/>
                <a:ea typeface="黑体" panose="02010609060101010101" pitchFamily="49" charset="-122"/>
              </a:rPr>
              <a:t>4</a:t>
            </a:r>
            <a:r>
              <a:rPr lang="zh-CN" altLang="en-US" sz="1800">
                <a:solidFill>
                  <a:schemeClr val="tx1"/>
                </a:solidFill>
                <a:latin typeface="黑体" panose="02010609060101010101" pitchFamily="49" charset="-122"/>
                <a:ea typeface="黑体" panose="02010609060101010101" pitchFamily="49" charset="-122"/>
              </a:rPr>
              <a:t>的倍数的输入字符串</a:t>
            </a:r>
          </a:p>
        </p:txBody>
      </p:sp>
      <p:sp>
        <p:nvSpPr>
          <p:cNvPr id="61457" name="灯片编号占位符 43">
            <a:extLst>
              <a:ext uri="{FF2B5EF4-FFF2-40B4-BE49-F238E27FC236}">
                <a16:creationId xmlns:a16="http://schemas.microsoft.com/office/drawing/2014/main" id="{3EAA3852-54DD-C9D0-5549-D3F9A902142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C4C62333-BDD1-B24C-B2DB-B4C58E011317}"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50</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5" presetClass="entr" presetSubtype="10" fill="hold" nodeType="withEffect">
                                  <p:stCondLst>
                                    <p:cond delay="0"/>
                                  </p:stCondLst>
                                  <p:childTnLst>
                                    <p:set>
                                      <p:cBhvr>
                                        <p:cTn id="9" dur="1" fill="hold">
                                          <p:stCondLst>
                                            <p:cond delay="0"/>
                                          </p:stCondLst>
                                        </p:cTn>
                                        <p:tgtEl>
                                          <p:spTgt spid="815108"/>
                                        </p:tgtEl>
                                        <p:attrNameLst>
                                          <p:attrName>style.visibility</p:attrName>
                                        </p:attrNameLst>
                                      </p:cBhvr>
                                      <p:to>
                                        <p:strVal val="visible"/>
                                      </p:to>
                                    </p:set>
                                    <p:animEffect transition="in" filter="checkerboard(across)">
                                      <p:cBhvr>
                                        <p:cTn id="10" dur="500"/>
                                        <p:tgtEl>
                                          <p:spTgt spid="81510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nodeType="clickEffect">
                                  <p:stCondLst>
                                    <p:cond delay="0"/>
                                  </p:stCondLst>
                                  <p:childTnLst>
                                    <p:set>
                                      <p:cBhvr>
                                        <p:cTn id="14" dur="1" fill="hold">
                                          <p:stCondLst>
                                            <p:cond delay="0"/>
                                          </p:stCondLst>
                                        </p:cTn>
                                        <p:tgtEl>
                                          <p:spTgt spid="815145"/>
                                        </p:tgtEl>
                                        <p:attrNameLst>
                                          <p:attrName>style.visibility</p:attrName>
                                        </p:attrNameLst>
                                      </p:cBhvr>
                                      <p:to>
                                        <p:strVal val="visible"/>
                                      </p:to>
                                    </p:set>
                                    <p:animEffect transition="in" filter="checkerboard(across)">
                                      <p:cBhvr>
                                        <p:cTn id="15" dur="500"/>
                                        <p:tgtEl>
                                          <p:spTgt spid="81514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 presetClass="entr" presetSubtype="1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checkerboard(across)">
                                      <p:cBhvr>
                                        <p:cTn id="20" dur="500"/>
                                        <p:tgtEl>
                                          <p:spTgt spid="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nodeType="clickEffect">
                                  <p:stCondLst>
                                    <p:cond delay="0"/>
                                  </p:stCondLst>
                                  <p:childTnLst>
                                    <p:set>
                                      <p:cBhvr>
                                        <p:cTn id="24" dur="1" fill="hold">
                                          <p:stCondLst>
                                            <p:cond delay="0"/>
                                          </p:stCondLst>
                                        </p:cTn>
                                        <p:tgtEl>
                                          <p:spTgt spid="815146"/>
                                        </p:tgtEl>
                                        <p:attrNameLst>
                                          <p:attrName>style.visibility</p:attrName>
                                        </p:attrNameLst>
                                      </p:cBhvr>
                                      <p:to>
                                        <p:strVal val="visible"/>
                                      </p:to>
                                    </p:set>
                                    <p:animEffect transition="in" filter="checkerboard(across)">
                                      <p:cBhvr>
                                        <p:cTn id="25" dur="500"/>
                                        <p:tgtEl>
                                          <p:spTgt spid="81514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7" presetClass="entr" presetSubtype="10" fill="hold" nodeType="clickEffect">
                                  <p:stCondLst>
                                    <p:cond delay="0"/>
                                  </p:stCondLst>
                                  <p:childTnLst>
                                    <p:set>
                                      <p:cBhvr>
                                        <p:cTn id="29" dur="1" fill="hold">
                                          <p:stCondLst>
                                            <p:cond delay="0"/>
                                          </p:stCondLst>
                                        </p:cTn>
                                        <p:tgtEl>
                                          <p:spTgt spid="815138"/>
                                        </p:tgtEl>
                                        <p:attrNameLst>
                                          <p:attrName>style.visibility</p:attrName>
                                        </p:attrNameLst>
                                      </p:cBhvr>
                                      <p:to>
                                        <p:strVal val="visible"/>
                                      </p:to>
                                    </p:set>
                                    <p:anim calcmode="lin" valueType="num">
                                      <p:cBhvr>
                                        <p:cTn id="30" dur="500" fill="hold"/>
                                        <p:tgtEl>
                                          <p:spTgt spid="815138"/>
                                        </p:tgtEl>
                                        <p:attrNameLst>
                                          <p:attrName>ppt_w</p:attrName>
                                        </p:attrNameLst>
                                      </p:cBhvr>
                                      <p:tavLst>
                                        <p:tav tm="0">
                                          <p:val>
                                            <p:fltVal val="0"/>
                                          </p:val>
                                        </p:tav>
                                        <p:tav tm="100000">
                                          <p:val>
                                            <p:strVal val="#ppt_w"/>
                                          </p:val>
                                        </p:tav>
                                      </p:tavLst>
                                    </p:anim>
                                    <p:anim calcmode="lin" valueType="num">
                                      <p:cBhvr>
                                        <p:cTn id="31" dur="500" fill="hold"/>
                                        <p:tgtEl>
                                          <p:spTgt spid="815138"/>
                                        </p:tgtEl>
                                        <p:attrNameLst>
                                          <p:attrName>ppt_h</p:attrName>
                                        </p:attrNameLst>
                                      </p:cBhvr>
                                      <p:tavLst>
                                        <p:tav tm="0">
                                          <p:val>
                                            <p:strVal val="#ppt_h"/>
                                          </p:val>
                                        </p:tav>
                                        <p:tav tm="100000">
                                          <p:val>
                                            <p:strVal val="#ppt_h"/>
                                          </p:val>
                                        </p:tav>
                                      </p:tavLst>
                                    </p:anim>
                                  </p:childTnLst>
                                </p:cTn>
                              </p:par>
                              <p:par>
                                <p:cTn id="32" presetID="17" presetClass="entr" presetSubtype="10" fill="hold" nodeType="withEffect">
                                  <p:stCondLst>
                                    <p:cond delay="0"/>
                                  </p:stCondLst>
                                  <p:childTnLst>
                                    <p:set>
                                      <p:cBhvr>
                                        <p:cTn id="33" dur="1" fill="hold">
                                          <p:stCondLst>
                                            <p:cond delay="0"/>
                                          </p:stCondLst>
                                        </p:cTn>
                                        <p:tgtEl>
                                          <p:spTgt spid="815139"/>
                                        </p:tgtEl>
                                        <p:attrNameLst>
                                          <p:attrName>style.visibility</p:attrName>
                                        </p:attrNameLst>
                                      </p:cBhvr>
                                      <p:to>
                                        <p:strVal val="visible"/>
                                      </p:to>
                                    </p:set>
                                    <p:anim calcmode="lin" valueType="num">
                                      <p:cBhvr>
                                        <p:cTn id="34" dur="500" fill="hold"/>
                                        <p:tgtEl>
                                          <p:spTgt spid="815139"/>
                                        </p:tgtEl>
                                        <p:attrNameLst>
                                          <p:attrName>ppt_w</p:attrName>
                                        </p:attrNameLst>
                                      </p:cBhvr>
                                      <p:tavLst>
                                        <p:tav tm="0">
                                          <p:val>
                                            <p:fltVal val="0"/>
                                          </p:val>
                                        </p:tav>
                                        <p:tav tm="100000">
                                          <p:val>
                                            <p:strVal val="#ppt_w"/>
                                          </p:val>
                                        </p:tav>
                                      </p:tavLst>
                                    </p:anim>
                                    <p:anim calcmode="lin" valueType="num">
                                      <p:cBhvr>
                                        <p:cTn id="35" dur="500" fill="hold"/>
                                        <p:tgtEl>
                                          <p:spTgt spid="815139"/>
                                        </p:tgtEl>
                                        <p:attrNameLst>
                                          <p:attrName>ppt_h</p:attrName>
                                        </p:attrNameLst>
                                      </p:cBhvr>
                                      <p:tavLst>
                                        <p:tav tm="0">
                                          <p:val>
                                            <p:strVal val="#ppt_h"/>
                                          </p:val>
                                        </p:tav>
                                        <p:tav tm="100000">
                                          <p:val>
                                            <p:strVal val="#ppt_h"/>
                                          </p:val>
                                        </p:tav>
                                      </p:tavLst>
                                    </p:anim>
                                  </p:childTnLst>
                                </p:cTn>
                              </p:par>
                              <p:par>
                                <p:cTn id="36" presetID="17" presetClass="entr" presetSubtype="10" fill="hold" nodeType="withEffect">
                                  <p:stCondLst>
                                    <p:cond delay="0"/>
                                  </p:stCondLst>
                                  <p:childTnLst>
                                    <p:set>
                                      <p:cBhvr>
                                        <p:cTn id="37" dur="1" fill="hold">
                                          <p:stCondLst>
                                            <p:cond delay="0"/>
                                          </p:stCondLst>
                                        </p:cTn>
                                        <p:tgtEl>
                                          <p:spTgt spid="815144"/>
                                        </p:tgtEl>
                                        <p:attrNameLst>
                                          <p:attrName>style.visibility</p:attrName>
                                        </p:attrNameLst>
                                      </p:cBhvr>
                                      <p:to>
                                        <p:strVal val="visible"/>
                                      </p:to>
                                    </p:set>
                                    <p:anim calcmode="lin" valueType="num">
                                      <p:cBhvr>
                                        <p:cTn id="38" dur="500" fill="hold"/>
                                        <p:tgtEl>
                                          <p:spTgt spid="815144"/>
                                        </p:tgtEl>
                                        <p:attrNameLst>
                                          <p:attrName>ppt_w</p:attrName>
                                        </p:attrNameLst>
                                      </p:cBhvr>
                                      <p:tavLst>
                                        <p:tav tm="0">
                                          <p:val>
                                            <p:fltVal val="0"/>
                                          </p:val>
                                        </p:tav>
                                        <p:tav tm="100000">
                                          <p:val>
                                            <p:strVal val="#ppt_w"/>
                                          </p:val>
                                        </p:tav>
                                      </p:tavLst>
                                    </p:anim>
                                    <p:anim calcmode="lin" valueType="num">
                                      <p:cBhvr>
                                        <p:cTn id="39" dur="500" fill="hold"/>
                                        <p:tgtEl>
                                          <p:spTgt spid="815144"/>
                                        </p:tgtEl>
                                        <p:attrNameLst>
                                          <p:attrName>ppt_h</p:attrName>
                                        </p:attrNameLst>
                                      </p:cBhvr>
                                      <p:tavLst>
                                        <p:tav tm="0">
                                          <p:val>
                                            <p:strVal val="#ppt_h"/>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815142"/>
                                        </p:tgtEl>
                                        <p:attrNameLst>
                                          <p:attrName>style.visibility</p:attrName>
                                        </p:attrNameLst>
                                      </p:cBhvr>
                                      <p:to>
                                        <p:strVal val="visible"/>
                                      </p:to>
                                    </p:set>
                                    <p:animEffect transition="in" filter="wipe(left)">
                                      <p:cBhvr>
                                        <p:cTn id="44" dur="500"/>
                                        <p:tgtEl>
                                          <p:spTgt spid="815142"/>
                                        </p:tgtEl>
                                      </p:cBhvr>
                                    </p:animEffect>
                                  </p:childTnLst>
                                </p:cTn>
                              </p:par>
                              <p:par>
                                <p:cTn id="45" presetID="22" presetClass="entr" presetSubtype="8" fill="hold" nodeType="withEffect">
                                  <p:stCondLst>
                                    <p:cond delay="0"/>
                                  </p:stCondLst>
                                  <p:childTnLst>
                                    <p:set>
                                      <p:cBhvr>
                                        <p:cTn id="46" dur="1" fill="hold">
                                          <p:stCondLst>
                                            <p:cond delay="0"/>
                                          </p:stCondLst>
                                        </p:cTn>
                                        <p:tgtEl>
                                          <p:spTgt spid="815140"/>
                                        </p:tgtEl>
                                        <p:attrNameLst>
                                          <p:attrName>style.visibility</p:attrName>
                                        </p:attrNameLst>
                                      </p:cBhvr>
                                      <p:to>
                                        <p:strVal val="visible"/>
                                      </p:to>
                                    </p:set>
                                    <p:animEffect transition="in" filter="wipe(left)">
                                      <p:cBhvr>
                                        <p:cTn id="47" dur="500"/>
                                        <p:tgtEl>
                                          <p:spTgt spid="81514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815143"/>
                                        </p:tgtEl>
                                        <p:attrNameLst>
                                          <p:attrName>style.visibility</p:attrName>
                                        </p:attrNameLst>
                                      </p:cBhvr>
                                      <p:to>
                                        <p:strVal val="visible"/>
                                      </p:to>
                                    </p:set>
                                    <p:animEffect transition="in" filter="wipe(left)">
                                      <p:cBhvr>
                                        <p:cTn id="52" dur="500"/>
                                        <p:tgtEl>
                                          <p:spTgt spid="815143"/>
                                        </p:tgtEl>
                                      </p:cBhvr>
                                    </p:animEffect>
                                  </p:childTnLst>
                                </p:cTn>
                              </p:par>
                              <p:par>
                                <p:cTn id="53" presetID="22" presetClass="entr" presetSubtype="8" fill="hold" nodeType="withEffect">
                                  <p:stCondLst>
                                    <p:cond delay="0"/>
                                  </p:stCondLst>
                                  <p:childTnLst>
                                    <p:set>
                                      <p:cBhvr>
                                        <p:cTn id="54" dur="1" fill="hold">
                                          <p:stCondLst>
                                            <p:cond delay="0"/>
                                          </p:stCondLst>
                                        </p:cTn>
                                        <p:tgtEl>
                                          <p:spTgt spid="815141"/>
                                        </p:tgtEl>
                                        <p:attrNameLst>
                                          <p:attrName>style.visibility</p:attrName>
                                        </p:attrNameLst>
                                      </p:cBhvr>
                                      <p:to>
                                        <p:strVal val="visible"/>
                                      </p:to>
                                    </p:set>
                                    <p:animEffect transition="in" filter="wipe(left)">
                                      <p:cBhvr>
                                        <p:cTn id="55" dur="500"/>
                                        <p:tgtEl>
                                          <p:spTgt spid="81514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5" presetClass="entr" presetSubtype="10" fill="hold" nodeType="clickEffect">
                                  <p:stCondLst>
                                    <p:cond delay="0"/>
                                  </p:stCondLst>
                                  <p:childTnLst>
                                    <p:set>
                                      <p:cBhvr>
                                        <p:cTn id="59" dur="1" fill="hold">
                                          <p:stCondLst>
                                            <p:cond delay="0"/>
                                          </p:stCondLst>
                                        </p:cTn>
                                        <p:tgtEl>
                                          <p:spTgt spid="815147"/>
                                        </p:tgtEl>
                                        <p:attrNameLst>
                                          <p:attrName>style.visibility</p:attrName>
                                        </p:attrNameLst>
                                      </p:cBhvr>
                                      <p:to>
                                        <p:strVal val="visible"/>
                                      </p:to>
                                    </p:set>
                                    <p:animEffect transition="in" filter="checkerboard(across)">
                                      <p:cBhvr>
                                        <p:cTn id="60" dur="500"/>
                                        <p:tgtEl>
                                          <p:spTgt spid="815147"/>
                                        </p:tgtEl>
                                      </p:cBhvr>
                                    </p:animEffect>
                                  </p:childTnLst>
                                </p:cTn>
                              </p:par>
                              <p:par>
                                <p:cTn id="61" presetID="1" presetClass="exit" presetSubtype="0" fill="hold" nodeType="withEffect">
                                  <p:stCondLst>
                                    <p:cond delay="0"/>
                                  </p:stCondLst>
                                  <p:childTnLst>
                                    <p:set>
                                      <p:cBhvr>
                                        <p:cTn id="62" dur="1" fill="hold">
                                          <p:stCondLst>
                                            <p:cond delay="0"/>
                                          </p:stCondLst>
                                        </p:cTn>
                                        <p:tgtEl>
                                          <p:spTgt spid="815146"/>
                                        </p:tgtEl>
                                        <p:attrNameLst>
                                          <p:attrName>style.visibility</p:attrName>
                                        </p:attrNameLst>
                                      </p:cBhvr>
                                      <p:to>
                                        <p:strVal val="hidden"/>
                                      </p:to>
                                    </p:set>
                                  </p:childTnLst>
                                </p:cTn>
                              </p:par>
                              <p:par>
                                <p:cTn id="63" presetID="1" presetClass="exit" presetSubtype="0" fill="hold" nodeType="withEffect">
                                  <p:stCondLst>
                                    <p:cond delay="0"/>
                                  </p:stCondLst>
                                  <p:childTnLst>
                                    <p:set>
                                      <p:cBhvr>
                                        <p:cTn id="64" dur="1" fill="hold">
                                          <p:stCondLst>
                                            <p:cond delay="0"/>
                                          </p:stCondLst>
                                        </p:cTn>
                                        <p:tgtEl>
                                          <p:spTgt spid="81514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5138" grpId="0"/>
      <p:bldP spid="815142" grpId="0"/>
      <p:bldP spid="815143" grpId="0"/>
      <p:bldP spid="815145" grpId="0" animBg="1"/>
      <p:bldP spid="815145" grpId="1" animBg="1"/>
      <p:bldP spid="815146" grpId="0" animBg="1"/>
      <p:bldP spid="815146" grpId="1" animBg="1"/>
      <p:bldP spid="81514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FCEDBA13-6B26-C062-F981-51DB95E528B0}"/>
              </a:ext>
            </a:extLst>
          </p:cNvPr>
          <p:cNvSpPr>
            <a:spLocks noGrp="1" noChangeArrowheads="1"/>
          </p:cNvSpPr>
          <p:nvPr>
            <p:ph type="title"/>
          </p:nvPr>
        </p:nvSpPr>
        <p:spPr/>
        <p:txBody>
          <a:bodyPr/>
          <a:lstStyle/>
          <a:p>
            <a:pPr eaLnBrk="1" hangingPunct="1"/>
            <a:r>
              <a:rPr lang="zh-CN" altLang="en-US"/>
              <a:t>非确定的有限自动机</a:t>
            </a:r>
          </a:p>
        </p:txBody>
      </p:sp>
      <p:sp>
        <p:nvSpPr>
          <p:cNvPr id="62467" name="Rectangle 3">
            <a:extLst>
              <a:ext uri="{FF2B5EF4-FFF2-40B4-BE49-F238E27FC236}">
                <a16:creationId xmlns:a16="http://schemas.microsoft.com/office/drawing/2014/main" id="{81541D29-A9EB-C7BC-8807-DCFC700E3C1D}"/>
              </a:ext>
            </a:extLst>
          </p:cNvPr>
          <p:cNvSpPr>
            <a:spLocks noGrp="1" noChangeArrowheads="1"/>
          </p:cNvSpPr>
          <p:nvPr>
            <p:ph type="body" idx="1"/>
          </p:nvPr>
        </p:nvSpPr>
        <p:spPr>
          <a:xfrm>
            <a:off x="457200" y="1981200"/>
            <a:ext cx="8229600" cy="4327525"/>
          </a:xfrm>
        </p:spPr>
        <p:txBody>
          <a:bodyPr/>
          <a:lstStyle/>
          <a:p>
            <a:pPr eaLnBrk="1" hangingPunct="1">
              <a:lnSpc>
                <a:spcPct val="120000"/>
              </a:lnSpc>
              <a:spcBef>
                <a:spcPct val="0"/>
              </a:spcBef>
            </a:pPr>
            <a:r>
              <a:rPr lang="zh-CN" altLang="en-US" sz="2400">
                <a:ea typeface="宋体" panose="02010600030101010101" pitchFamily="2" charset="-122"/>
              </a:rPr>
              <a:t>一个非确定的有限自动机（</a:t>
            </a:r>
            <a:r>
              <a:rPr lang="en-US" altLang="zh-CN" sz="2400">
                <a:ea typeface="宋体" panose="02010600030101010101" pitchFamily="2" charset="-122"/>
              </a:rPr>
              <a:t>NFA</a:t>
            </a:r>
            <a:r>
              <a:rPr lang="zh-CN" altLang="en-US" sz="2400">
                <a:ea typeface="宋体" panose="02010600030101010101" pitchFamily="2" charset="-122"/>
              </a:rPr>
              <a:t>）</a:t>
            </a:r>
            <a:r>
              <a:rPr kumimoji="1" lang="en-US" altLang="zh-CN" sz="2400">
                <a:ea typeface="宋体" panose="02010600030101010101" pitchFamily="2" charset="-122"/>
              </a:rPr>
              <a:t>M </a:t>
            </a:r>
            <a:r>
              <a:rPr kumimoji="1" lang="zh-CN" altLang="en-US" sz="2400">
                <a:ea typeface="宋体" panose="02010600030101010101" pitchFamily="2" charset="-122"/>
              </a:rPr>
              <a:t>是一个五元组</a:t>
            </a:r>
            <a:r>
              <a:rPr kumimoji="1" lang="en-US" altLang="zh-CN" sz="2400">
                <a:ea typeface="宋体" panose="02010600030101010101" pitchFamily="2" charset="-122"/>
              </a:rPr>
              <a:t>: </a:t>
            </a:r>
          </a:p>
          <a:p>
            <a:pPr eaLnBrk="1" hangingPunct="1">
              <a:lnSpc>
                <a:spcPct val="120000"/>
              </a:lnSpc>
              <a:spcBef>
                <a:spcPct val="0"/>
              </a:spcBef>
              <a:buFont typeface="Wingdings" pitchFamily="2" charset="2"/>
              <a:buNone/>
            </a:pPr>
            <a:r>
              <a:rPr kumimoji="1" lang="en-US" altLang="zh-CN" sz="2400">
                <a:ea typeface="宋体" panose="02010600030101010101" pitchFamily="2" charset="-122"/>
              </a:rPr>
              <a:t>       M = ( S, Σ, δ,  S</a:t>
            </a:r>
            <a:r>
              <a:rPr kumimoji="1" lang="en-US" altLang="zh-CN" sz="2400" baseline="-25000">
                <a:ea typeface="宋体" panose="02010600030101010101" pitchFamily="2" charset="-122"/>
              </a:rPr>
              <a:t>0</a:t>
            </a:r>
            <a:r>
              <a:rPr kumimoji="1" lang="en-US" altLang="zh-CN" sz="2400">
                <a:ea typeface="宋体" panose="02010600030101010101" pitchFamily="2" charset="-122"/>
              </a:rPr>
              <a:t>, F )</a:t>
            </a:r>
            <a:r>
              <a:rPr kumimoji="1" lang="zh-CN" altLang="en-US" sz="2400">
                <a:ea typeface="宋体" panose="02010600030101010101" pitchFamily="2" charset="-122"/>
              </a:rPr>
              <a:t>，其中</a:t>
            </a:r>
            <a:r>
              <a:rPr kumimoji="1" lang="en-US" altLang="zh-CN" sz="2400">
                <a:ea typeface="宋体" panose="02010600030101010101" pitchFamily="2" charset="-122"/>
              </a:rPr>
              <a:t>:</a:t>
            </a:r>
          </a:p>
          <a:p>
            <a:pPr eaLnBrk="1" hangingPunct="1">
              <a:lnSpc>
                <a:spcPct val="120000"/>
              </a:lnSpc>
              <a:spcBef>
                <a:spcPct val="0"/>
              </a:spcBef>
              <a:buFont typeface="Wingdings" pitchFamily="2" charset="2"/>
              <a:buNone/>
            </a:pPr>
            <a:r>
              <a:rPr kumimoji="1" lang="en-US" altLang="zh-CN" sz="2400">
                <a:ea typeface="宋体" panose="02010600030101010101" pitchFamily="2" charset="-122"/>
              </a:rPr>
              <a:t>   	       </a:t>
            </a:r>
            <a:r>
              <a:rPr kumimoji="1" lang="zh-CN" altLang="en-US" sz="2400">
                <a:ea typeface="宋体" panose="02010600030101010101" pitchFamily="2" charset="-122"/>
              </a:rPr>
              <a:t>（</a:t>
            </a:r>
            <a:r>
              <a:rPr kumimoji="1" lang="en-US" altLang="zh-CN" sz="2400">
                <a:ea typeface="宋体" panose="02010600030101010101" pitchFamily="2" charset="-122"/>
              </a:rPr>
              <a:t>1</a:t>
            </a:r>
            <a:r>
              <a:rPr kumimoji="1" lang="zh-CN" altLang="en-US" sz="2400">
                <a:ea typeface="宋体" panose="02010600030101010101" pitchFamily="2" charset="-122"/>
              </a:rPr>
              <a:t>）</a:t>
            </a:r>
            <a:r>
              <a:rPr kumimoji="1" lang="en-US" altLang="zh-CN" sz="2400">
                <a:ea typeface="宋体" panose="02010600030101010101" pitchFamily="2" charset="-122"/>
              </a:rPr>
              <a:t>S</a:t>
            </a:r>
            <a:r>
              <a:rPr kumimoji="1" lang="zh-CN" altLang="en-US" sz="2400">
                <a:ea typeface="宋体" panose="02010600030101010101" pitchFamily="2" charset="-122"/>
              </a:rPr>
              <a:t>和 </a:t>
            </a:r>
            <a:r>
              <a:rPr kumimoji="1" lang="en-US" altLang="zh-CN" sz="2400">
                <a:ea typeface="宋体" panose="02010600030101010101" pitchFamily="2" charset="-122"/>
              </a:rPr>
              <a:t>Σ</a:t>
            </a:r>
            <a:r>
              <a:rPr kumimoji="1" lang="zh-CN" altLang="en-US" sz="2400">
                <a:ea typeface="宋体" panose="02010600030101010101" pitchFamily="2" charset="-122"/>
              </a:rPr>
              <a:t>的定义同前；</a:t>
            </a:r>
          </a:p>
          <a:p>
            <a:pPr eaLnBrk="1" hangingPunct="1">
              <a:lnSpc>
                <a:spcPct val="120000"/>
              </a:lnSpc>
              <a:spcBef>
                <a:spcPct val="0"/>
              </a:spcBef>
              <a:buFont typeface="Wingdings" pitchFamily="2" charset="2"/>
              <a:buNone/>
            </a:pPr>
            <a:r>
              <a:rPr kumimoji="1" lang="zh-CN" altLang="en-US" sz="2400">
                <a:ea typeface="宋体" panose="02010600030101010101" pitchFamily="2" charset="-122"/>
              </a:rPr>
              <a:t>	       （</a:t>
            </a:r>
            <a:r>
              <a:rPr kumimoji="1" lang="en-US" altLang="zh-CN" sz="2400">
                <a:ea typeface="宋体" panose="02010600030101010101" pitchFamily="2" charset="-122"/>
              </a:rPr>
              <a:t>2</a:t>
            </a:r>
            <a:r>
              <a:rPr kumimoji="1" lang="zh-CN" altLang="en-US" sz="2400">
                <a:ea typeface="宋体" panose="02010600030101010101" pitchFamily="2" charset="-122"/>
              </a:rPr>
              <a:t>）</a:t>
            </a:r>
            <a:r>
              <a:rPr kumimoji="1" lang="en-US" altLang="zh-CN" sz="2400">
                <a:ea typeface="宋体" panose="02010600030101010101" pitchFamily="2" charset="-122"/>
              </a:rPr>
              <a:t>δ: S × Σ</a:t>
            </a:r>
            <a:r>
              <a:rPr kumimoji="1" lang="en-US" altLang="zh-CN" sz="2400" baseline="30000">
                <a:ea typeface="宋体" panose="02010600030101010101" pitchFamily="2" charset="-122"/>
              </a:rPr>
              <a:t>*</a:t>
            </a:r>
            <a:r>
              <a:rPr kumimoji="1" lang="en-US" altLang="zh-CN" sz="2400">
                <a:ea typeface="宋体" panose="02010600030101010101" pitchFamily="2" charset="-122"/>
              </a:rPr>
              <a:t>→2</a:t>
            </a:r>
            <a:r>
              <a:rPr kumimoji="1" lang="en-US" altLang="zh-CN" sz="2400" baseline="30000">
                <a:ea typeface="宋体" panose="02010600030101010101" pitchFamily="2" charset="-122"/>
              </a:rPr>
              <a:t>S</a:t>
            </a:r>
            <a:r>
              <a:rPr kumimoji="1" lang="zh-CN" altLang="en-US" sz="2400">
                <a:ea typeface="宋体" panose="02010600030101010101" pitchFamily="2" charset="-122"/>
              </a:rPr>
              <a:t>（状态子集）；</a:t>
            </a:r>
          </a:p>
          <a:p>
            <a:pPr eaLnBrk="1" hangingPunct="1">
              <a:lnSpc>
                <a:spcPct val="120000"/>
              </a:lnSpc>
              <a:spcBef>
                <a:spcPct val="0"/>
              </a:spcBef>
              <a:buFont typeface="Wingdings" pitchFamily="2" charset="2"/>
              <a:buNone/>
            </a:pPr>
            <a:r>
              <a:rPr kumimoji="1" lang="zh-CN" altLang="en-US" sz="2400">
                <a:ea typeface="宋体" panose="02010600030101010101" pitchFamily="2" charset="-122"/>
              </a:rPr>
              <a:t>	                    </a:t>
            </a:r>
            <a:r>
              <a:rPr lang="zh-CN" altLang="en-US" sz="2400">
                <a:ea typeface="宋体" panose="02010600030101010101" pitchFamily="2" charset="-122"/>
              </a:rPr>
              <a:t>对于某个状态</a:t>
            </a:r>
            <a:r>
              <a:rPr lang="en-US" altLang="zh-CN" sz="2400">
                <a:ea typeface="宋体" panose="02010600030101010101" pitchFamily="2" charset="-122"/>
                <a:sym typeface="Symbol" pitchFamily="2" charset="2"/>
              </a:rPr>
              <a:t>sS</a:t>
            </a:r>
            <a:r>
              <a:rPr lang="en-US" altLang="zh-CN" sz="2400">
                <a:ea typeface="宋体" panose="02010600030101010101" pitchFamily="2" charset="-122"/>
              </a:rPr>
              <a:t> </a:t>
            </a:r>
            <a:r>
              <a:rPr lang="zh-CN" altLang="en-US" sz="2400">
                <a:ea typeface="宋体" panose="02010600030101010101" pitchFamily="2" charset="-122"/>
              </a:rPr>
              <a:t>和一个输入字母</a:t>
            </a:r>
            <a:r>
              <a:rPr lang="en-US" altLang="zh-CN" sz="2400">
                <a:ea typeface="宋体" panose="02010600030101010101" pitchFamily="2" charset="-122"/>
              </a:rPr>
              <a:t>a</a:t>
            </a:r>
            <a:r>
              <a:rPr lang="zh-CN" altLang="en-US" sz="2400">
                <a:ea typeface="宋体" panose="02010600030101010101" pitchFamily="2" charset="-122"/>
              </a:rPr>
              <a:t>：</a:t>
            </a:r>
          </a:p>
          <a:p>
            <a:pPr lvl="1" eaLnBrk="1" hangingPunct="1">
              <a:lnSpc>
                <a:spcPct val="120000"/>
              </a:lnSpc>
              <a:spcBef>
                <a:spcPct val="0"/>
              </a:spcBef>
              <a:buFont typeface="Wingdings" pitchFamily="2" charset="2"/>
              <a:buNone/>
            </a:pPr>
            <a:r>
              <a:rPr lang="zh-CN" altLang="en-US" sz="2400">
                <a:ea typeface="宋体" panose="02010600030101010101" pitchFamily="2" charset="-122"/>
              </a:rPr>
              <a:t>                     </a:t>
            </a:r>
            <a:r>
              <a:rPr lang="el-GR" altLang="zh-CN" sz="2400" noProof="1"/>
              <a:t>δ</a:t>
            </a:r>
            <a:r>
              <a:rPr lang="en-US" altLang="zh-CN" sz="2400">
                <a:ea typeface="宋体" panose="02010600030101010101" pitchFamily="2" charset="-122"/>
              </a:rPr>
              <a:t>(s, a</a:t>
            </a:r>
            <a:r>
              <a:rPr lang="en-US" altLang="zh-CN" sz="2400">
                <a:ea typeface="宋体" panose="02010600030101010101" pitchFamily="2" charset="-122"/>
                <a:cs typeface="Arial" panose="020B0604020202020204" pitchFamily="34" charset="0"/>
              </a:rPr>
              <a:t>)=S’ </a:t>
            </a:r>
            <a:r>
              <a:rPr lang="en-US" altLang="zh-CN" sz="2400">
                <a:ea typeface="宋体" panose="02010600030101010101" pitchFamily="2" charset="-122"/>
                <a:sym typeface="Symbol" pitchFamily="2" charset="2"/>
              </a:rPr>
              <a:t> S</a:t>
            </a:r>
          </a:p>
          <a:p>
            <a:pPr lvl="1" eaLnBrk="1" hangingPunct="1">
              <a:lnSpc>
                <a:spcPct val="120000"/>
              </a:lnSpc>
              <a:spcBef>
                <a:spcPct val="0"/>
              </a:spcBef>
              <a:buFont typeface="Wingdings" pitchFamily="2" charset="2"/>
              <a:buNone/>
            </a:pPr>
            <a:r>
              <a:rPr kumimoji="1" lang="en-US" altLang="zh-CN" sz="2400">
                <a:ea typeface="宋体" panose="02010600030101010101" pitchFamily="2" charset="-122"/>
              </a:rPr>
              <a:t>      </a:t>
            </a:r>
            <a:r>
              <a:rPr kumimoji="1" lang="zh-CN" altLang="en-US" sz="2400">
                <a:ea typeface="宋体" panose="02010600030101010101" pitchFamily="2" charset="-122"/>
              </a:rPr>
              <a:t>（</a:t>
            </a:r>
            <a:r>
              <a:rPr kumimoji="1" lang="en-US" altLang="zh-CN" sz="2400">
                <a:ea typeface="宋体" panose="02010600030101010101" pitchFamily="2" charset="-122"/>
              </a:rPr>
              <a:t>3</a:t>
            </a:r>
            <a:r>
              <a:rPr kumimoji="1" lang="zh-CN" altLang="en-US" sz="2400">
                <a:ea typeface="宋体" panose="02010600030101010101" pitchFamily="2" charset="-122"/>
              </a:rPr>
              <a:t>）</a:t>
            </a:r>
            <a:r>
              <a:rPr kumimoji="1" lang="en-US" altLang="zh-CN" sz="2400">
                <a:ea typeface="宋体" panose="02010600030101010101" pitchFamily="2" charset="-122"/>
              </a:rPr>
              <a:t>S</a:t>
            </a:r>
            <a:r>
              <a:rPr kumimoji="1" lang="en-US" altLang="zh-CN" sz="2400" baseline="-25000">
                <a:ea typeface="宋体" panose="02010600030101010101" pitchFamily="2" charset="-122"/>
              </a:rPr>
              <a:t>0 </a:t>
            </a:r>
            <a:r>
              <a:rPr lang="en-US" altLang="zh-CN" sz="2400">
                <a:ea typeface="宋体" panose="02010600030101010101" pitchFamily="2" charset="-122"/>
                <a:sym typeface="Symbol" pitchFamily="2" charset="2"/>
              </a:rPr>
              <a:t></a:t>
            </a:r>
            <a:r>
              <a:rPr kumimoji="1" lang="en-US" altLang="zh-CN" sz="2400" baseline="-25000">
                <a:ea typeface="宋体" panose="02010600030101010101" pitchFamily="2" charset="-122"/>
              </a:rPr>
              <a:t> </a:t>
            </a:r>
            <a:r>
              <a:rPr kumimoji="1" lang="en-US" altLang="zh-CN" sz="2400">
                <a:ea typeface="宋体" panose="02010600030101010101" pitchFamily="2" charset="-122"/>
              </a:rPr>
              <a:t>S</a:t>
            </a:r>
            <a:r>
              <a:rPr kumimoji="1" lang="zh-CN" altLang="en-US" sz="2400">
                <a:ea typeface="宋体" panose="02010600030101010101" pitchFamily="2" charset="-122"/>
              </a:rPr>
              <a:t>为非空初态集；</a:t>
            </a:r>
          </a:p>
          <a:p>
            <a:pPr eaLnBrk="1" hangingPunct="1">
              <a:lnSpc>
                <a:spcPct val="120000"/>
              </a:lnSpc>
              <a:spcBef>
                <a:spcPct val="0"/>
              </a:spcBef>
              <a:buFont typeface="Wingdings" pitchFamily="2" charset="2"/>
              <a:buNone/>
            </a:pPr>
            <a:r>
              <a:rPr kumimoji="1" lang="zh-CN" altLang="en-US" sz="2400">
                <a:ea typeface="宋体" panose="02010600030101010101" pitchFamily="2" charset="-122"/>
              </a:rPr>
              <a:t>		 （</a:t>
            </a:r>
            <a:r>
              <a:rPr kumimoji="1" lang="en-US" altLang="zh-CN" sz="2400">
                <a:ea typeface="宋体" panose="02010600030101010101" pitchFamily="2" charset="-122"/>
              </a:rPr>
              <a:t>4</a:t>
            </a:r>
            <a:r>
              <a:rPr kumimoji="1" lang="zh-CN" altLang="en-US" sz="2400">
                <a:ea typeface="宋体" panose="02010600030101010101" pitchFamily="2" charset="-122"/>
              </a:rPr>
              <a:t>）</a:t>
            </a:r>
            <a:r>
              <a:rPr kumimoji="1" lang="en-US" altLang="zh-CN" sz="2400">
                <a:ea typeface="宋体" panose="02010600030101010101" pitchFamily="2" charset="-122"/>
              </a:rPr>
              <a:t>F </a:t>
            </a:r>
            <a:r>
              <a:rPr lang="en-US" altLang="zh-CN" sz="2400">
                <a:ea typeface="宋体" panose="02010600030101010101" pitchFamily="2" charset="-122"/>
                <a:sym typeface="Symbol" pitchFamily="2" charset="2"/>
              </a:rPr>
              <a:t></a:t>
            </a:r>
            <a:r>
              <a:rPr kumimoji="1" lang="en-US" altLang="zh-CN" sz="2400">
                <a:ea typeface="宋体" panose="02010600030101010101" pitchFamily="2" charset="-122"/>
              </a:rPr>
              <a:t> S</a:t>
            </a:r>
            <a:r>
              <a:rPr kumimoji="1" lang="zh-CN" altLang="en-US" sz="2400">
                <a:ea typeface="宋体" panose="02010600030101010101" pitchFamily="2" charset="-122"/>
              </a:rPr>
              <a:t>为终态集</a:t>
            </a:r>
          </a:p>
        </p:txBody>
      </p:sp>
      <p:sp>
        <p:nvSpPr>
          <p:cNvPr id="62468" name="灯片编号占位符 3">
            <a:extLst>
              <a:ext uri="{FF2B5EF4-FFF2-40B4-BE49-F238E27FC236}">
                <a16:creationId xmlns:a16="http://schemas.microsoft.com/office/drawing/2014/main" id="{D9829C31-67BA-08C0-2A19-24FF2D10069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2DE39A2B-E069-254E-92A9-C812E4DA023B}"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51</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1C13B33A-5F92-ECD8-0155-8E2BDC0AFD49}"/>
              </a:ext>
            </a:extLst>
          </p:cNvPr>
          <p:cNvSpPr>
            <a:spLocks noGrp="1" noChangeArrowheads="1"/>
          </p:cNvSpPr>
          <p:nvPr>
            <p:ph type="title"/>
          </p:nvPr>
        </p:nvSpPr>
        <p:spPr/>
        <p:txBody>
          <a:bodyPr/>
          <a:lstStyle/>
          <a:p>
            <a:pPr eaLnBrk="1" hangingPunct="1"/>
            <a:r>
              <a:rPr lang="zh-CN" altLang="en-US" sz="4000"/>
              <a:t>状态转换图和转换矩阵表示的</a:t>
            </a:r>
            <a:r>
              <a:rPr lang="en-US" altLang="zh-CN" sz="4000"/>
              <a:t>NFA</a:t>
            </a:r>
          </a:p>
        </p:txBody>
      </p:sp>
      <p:graphicFrame>
        <p:nvGraphicFramePr>
          <p:cNvPr id="63491" name="Object 3">
            <a:extLst>
              <a:ext uri="{FF2B5EF4-FFF2-40B4-BE49-F238E27FC236}">
                <a16:creationId xmlns:a16="http://schemas.microsoft.com/office/drawing/2014/main" id="{BAC759F7-034A-6AC5-4B4A-39CD2FEA6785}"/>
              </a:ext>
            </a:extLst>
          </p:cNvPr>
          <p:cNvGraphicFramePr>
            <a:graphicFrameLocks noChangeAspect="1"/>
          </p:cNvGraphicFramePr>
          <p:nvPr/>
        </p:nvGraphicFramePr>
        <p:xfrm>
          <a:off x="762000" y="1905000"/>
          <a:ext cx="4191000" cy="1344613"/>
        </p:xfrm>
        <a:graphic>
          <a:graphicData uri="http://schemas.openxmlformats.org/presentationml/2006/ole">
            <mc:AlternateContent xmlns:mc="http://schemas.openxmlformats.org/markup-compatibility/2006">
              <mc:Choice xmlns:v="urn:schemas-microsoft-com:vml" Requires="v">
                <p:oleObj name="VISIO" r:id="rId2" imgW="40297100" imgH="12928600" progId="Visio.Drawing.11">
                  <p:embed/>
                </p:oleObj>
              </mc:Choice>
              <mc:Fallback>
                <p:oleObj name="VISIO" r:id="rId2" imgW="40297100" imgH="12928600" progId="Visio.Drawing.11">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905000"/>
                        <a:ext cx="4191000" cy="1344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3492" name="Text Box 4">
            <a:extLst>
              <a:ext uri="{FF2B5EF4-FFF2-40B4-BE49-F238E27FC236}">
                <a16:creationId xmlns:a16="http://schemas.microsoft.com/office/drawing/2014/main" id="{A58666E4-17E0-2508-57CE-3E6216DFA8DA}"/>
              </a:ext>
            </a:extLst>
          </p:cNvPr>
          <p:cNvSpPr txBox="1">
            <a:spLocks noChangeArrowheads="1"/>
          </p:cNvSpPr>
          <p:nvPr/>
        </p:nvSpPr>
        <p:spPr bwMode="auto">
          <a:xfrm>
            <a:off x="304800" y="20574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 typeface="Wingdings" pitchFamily="2" charset="2"/>
              <a:buNone/>
            </a:pPr>
            <a:r>
              <a:rPr kumimoji="1" lang="en-US" altLang="zh-CN" sz="2400" i="1">
                <a:solidFill>
                  <a:srgbClr val="333399"/>
                </a:solidFill>
                <a:ea typeface="华文行楷" panose="02010800040101010101" pitchFamily="2" charset="-122"/>
              </a:rPr>
              <a:t>(1)</a:t>
            </a:r>
            <a:endParaRPr kumimoji="1" lang="en-US" altLang="zh-CN" sz="1000">
              <a:solidFill>
                <a:srgbClr val="333399"/>
              </a:solidFill>
              <a:latin typeface="Times New Roman" panose="02020603050405020304" pitchFamily="18" charset="0"/>
              <a:ea typeface="楷体_GB2312"/>
              <a:cs typeface="楷体_GB2312"/>
            </a:endParaRPr>
          </a:p>
        </p:txBody>
      </p:sp>
      <p:graphicFrame>
        <p:nvGraphicFramePr>
          <p:cNvPr id="63493" name="Object 5">
            <a:extLst>
              <a:ext uri="{FF2B5EF4-FFF2-40B4-BE49-F238E27FC236}">
                <a16:creationId xmlns:a16="http://schemas.microsoft.com/office/drawing/2014/main" id="{CDB67062-8104-F877-E268-1933135C7C5A}"/>
              </a:ext>
            </a:extLst>
          </p:cNvPr>
          <p:cNvGraphicFramePr>
            <a:graphicFrameLocks noChangeAspect="1"/>
          </p:cNvGraphicFramePr>
          <p:nvPr/>
        </p:nvGraphicFramePr>
        <p:xfrm>
          <a:off x="609600" y="3962400"/>
          <a:ext cx="4495800" cy="1352550"/>
        </p:xfrm>
        <a:graphic>
          <a:graphicData uri="http://schemas.openxmlformats.org/presentationml/2006/ole">
            <mc:AlternateContent xmlns:mc="http://schemas.openxmlformats.org/markup-compatibility/2006">
              <mc:Choice xmlns:v="urn:schemas-microsoft-com:vml" Requires="v">
                <p:oleObj name="VISIO" r:id="rId4" imgW="43040300" imgH="12928600" progId="Visio.Drawing.11">
                  <p:embed/>
                </p:oleObj>
              </mc:Choice>
              <mc:Fallback>
                <p:oleObj name="VISIO" r:id="rId4" imgW="43040300" imgH="12928600" progId="Visio.Drawing.11">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3962400"/>
                        <a:ext cx="4495800" cy="135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3494" name="Text Box 6">
            <a:extLst>
              <a:ext uri="{FF2B5EF4-FFF2-40B4-BE49-F238E27FC236}">
                <a16:creationId xmlns:a16="http://schemas.microsoft.com/office/drawing/2014/main" id="{D70D659C-5C53-88D5-614A-96F80C7B50F6}"/>
              </a:ext>
            </a:extLst>
          </p:cNvPr>
          <p:cNvSpPr txBox="1">
            <a:spLocks noChangeArrowheads="1"/>
          </p:cNvSpPr>
          <p:nvPr/>
        </p:nvSpPr>
        <p:spPr bwMode="auto">
          <a:xfrm>
            <a:off x="304800" y="409575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 typeface="Wingdings" pitchFamily="2" charset="2"/>
              <a:buNone/>
            </a:pPr>
            <a:r>
              <a:rPr kumimoji="1" lang="en-US" altLang="zh-CN" sz="2400" i="1">
                <a:solidFill>
                  <a:srgbClr val="333399"/>
                </a:solidFill>
                <a:ea typeface="华文行楷" panose="02010800040101010101" pitchFamily="2" charset="-122"/>
              </a:rPr>
              <a:t>(2)</a:t>
            </a:r>
            <a:endParaRPr kumimoji="1" lang="en-US" altLang="zh-CN" sz="1000">
              <a:solidFill>
                <a:srgbClr val="333399"/>
              </a:solidFill>
              <a:latin typeface="Times New Roman" panose="02020603050405020304" pitchFamily="18" charset="0"/>
              <a:ea typeface="楷体_GB2312"/>
              <a:cs typeface="楷体_GB2312"/>
            </a:endParaRPr>
          </a:p>
        </p:txBody>
      </p:sp>
      <p:sp>
        <p:nvSpPr>
          <p:cNvPr id="63495" name="Text Box 7">
            <a:extLst>
              <a:ext uri="{FF2B5EF4-FFF2-40B4-BE49-F238E27FC236}">
                <a16:creationId xmlns:a16="http://schemas.microsoft.com/office/drawing/2014/main" id="{D018A1BD-2E21-5D4F-CCEF-D0E5632637B6}"/>
              </a:ext>
            </a:extLst>
          </p:cNvPr>
          <p:cNvSpPr txBox="1">
            <a:spLocks noChangeArrowheads="1"/>
          </p:cNvSpPr>
          <p:nvPr/>
        </p:nvSpPr>
        <p:spPr bwMode="auto">
          <a:xfrm>
            <a:off x="5791200" y="2447925"/>
            <a:ext cx="304800" cy="466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p</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3496" name="Text Box 8">
            <a:extLst>
              <a:ext uri="{FF2B5EF4-FFF2-40B4-BE49-F238E27FC236}">
                <a16:creationId xmlns:a16="http://schemas.microsoft.com/office/drawing/2014/main" id="{D5FDFA47-40C1-5019-49D3-7AC35439C674}"/>
              </a:ext>
            </a:extLst>
          </p:cNvPr>
          <p:cNvSpPr txBox="1">
            <a:spLocks noChangeArrowheads="1"/>
          </p:cNvSpPr>
          <p:nvPr/>
        </p:nvSpPr>
        <p:spPr bwMode="auto">
          <a:xfrm>
            <a:off x="5791200" y="2905125"/>
            <a:ext cx="304800" cy="466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q</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3497" name="Text Box 9">
            <a:extLst>
              <a:ext uri="{FF2B5EF4-FFF2-40B4-BE49-F238E27FC236}">
                <a16:creationId xmlns:a16="http://schemas.microsoft.com/office/drawing/2014/main" id="{D81B345C-EBC0-1366-8AEC-ACA2EF77E1B2}"/>
              </a:ext>
            </a:extLst>
          </p:cNvPr>
          <p:cNvSpPr txBox="1">
            <a:spLocks noChangeArrowheads="1"/>
          </p:cNvSpPr>
          <p:nvPr/>
        </p:nvSpPr>
        <p:spPr bwMode="auto">
          <a:xfrm>
            <a:off x="5562600" y="3362325"/>
            <a:ext cx="685800" cy="466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a:solidFill>
                  <a:srgbClr val="800080"/>
                </a:solidFill>
                <a:latin typeface="Times New Roman" panose="02020603050405020304" pitchFamily="18" charset="0"/>
                <a:ea typeface="宋体" panose="02010600030101010101" pitchFamily="2" charset="-122"/>
                <a:sym typeface="Symbol" pitchFamily="2" charset="2"/>
              </a:rPr>
              <a:t> </a:t>
            </a:r>
            <a:r>
              <a:rPr kumimoji="1" lang="en-US" altLang="zh-CN" sz="2400" i="1">
                <a:solidFill>
                  <a:srgbClr val="800080"/>
                </a:solidFill>
                <a:latin typeface="Times New Roman" panose="02020603050405020304" pitchFamily="18" charset="0"/>
                <a:ea typeface="宋体" panose="02010600030101010101" pitchFamily="2" charset="-122"/>
              </a:rPr>
              <a:t>r</a:t>
            </a:r>
          </a:p>
        </p:txBody>
      </p:sp>
      <p:sp>
        <p:nvSpPr>
          <p:cNvPr id="63498" name="Line 10">
            <a:extLst>
              <a:ext uri="{FF2B5EF4-FFF2-40B4-BE49-F238E27FC236}">
                <a16:creationId xmlns:a16="http://schemas.microsoft.com/office/drawing/2014/main" id="{245DDB74-2802-1974-00D3-B7A26D85E7A7}"/>
              </a:ext>
            </a:extLst>
          </p:cNvPr>
          <p:cNvSpPr>
            <a:spLocks noChangeShapeType="1"/>
          </p:cNvSpPr>
          <p:nvPr/>
        </p:nvSpPr>
        <p:spPr bwMode="auto">
          <a:xfrm>
            <a:off x="5410200" y="2295525"/>
            <a:ext cx="2819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3499" name="Line 11">
            <a:extLst>
              <a:ext uri="{FF2B5EF4-FFF2-40B4-BE49-F238E27FC236}">
                <a16:creationId xmlns:a16="http://schemas.microsoft.com/office/drawing/2014/main" id="{3AA84A33-21DD-244E-4CEA-F027E281C28D}"/>
              </a:ext>
            </a:extLst>
          </p:cNvPr>
          <p:cNvSpPr>
            <a:spLocks noChangeShapeType="1"/>
          </p:cNvSpPr>
          <p:nvPr/>
        </p:nvSpPr>
        <p:spPr bwMode="auto">
          <a:xfrm>
            <a:off x="5410200" y="2371725"/>
            <a:ext cx="2819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3500" name="Line 12">
            <a:extLst>
              <a:ext uri="{FF2B5EF4-FFF2-40B4-BE49-F238E27FC236}">
                <a16:creationId xmlns:a16="http://schemas.microsoft.com/office/drawing/2014/main" id="{AC43B08A-E151-76B0-048C-699E8EB73C82}"/>
              </a:ext>
            </a:extLst>
          </p:cNvPr>
          <p:cNvSpPr>
            <a:spLocks noChangeShapeType="1"/>
          </p:cNvSpPr>
          <p:nvPr/>
        </p:nvSpPr>
        <p:spPr bwMode="auto">
          <a:xfrm>
            <a:off x="6172200" y="1762125"/>
            <a:ext cx="0" cy="533400"/>
          </a:xfrm>
          <a:prstGeom prst="line">
            <a:avLst/>
          </a:prstGeom>
          <a:noFill/>
          <a:ln w="9525">
            <a:solidFill>
              <a:srgbClr val="80008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3501" name="Line 13">
            <a:extLst>
              <a:ext uri="{FF2B5EF4-FFF2-40B4-BE49-F238E27FC236}">
                <a16:creationId xmlns:a16="http://schemas.microsoft.com/office/drawing/2014/main" id="{4C92B363-92D1-B337-74BD-2C737D6C61CF}"/>
              </a:ext>
            </a:extLst>
          </p:cNvPr>
          <p:cNvSpPr>
            <a:spLocks noChangeShapeType="1"/>
          </p:cNvSpPr>
          <p:nvPr/>
        </p:nvSpPr>
        <p:spPr bwMode="auto">
          <a:xfrm>
            <a:off x="6172200" y="2371725"/>
            <a:ext cx="0" cy="1447800"/>
          </a:xfrm>
          <a:prstGeom prst="line">
            <a:avLst/>
          </a:prstGeom>
          <a:noFill/>
          <a:ln w="9525">
            <a:solidFill>
              <a:srgbClr val="80008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3502" name="Line 14">
            <a:extLst>
              <a:ext uri="{FF2B5EF4-FFF2-40B4-BE49-F238E27FC236}">
                <a16:creationId xmlns:a16="http://schemas.microsoft.com/office/drawing/2014/main" id="{AF3C2DF6-F950-8EFC-63AC-80A178017189}"/>
              </a:ext>
            </a:extLst>
          </p:cNvPr>
          <p:cNvSpPr>
            <a:spLocks noChangeShapeType="1"/>
          </p:cNvSpPr>
          <p:nvPr/>
        </p:nvSpPr>
        <p:spPr bwMode="auto">
          <a:xfrm>
            <a:off x="6248400" y="1762125"/>
            <a:ext cx="0" cy="533400"/>
          </a:xfrm>
          <a:prstGeom prst="line">
            <a:avLst/>
          </a:prstGeom>
          <a:noFill/>
          <a:ln w="9525">
            <a:solidFill>
              <a:srgbClr val="80008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3503" name="Line 15">
            <a:extLst>
              <a:ext uri="{FF2B5EF4-FFF2-40B4-BE49-F238E27FC236}">
                <a16:creationId xmlns:a16="http://schemas.microsoft.com/office/drawing/2014/main" id="{B7BC2BC3-39B4-9797-DAF9-1B9CBA9CABC7}"/>
              </a:ext>
            </a:extLst>
          </p:cNvPr>
          <p:cNvSpPr>
            <a:spLocks noChangeShapeType="1"/>
          </p:cNvSpPr>
          <p:nvPr/>
        </p:nvSpPr>
        <p:spPr bwMode="auto">
          <a:xfrm>
            <a:off x="6248400" y="2371725"/>
            <a:ext cx="0" cy="1447800"/>
          </a:xfrm>
          <a:prstGeom prst="line">
            <a:avLst/>
          </a:prstGeom>
          <a:noFill/>
          <a:ln w="9525">
            <a:solidFill>
              <a:srgbClr val="80008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3504" name="Line 16">
            <a:extLst>
              <a:ext uri="{FF2B5EF4-FFF2-40B4-BE49-F238E27FC236}">
                <a16:creationId xmlns:a16="http://schemas.microsoft.com/office/drawing/2014/main" id="{A0901378-1FCF-3A1A-F62F-C0EDEE14ECFB}"/>
              </a:ext>
            </a:extLst>
          </p:cNvPr>
          <p:cNvSpPr>
            <a:spLocks noChangeShapeType="1"/>
          </p:cNvSpPr>
          <p:nvPr/>
        </p:nvSpPr>
        <p:spPr bwMode="auto">
          <a:xfrm>
            <a:off x="7086600" y="1762125"/>
            <a:ext cx="0" cy="533400"/>
          </a:xfrm>
          <a:prstGeom prst="line">
            <a:avLst/>
          </a:prstGeom>
          <a:noFill/>
          <a:ln w="9525">
            <a:solidFill>
              <a:srgbClr val="80008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3505" name="Line 17">
            <a:extLst>
              <a:ext uri="{FF2B5EF4-FFF2-40B4-BE49-F238E27FC236}">
                <a16:creationId xmlns:a16="http://schemas.microsoft.com/office/drawing/2014/main" id="{EEBAD297-1848-2284-5D01-19F334B15DBA}"/>
              </a:ext>
            </a:extLst>
          </p:cNvPr>
          <p:cNvSpPr>
            <a:spLocks noChangeShapeType="1"/>
          </p:cNvSpPr>
          <p:nvPr/>
        </p:nvSpPr>
        <p:spPr bwMode="auto">
          <a:xfrm>
            <a:off x="7086600" y="2371725"/>
            <a:ext cx="0" cy="1447800"/>
          </a:xfrm>
          <a:prstGeom prst="line">
            <a:avLst/>
          </a:prstGeom>
          <a:noFill/>
          <a:ln w="9525">
            <a:solidFill>
              <a:srgbClr val="80008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3506" name="Text Box 18">
            <a:extLst>
              <a:ext uri="{FF2B5EF4-FFF2-40B4-BE49-F238E27FC236}">
                <a16:creationId xmlns:a16="http://schemas.microsoft.com/office/drawing/2014/main" id="{EDE2D823-929B-0C0D-0D63-9A577481C4A2}"/>
              </a:ext>
            </a:extLst>
          </p:cNvPr>
          <p:cNvSpPr txBox="1">
            <a:spLocks noChangeArrowheads="1"/>
          </p:cNvSpPr>
          <p:nvPr/>
        </p:nvSpPr>
        <p:spPr bwMode="auto">
          <a:xfrm>
            <a:off x="6477000" y="1762125"/>
            <a:ext cx="304800" cy="466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0</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3507" name="Line 19">
            <a:extLst>
              <a:ext uri="{FF2B5EF4-FFF2-40B4-BE49-F238E27FC236}">
                <a16:creationId xmlns:a16="http://schemas.microsoft.com/office/drawing/2014/main" id="{71BA443C-2105-EE95-FB3A-789DEC88133E}"/>
              </a:ext>
            </a:extLst>
          </p:cNvPr>
          <p:cNvSpPr>
            <a:spLocks noChangeShapeType="1"/>
          </p:cNvSpPr>
          <p:nvPr/>
        </p:nvSpPr>
        <p:spPr bwMode="auto">
          <a:xfrm>
            <a:off x="5486400" y="2752725"/>
            <a:ext cx="304800" cy="0"/>
          </a:xfrm>
          <a:prstGeom prst="line">
            <a:avLst/>
          </a:prstGeom>
          <a:noFill/>
          <a:ln w="9525">
            <a:solidFill>
              <a:srgbClr val="80008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3508" name="Text Box 20">
            <a:extLst>
              <a:ext uri="{FF2B5EF4-FFF2-40B4-BE49-F238E27FC236}">
                <a16:creationId xmlns:a16="http://schemas.microsoft.com/office/drawing/2014/main" id="{1C972C91-9DDB-D0A9-B1C1-206218789B0B}"/>
              </a:ext>
            </a:extLst>
          </p:cNvPr>
          <p:cNvSpPr txBox="1">
            <a:spLocks noChangeArrowheads="1"/>
          </p:cNvSpPr>
          <p:nvPr/>
        </p:nvSpPr>
        <p:spPr bwMode="auto">
          <a:xfrm>
            <a:off x="6324600" y="2447925"/>
            <a:ext cx="685800" cy="466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 q }</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3509" name="Text Box 21">
            <a:extLst>
              <a:ext uri="{FF2B5EF4-FFF2-40B4-BE49-F238E27FC236}">
                <a16:creationId xmlns:a16="http://schemas.microsoft.com/office/drawing/2014/main" id="{E91657CD-BAE0-B4D3-4DD2-7D1C848F7908}"/>
              </a:ext>
            </a:extLst>
          </p:cNvPr>
          <p:cNvSpPr txBox="1">
            <a:spLocks noChangeArrowheads="1"/>
          </p:cNvSpPr>
          <p:nvPr/>
        </p:nvSpPr>
        <p:spPr bwMode="auto">
          <a:xfrm>
            <a:off x="7391400" y="2447925"/>
            <a:ext cx="533400" cy="466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sym typeface="Symbol" pitchFamily="2" charset="2"/>
              </a:rPr>
              <a:t></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3510" name="Text Box 22">
            <a:extLst>
              <a:ext uri="{FF2B5EF4-FFF2-40B4-BE49-F238E27FC236}">
                <a16:creationId xmlns:a16="http://schemas.microsoft.com/office/drawing/2014/main" id="{E6F0EAA5-87D2-1878-AC98-C8781280C5C3}"/>
              </a:ext>
            </a:extLst>
          </p:cNvPr>
          <p:cNvSpPr txBox="1">
            <a:spLocks noChangeArrowheads="1"/>
          </p:cNvSpPr>
          <p:nvPr/>
        </p:nvSpPr>
        <p:spPr bwMode="auto">
          <a:xfrm>
            <a:off x="6324600" y="2905125"/>
            <a:ext cx="609600" cy="466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 q }</a:t>
            </a:r>
          </a:p>
        </p:txBody>
      </p:sp>
      <p:sp>
        <p:nvSpPr>
          <p:cNvPr id="63511" name="Text Box 23">
            <a:extLst>
              <a:ext uri="{FF2B5EF4-FFF2-40B4-BE49-F238E27FC236}">
                <a16:creationId xmlns:a16="http://schemas.microsoft.com/office/drawing/2014/main" id="{F77288E1-5481-B65E-FDF4-5E6A7CF2571E}"/>
              </a:ext>
            </a:extLst>
          </p:cNvPr>
          <p:cNvSpPr txBox="1">
            <a:spLocks noChangeArrowheads="1"/>
          </p:cNvSpPr>
          <p:nvPr/>
        </p:nvSpPr>
        <p:spPr bwMode="auto">
          <a:xfrm>
            <a:off x="6400800" y="3362325"/>
            <a:ext cx="533400" cy="466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sym typeface="Symbol" pitchFamily="2" charset="2"/>
              </a:rPr>
              <a:t></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3512" name="Text Box 24">
            <a:extLst>
              <a:ext uri="{FF2B5EF4-FFF2-40B4-BE49-F238E27FC236}">
                <a16:creationId xmlns:a16="http://schemas.microsoft.com/office/drawing/2014/main" id="{FB5ACD7D-748D-3DB4-8BFE-BEFFF06898BE}"/>
              </a:ext>
            </a:extLst>
          </p:cNvPr>
          <p:cNvSpPr txBox="1">
            <a:spLocks noChangeArrowheads="1"/>
          </p:cNvSpPr>
          <p:nvPr/>
        </p:nvSpPr>
        <p:spPr bwMode="auto">
          <a:xfrm>
            <a:off x="7162800" y="2905125"/>
            <a:ext cx="914400" cy="466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 q</a:t>
            </a:r>
            <a:r>
              <a:rPr kumimoji="1" lang="en-US" altLang="zh-CN" sz="2400" i="1">
                <a:solidFill>
                  <a:srgbClr val="800080"/>
                </a:solidFill>
                <a:ea typeface="宋体" panose="02010600030101010101" pitchFamily="2" charset="-122"/>
              </a:rPr>
              <a:t>, r</a:t>
            </a:r>
            <a:r>
              <a:rPr kumimoji="1" lang="en-US" altLang="zh-CN" sz="2400" i="1">
                <a:solidFill>
                  <a:srgbClr val="800080"/>
                </a:solidFill>
                <a:latin typeface="Times New Roman" panose="02020603050405020304" pitchFamily="18" charset="0"/>
                <a:ea typeface="宋体" panose="02010600030101010101" pitchFamily="2" charset="-122"/>
              </a:rPr>
              <a:t> }</a:t>
            </a:r>
          </a:p>
        </p:txBody>
      </p:sp>
      <p:sp>
        <p:nvSpPr>
          <p:cNvPr id="63513" name="Text Box 25">
            <a:extLst>
              <a:ext uri="{FF2B5EF4-FFF2-40B4-BE49-F238E27FC236}">
                <a16:creationId xmlns:a16="http://schemas.microsoft.com/office/drawing/2014/main" id="{1C93A200-479C-B77A-3C32-F760A82DFA5D}"/>
              </a:ext>
            </a:extLst>
          </p:cNvPr>
          <p:cNvSpPr txBox="1">
            <a:spLocks noChangeArrowheads="1"/>
          </p:cNvSpPr>
          <p:nvPr/>
        </p:nvSpPr>
        <p:spPr bwMode="auto">
          <a:xfrm>
            <a:off x="7391400" y="3362325"/>
            <a:ext cx="533400" cy="466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sym typeface="Symbol" pitchFamily="2" charset="2"/>
              </a:rPr>
              <a:t></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3514" name="Text Box 26">
            <a:extLst>
              <a:ext uri="{FF2B5EF4-FFF2-40B4-BE49-F238E27FC236}">
                <a16:creationId xmlns:a16="http://schemas.microsoft.com/office/drawing/2014/main" id="{D1C54D34-37FF-8B8B-9974-D1F7723DB54A}"/>
              </a:ext>
            </a:extLst>
          </p:cNvPr>
          <p:cNvSpPr txBox="1">
            <a:spLocks noChangeArrowheads="1"/>
          </p:cNvSpPr>
          <p:nvPr/>
        </p:nvSpPr>
        <p:spPr bwMode="auto">
          <a:xfrm>
            <a:off x="7391400" y="1752600"/>
            <a:ext cx="304800" cy="466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1</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3515" name="Text Box 27">
            <a:extLst>
              <a:ext uri="{FF2B5EF4-FFF2-40B4-BE49-F238E27FC236}">
                <a16:creationId xmlns:a16="http://schemas.microsoft.com/office/drawing/2014/main" id="{B5D56347-EFF0-C8C1-D43A-5FFB4358F4B3}"/>
              </a:ext>
            </a:extLst>
          </p:cNvPr>
          <p:cNvSpPr txBox="1">
            <a:spLocks noChangeArrowheads="1"/>
          </p:cNvSpPr>
          <p:nvPr/>
        </p:nvSpPr>
        <p:spPr bwMode="auto">
          <a:xfrm>
            <a:off x="5791200" y="4638675"/>
            <a:ext cx="304800" cy="466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p</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3516" name="Text Box 28">
            <a:extLst>
              <a:ext uri="{FF2B5EF4-FFF2-40B4-BE49-F238E27FC236}">
                <a16:creationId xmlns:a16="http://schemas.microsoft.com/office/drawing/2014/main" id="{95B50FF7-A36D-DBCB-DE2A-1E7B2B40D30D}"/>
              </a:ext>
            </a:extLst>
          </p:cNvPr>
          <p:cNvSpPr txBox="1">
            <a:spLocks noChangeArrowheads="1"/>
          </p:cNvSpPr>
          <p:nvPr/>
        </p:nvSpPr>
        <p:spPr bwMode="auto">
          <a:xfrm>
            <a:off x="5791200" y="5095875"/>
            <a:ext cx="304800" cy="466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q</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3517" name="Text Box 29">
            <a:extLst>
              <a:ext uri="{FF2B5EF4-FFF2-40B4-BE49-F238E27FC236}">
                <a16:creationId xmlns:a16="http://schemas.microsoft.com/office/drawing/2014/main" id="{F7AF48F5-E25A-5314-44B3-A6BCE0DF57F7}"/>
              </a:ext>
            </a:extLst>
          </p:cNvPr>
          <p:cNvSpPr txBox="1">
            <a:spLocks noChangeArrowheads="1"/>
          </p:cNvSpPr>
          <p:nvPr/>
        </p:nvSpPr>
        <p:spPr bwMode="auto">
          <a:xfrm>
            <a:off x="5562600" y="5553075"/>
            <a:ext cx="685800" cy="466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a:solidFill>
                  <a:srgbClr val="800080"/>
                </a:solidFill>
                <a:latin typeface="Times New Roman" panose="02020603050405020304" pitchFamily="18" charset="0"/>
                <a:ea typeface="宋体" panose="02010600030101010101" pitchFamily="2" charset="-122"/>
                <a:sym typeface="Symbol" pitchFamily="2" charset="2"/>
              </a:rPr>
              <a:t> </a:t>
            </a:r>
            <a:r>
              <a:rPr kumimoji="1" lang="en-US" altLang="zh-CN" sz="2400" i="1">
                <a:solidFill>
                  <a:srgbClr val="800080"/>
                </a:solidFill>
                <a:latin typeface="Times New Roman" panose="02020603050405020304" pitchFamily="18" charset="0"/>
                <a:ea typeface="宋体" panose="02010600030101010101" pitchFamily="2" charset="-122"/>
              </a:rPr>
              <a:t>r</a:t>
            </a:r>
          </a:p>
        </p:txBody>
      </p:sp>
      <p:sp>
        <p:nvSpPr>
          <p:cNvPr id="63518" name="Line 30">
            <a:extLst>
              <a:ext uri="{FF2B5EF4-FFF2-40B4-BE49-F238E27FC236}">
                <a16:creationId xmlns:a16="http://schemas.microsoft.com/office/drawing/2014/main" id="{11BCC97F-8378-7A59-9AA1-04CDA7B3AA59}"/>
              </a:ext>
            </a:extLst>
          </p:cNvPr>
          <p:cNvSpPr>
            <a:spLocks noChangeShapeType="1"/>
          </p:cNvSpPr>
          <p:nvPr/>
        </p:nvSpPr>
        <p:spPr bwMode="auto">
          <a:xfrm>
            <a:off x="5410200" y="4486275"/>
            <a:ext cx="2819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3519" name="Line 31">
            <a:extLst>
              <a:ext uri="{FF2B5EF4-FFF2-40B4-BE49-F238E27FC236}">
                <a16:creationId xmlns:a16="http://schemas.microsoft.com/office/drawing/2014/main" id="{376F8990-046A-50DB-0EF9-19C55FB2D454}"/>
              </a:ext>
            </a:extLst>
          </p:cNvPr>
          <p:cNvSpPr>
            <a:spLocks noChangeShapeType="1"/>
          </p:cNvSpPr>
          <p:nvPr/>
        </p:nvSpPr>
        <p:spPr bwMode="auto">
          <a:xfrm>
            <a:off x="5410200" y="4562475"/>
            <a:ext cx="2819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3520" name="Line 32">
            <a:extLst>
              <a:ext uri="{FF2B5EF4-FFF2-40B4-BE49-F238E27FC236}">
                <a16:creationId xmlns:a16="http://schemas.microsoft.com/office/drawing/2014/main" id="{92DDA8C3-47B2-2CFD-8938-AF5AC13520E6}"/>
              </a:ext>
            </a:extLst>
          </p:cNvPr>
          <p:cNvSpPr>
            <a:spLocks noChangeShapeType="1"/>
          </p:cNvSpPr>
          <p:nvPr/>
        </p:nvSpPr>
        <p:spPr bwMode="auto">
          <a:xfrm>
            <a:off x="6172200" y="3952875"/>
            <a:ext cx="0" cy="533400"/>
          </a:xfrm>
          <a:prstGeom prst="line">
            <a:avLst/>
          </a:prstGeom>
          <a:noFill/>
          <a:ln w="9525">
            <a:solidFill>
              <a:srgbClr val="80008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3521" name="Line 33">
            <a:extLst>
              <a:ext uri="{FF2B5EF4-FFF2-40B4-BE49-F238E27FC236}">
                <a16:creationId xmlns:a16="http://schemas.microsoft.com/office/drawing/2014/main" id="{8981DEE5-EA4D-544B-56B3-7A0456DF3419}"/>
              </a:ext>
            </a:extLst>
          </p:cNvPr>
          <p:cNvSpPr>
            <a:spLocks noChangeShapeType="1"/>
          </p:cNvSpPr>
          <p:nvPr/>
        </p:nvSpPr>
        <p:spPr bwMode="auto">
          <a:xfrm>
            <a:off x="6172200" y="4562475"/>
            <a:ext cx="0" cy="1447800"/>
          </a:xfrm>
          <a:prstGeom prst="line">
            <a:avLst/>
          </a:prstGeom>
          <a:noFill/>
          <a:ln w="9525">
            <a:solidFill>
              <a:srgbClr val="80008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3522" name="Line 34">
            <a:extLst>
              <a:ext uri="{FF2B5EF4-FFF2-40B4-BE49-F238E27FC236}">
                <a16:creationId xmlns:a16="http://schemas.microsoft.com/office/drawing/2014/main" id="{81BC402C-B7E4-3FFB-A66C-97C8F5827058}"/>
              </a:ext>
            </a:extLst>
          </p:cNvPr>
          <p:cNvSpPr>
            <a:spLocks noChangeShapeType="1"/>
          </p:cNvSpPr>
          <p:nvPr/>
        </p:nvSpPr>
        <p:spPr bwMode="auto">
          <a:xfrm>
            <a:off x="6248400" y="3952875"/>
            <a:ext cx="0" cy="533400"/>
          </a:xfrm>
          <a:prstGeom prst="line">
            <a:avLst/>
          </a:prstGeom>
          <a:noFill/>
          <a:ln w="9525">
            <a:solidFill>
              <a:srgbClr val="80008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3523" name="Line 35">
            <a:extLst>
              <a:ext uri="{FF2B5EF4-FFF2-40B4-BE49-F238E27FC236}">
                <a16:creationId xmlns:a16="http://schemas.microsoft.com/office/drawing/2014/main" id="{4CF05E22-5BD8-2A2C-A70F-34DC580A4715}"/>
              </a:ext>
            </a:extLst>
          </p:cNvPr>
          <p:cNvSpPr>
            <a:spLocks noChangeShapeType="1"/>
          </p:cNvSpPr>
          <p:nvPr/>
        </p:nvSpPr>
        <p:spPr bwMode="auto">
          <a:xfrm>
            <a:off x="6248400" y="4562475"/>
            <a:ext cx="0" cy="1447800"/>
          </a:xfrm>
          <a:prstGeom prst="line">
            <a:avLst/>
          </a:prstGeom>
          <a:noFill/>
          <a:ln w="9525">
            <a:solidFill>
              <a:srgbClr val="80008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3524" name="Line 36">
            <a:extLst>
              <a:ext uri="{FF2B5EF4-FFF2-40B4-BE49-F238E27FC236}">
                <a16:creationId xmlns:a16="http://schemas.microsoft.com/office/drawing/2014/main" id="{DB6C9F0A-64BB-3A03-9889-F84439544C1B}"/>
              </a:ext>
            </a:extLst>
          </p:cNvPr>
          <p:cNvSpPr>
            <a:spLocks noChangeShapeType="1"/>
          </p:cNvSpPr>
          <p:nvPr/>
        </p:nvSpPr>
        <p:spPr bwMode="auto">
          <a:xfrm>
            <a:off x="7086600" y="3952875"/>
            <a:ext cx="0" cy="533400"/>
          </a:xfrm>
          <a:prstGeom prst="line">
            <a:avLst/>
          </a:prstGeom>
          <a:noFill/>
          <a:ln w="9525">
            <a:solidFill>
              <a:srgbClr val="80008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3525" name="Line 37">
            <a:extLst>
              <a:ext uri="{FF2B5EF4-FFF2-40B4-BE49-F238E27FC236}">
                <a16:creationId xmlns:a16="http://schemas.microsoft.com/office/drawing/2014/main" id="{EC4A9A3B-1A80-2F1B-1E8F-F71D11C44F52}"/>
              </a:ext>
            </a:extLst>
          </p:cNvPr>
          <p:cNvSpPr>
            <a:spLocks noChangeShapeType="1"/>
          </p:cNvSpPr>
          <p:nvPr/>
        </p:nvSpPr>
        <p:spPr bwMode="auto">
          <a:xfrm>
            <a:off x="7086600" y="4562475"/>
            <a:ext cx="0" cy="1447800"/>
          </a:xfrm>
          <a:prstGeom prst="line">
            <a:avLst/>
          </a:prstGeom>
          <a:noFill/>
          <a:ln w="9525">
            <a:solidFill>
              <a:srgbClr val="80008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3526" name="Text Box 38">
            <a:extLst>
              <a:ext uri="{FF2B5EF4-FFF2-40B4-BE49-F238E27FC236}">
                <a16:creationId xmlns:a16="http://schemas.microsoft.com/office/drawing/2014/main" id="{687FFB05-1A8C-16BE-071E-670B21C48D6D}"/>
              </a:ext>
            </a:extLst>
          </p:cNvPr>
          <p:cNvSpPr txBox="1">
            <a:spLocks noChangeArrowheads="1"/>
          </p:cNvSpPr>
          <p:nvPr/>
        </p:nvSpPr>
        <p:spPr bwMode="auto">
          <a:xfrm>
            <a:off x="6477000" y="3952875"/>
            <a:ext cx="304800" cy="466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0</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3527" name="Line 39">
            <a:extLst>
              <a:ext uri="{FF2B5EF4-FFF2-40B4-BE49-F238E27FC236}">
                <a16:creationId xmlns:a16="http://schemas.microsoft.com/office/drawing/2014/main" id="{6067FBCB-B784-C0EF-0074-6DAD5BD9AA4A}"/>
              </a:ext>
            </a:extLst>
          </p:cNvPr>
          <p:cNvSpPr>
            <a:spLocks noChangeShapeType="1"/>
          </p:cNvSpPr>
          <p:nvPr/>
        </p:nvSpPr>
        <p:spPr bwMode="auto">
          <a:xfrm>
            <a:off x="5486400" y="4943475"/>
            <a:ext cx="304800" cy="0"/>
          </a:xfrm>
          <a:prstGeom prst="line">
            <a:avLst/>
          </a:prstGeom>
          <a:noFill/>
          <a:ln w="9525">
            <a:solidFill>
              <a:srgbClr val="80008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3528" name="Text Box 40">
            <a:extLst>
              <a:ext uri="{FF2B5EF4-FFF2-40B4-BE49-F238E27FC236}">
                <a16:creationId xmlns:a16="http://schemas.microsoft.com/office/drawing/2014/main" id="{800B4CEC-09AA-36A0-2BD7-E298DBB11176}"/>
              </a:ext>
            </a:extLst>
          </p:cNvPr>
          <p:cNvSpPr txBox="1">
            <a:spLocks noChangeArrowheads="1"/>
          </p:cNvSpPr>
          <p:nvPr/>
        </p:nvSpPr>
        <p:spPr bwMode="auto">
          <a:xfrm>
            <a:off x="6324600" y="4638675"/>
            <a:ext cx="685800" cy="466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 p }</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3529" name="Text Box 41">
            <a:extLst>
              <a:ext uri="{FF2B5EF4-FFF2-40B4-BE49-F238E27FC236}">
                <a16:creationId xmlns:a16="http://schemas.microsoft.com/office/drawing/2014/main" id="{54BF347E-3750-FCF7-D9D0-D1836250A887}"/>
              </a:ext>
            </a:extLst>
          </p:cNvPr>
          <p:cNvSpPr txBox="1">
            <a:spLocks noChangeArrowheads="1"/>
          </p:cNvSpPr>
          <p:nvPr/>
        </p:nvSpPr>
        <p:spPr bwMode="auto">
          <a:xfrm>
            <a:off x="6324600" y="5095875"/>
            <a:ext cx="609600" cy="466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 r }</a:t>
            </a:r>
          </a:p>
        </p:txBody>
      </p:sp>
      <p:sp>
        <p:nvSpPr>
          <p:cNvPr id="63530" name="Text Box 42">
            <a:extLst>
              <a:ext uri="{FF2B5EF4-FFF2-40B4-BE49-F238E27FC236}">
                <a16:creationId xmlns:a16="http://schemas.microsoft.com/office/drawing/2014/main" id="{DF0C2210-93AC-ED0A-EF2A-4094D6B2B2C6}"/>
              </a:ext>
            </a:extLst>
          </p:cNvPr>
          <p:cNvSpPr txBox="1">
            <a:spLocks noChangeArrowheads="1"/>
          </p:cNvSpPr>
          <p:nvPr/>
        </p:nvSpPr>
        <p:spPr bwMode="auto">
          <a:xfrm>
            <a:off x="6400800" y="5553075"/>
            <a:ext cx="533400" cy="466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sym typeface="Symbol" pitchFamily="2" charset="2"/>
              </a:rPr>
              <a:t></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3531" name="Text Box 43">
            <a:extLst>
              <a:ext uri="{FF2B5EF4-FFF2-40B4-BE49-F238E27FC236}">
                <a16:creationId xmlns:a16="http://schemas.microsoft.com/office/drawing/2014/main" id="{E0E152CF-22B9-0DB2-849A-77298826A3BE}"/>
              </a:ext>
            </a:extLst>
          </p:cNvPr>
          <p:cNvSpPr txBox="1">
            <a:spLocks noChangeArrowheads="1"/>
          </p:cNvSpPr>
          <p:nvPr/>
        </p:nvSpPr>
        <p:spPr bwMode="auto">
          <a:xfrm>
            <a:off x="7315200" y="5095875"/>
            <a:ext cx="685800" cy="466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 </a:t>
            </a:r>
            <a:r>
              <a:rPr kumimoji="1" lang="en-US" altLang="zh-CN" sz="2400" i="1">
                <a:solidFill>
                  <a:srgbClr val="800080"/>
                </a:solidFill>
                <a:ea typeface="宋体" panose="02010600030101010101" pitchFamily="2" charset="-122"/>
              </a:rPr>
              <a:t>r</a:t>
            </a:r>
            <a:r>
              <a:rPr kumimoji="1" lang="en-US" altLang="zh-CN" sz="2400" i="1">
                <a:solidFill>
                  <a:srgbClr val="800080"/>
                </a:solidFill>
                <a:latin typeface="Times New Roman" panose="02020603050405020304" pitchFamily="18" charset="0"/>
                <a:ea typeface="宋体" panose="02010600030101010101" pitchFamily="2" charset="-122"/>
              </a:rPr>
              <a:t> }</a:t>
            </a:r>
          </a:p>
        </p:txBody>
      </p:sp>
      <p:sp>
        <p:nvSpPr>
          <p:cNvPr id="63532" name="Text Box 44">
            <a:extLst>
              <a:ext uri="{FF2B5EF4-FFF2-40B4-BE49-F238E27FC236}">
                <a16:creationId xmlns:a16="http://schemas.microsoft.com/office/drawing/2014/main" id="{371EAD0A-70EA-39BC-BB69-418E4FAE6650}"/>
              </a:ext>
            </a:extLst>
          </p:cNvPr>
          <p:cNvSpPr txBox="1">
            <a:spLocks noChangeArrowheads="1"/>
          </p:cNvSpPr>
          <p:nvPr/>
        </p:nvSpPr>
        <p:spPr bwMode="auto">
          <a:xfrm>
            <a:off x="7391400" y="5553075"/>
            <a:ext cx="533400" cy="466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sym typeface="Symbol" pitchFamily="2" charset="2"/>
              </a:rPr>
              <a:t></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3533" name="Text Box 45">
            <a:extLst>
              <a:ext uri="{FF2B5EF4-FFF2-40B4-BE49-F238E27FC236}">
                <a16:creationId xmlns:a16="http://schemas.microsoft.com/office/drawing/2014/main" id="{31157BD9-733A-8413-A0D1-1BF864A48C8A}"/>
              </a:ext>
            </a:extLst>
          </p:cNvPr>
          <p:cNvSpPr txBox="1">
            <a:spLocks noChangeArrowheads="1"/>
          </p:cNvSpPr>
          <p:nvPr/>
        </p:nvSpPr>
        <p:spPr bwMode="auto">
          <a:xfrm>
            <a:off x="7391400" y="3943350"/>
            <a:ext cx="304800" cy="466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1</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3534" name="Text Box 46">
            <a:extLst>
              <a:ext uri="{FF2B5EF4-FFF2-40B4-BE49-F238E27FC236}">
                <a16:creationId xmlns:a16="http://schemas.microsoft.com/office/drawing/2014/main" id="{8C8185A1-8133-1B26-68C4-F3264B9A80C9}"/>
              </a:ext>
            </a:extLst>
          </p:cNvPr>
          <p:cNvSpPr txBox="1">
            <a:spLocks noChangeArrowheads="1"/>
          </p:cNvSpPr>
          <p:nvPr/>
        </p:nvSpPr>
        <p:spPr bwMode="auto">
          <a:xfrm>
            <a:off x="7162800" y="4638675"/>
            <a:ext cx="990600" cy="4667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 p</a:t>
            </a:r>
            <a:r>
              <a:rPr kumimoji="1" lang="en-US" altLang="zh-CN" sz="2400" i="1">
                <a:solidFill>
                  <a:srgbClr val="800080"/>
                </a:solidFill>
                <a:ea typeface="宋体" panose="02010600030101010101" pitchFamily="2" charset="-122"/>
              </a:rPr>
              <a:t>, </a:t>
            </a:r>
            <a:r>
              <a:rPr kumimoji="1" lang="en-US" altLang="zh-CN" sz="2400" i="1">
                <a:solidFill>
                  <a:srgbClr val="800080"/>
                </a:solidFill>
                <a:latin typeface="Times New Roman" panose="02020603050405020304" pitchFamily="18" charset="0"/>
                <a:ea typeface="宋体" panose="02010600030101010101" pitchFamily="2" charset="-122"/>
              </a:rPr>
              <a:t>q }</a:t>
            </a:r>
          </a:p>
        </p:txBody>
      </p:sp>
      <p:sp>
        <p:nvSpPr>
          <p:cNvPr id="817199" name="Text Box 47">
            <a:extLst>
              <a:ext uri="{FF2B5EF4-FFF2-40B4-BE49-F238E27FC236}">
                <a16:creationId xmlns:a16="http://schemas.microsoft.com/office/drawing/2014/main" id="{7FDF8D93-AEAF-BB50-7C82-2BE0625DF9C1}"/>
              </a:ext>
            </a:extLst>
          </p:cNvPr>
          <p:cNvSpPr txBox="1">
            <a:spLocks noChangeArrowheads="1"/>
          </p:cNvSpPr>
          <p:nvPr/>
        </p:nvSpPr>
        <p:spPr bwMode="auto">
          <a:xfrm>
            <a:off x="107950" y="5589588"/>
            <a:ext cx="5327650" cy="925512"/>
          </a:xfrm>
          <a:prstGeom prst="rect">
            <a:avLst/>
          </a:prstGeom>
          <a:solidFill>
            <a:srgbClr val="FFFF00">
              <a:alpha val="43921"/>
            </a:srgbClr>
          </a:solidFill>
          <a:ln w="9525" algn="ctr">
            <a:solidFill>
              <a:schemeClr val="tx1"/>
            </a:solidFill>
            <a:miter lim="800000"/>
            <a:headEnd/>
            <a:tailEnd/>
          </a:ln>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zh-CN" altLang="en-US" sz="1800">
                <a:solidFill>
                  <a:srgbClr val="FF0000"/>
                </a:solidFill>
                <a:latin typeface="幼圆" pitchFamily="49" charset="-122"/>
                <a:ea typeface="幼圆" pitchFamily="49" charset="-122"/>
              </a:rPr>
              <a:t>注：状态转换矩阵中的每一项都是一个集合。</a:t>
            </a:r>
          </a:p>
          <a:p>
            <a:pPr algn="ctr" eaLnBrk="1" hangingPunct="1">
              <a:spcBef>
                <a:spcPct val="0"/>
              </a:spcBef>
              <a:buClrTx/>
              <a:buSzTx/>
              <a:buFontTx/>
              <a:buNone/>
            </a:pPr>
            <a:r>
              <a:rPr lang="zh-CN" altLang="en-US" sz="1800">
                <a:solidFill>
                  <a:srgbClr val="FF0000"/>
                </a:solidFill>
                <a:latin typeface="幼圆" pitchFamily="49" charset="-122"/>
                <a:ea typeface="幼圆" pitchFamily="49" charset="-122"/>
              </a:rPr>
              <a:t>含空集</a:t>
            </a:r>
            <a:r>
              <a:rPr lang="el-GR" altLang="zh-CN" sz="1800">
                <a:solidFill>
                  <a:srgbClr val="FF0000"/>
                </a:solidFill>
                <a:latin typeface="幼圆" pitchFamily="49" charset="-122"/>
                <a:ea typeface="幼圆" pitchFamily="49" charset="-122"/>
              </a:rPr>
              <a:t>Φ</a:t>
            </a:r>
            <a:r>
              <a:rPr lang="zh-CN" altLang="el-GR" sz="1800">
                <a:solidFill>
                  <a:srgbClr val="FF0000"/>
                </a:solidFill>
                <a:latin typeface="幼圆" pitchFamily="49" charset="-122"/>
                <a:ea typeface="幼圆" pitchFamily="49" charset="-122"/>
              </a:rPr>
              <a:t>，即对于某些状态与输入字母的组合可能没有动作。</a:t>
            </a:r>
            <a:endParaRPr lang="el-GR" altLang="zh-CN" sz="1800">
              <a:solidFill>
                <a:srgbClr val="FF0000"/>
              </a:solidFill>
              <a:latin typeface="幼圆" pitchFamily="49" charset="-122"/>
              <a:ea typeface="幼圆" pitchFamily="49" charset="-122"/>
            </a:endParaRPr>
          </a:p>
        </p:txBody>
      </p:sp>
      <p:sp>
        <p:nvSpPr>
          <p:cNvPr id="63536" name="灯片编号占位符 47">
            <a:extLst>
              <a:ext uri="{FF2B5EF4-FFF2-40B4-BE49-F238E27FC236}">
                <a16:creationId xmlns:a16="http://schemas.microsoft.com/office/drawing/2014/main" id="{A0D154CC-6532-A920-FEB8-1AF20A37421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C13B7D30-A012-4E4A-B84C-35BC9F5C88EA}"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52</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817199"/>
                                        </p:tgtEl>
                                        <p:attrNameLst>
                                          <p:attrName>style.visibility</p:attrName>
                                        </p:attrNameLst>
                                      </p:cBhvr>
                                      <p:to>
                                        <p:strVal val="visible"/>
                                      </p:to>
                                    </p:set>
                                    <p:animEffect transition="in" filter="checkerboard(across)">
                                      <p:cBhvr>
                                        <p:cTn id="7" dur="500"/>
                                        <p:tgtEl>
                                          <p:spTgt spid="817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7199"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8452C000-ACB8-FCF6-234A-A0E04B9664FB}"/>
              </a:ext>
            </a:extLst>
          </p:cNvPr>
          <p:cNvSpPr>
            <a:spLocks noGrp="1" noChangeArrowheads="1"/>
          </p:cNvSpPr>
          <p:nvPr>
            <p:ph type="title"/>
          </p:nvPr>
        </p:nvSpPr>
        <p:spPr/>
        <p:txBody>
          <a:bodyPr/>
          <a:lstStyle/>
          <a:p>
            <a:pPr eaLnBrk="1" hangingPunct="1"/>
            <a:r>
              <a:rPr lang="en-US" altLang="zh-CN"/>
              <a:t>NFA</a:t>
            </a:r>
            <a:r>
              <a:rPr lang="zh-CN" altLang="en-US"/>
              <a:t>和</a:t>
            </a:r>
            <a:r>
              <a:rPr lang="en-US" altLang="zh-CN"/>
              <a:t>DFA</a:t>
            </a:r>
            <a:r>
              <a:rPr lang="zh-CN" altLang="en-US"/>
              <a:t>的比较</a:t>
            </a:r>
          </a:p>
        </p:txBody>
      </p:sp>
      <p:sp>
        <p:nvSpPr>
          <p:cNvPr id="64515" name="Rectangle 3">
            <a:extLst>
              <a:ext uri="{FF2B5EF4-FFF2-40B4-BE49-F238E27FC236}">
                <a16:creationId xmlns:a16="http://schemas.microsoft.com/office/drawing/2014/main" id="{94A13B03-CDD5-37CF-4432-88ABD1E97D24}"/>
              </a:ext>
            </a:extLst>
          </p:cNvPr>
          <p:cNvSpPr>
            <a:spLocks noGrp="1" noChangeArrowheads="1"/>
          </p:cNvSpPr>
          <p:nvPr>
            <p:ph type="body" idx="1"/>
          </p:nvPr>
        </p:nvSpPr>
        <p:spPr>
          <a:xfrm>
            <a:off x="457200" y="1981200"/>
            <a:ext cx="8229600" cy="1231900"/>
          </a:xfrm>
        </p:spPr>
        <p:txBody>
          <a:bodyPr/>
          <a:lstStyle/>
          <a:p>
            <a:pPr eaLnBrk="1" hangingPunct="1">
              <a:lnSpc>
                <a:spcPct val="130000"/>
              </a:lnSpc>
              <a:buFont typeface="Wingdings" pitchFamily="2" charset="2"/>
              <a:buNone/>
            </a:pPr>
            <a:r>
              <a:rPr lang="zh-CN" altLang="en-US" sz="2400">
                <a:solidFill>
                  <a:srgbClr val="CC6600"/>
                </a:solidFill>
                <a:ea typeface="宋体" panose="02010600030101010101" pitchFamily="2" charset="-122"/>
              </a:rPr>
              <a:t>例</a:t>
            </a:r>
            <a:r>
              <a:rPr lang="en-US" altLang="zh-CN" sz="2400">
                <a:ea typeface="宋体" panose="02010600030101010101" pitchFamily="2" charset="-122"/>
              </a:rPr>
              <a:t>. </a:t>
            </a:r>
            <a:r>
              <a:rPr lang="zh-CN" altLang="en-US" sz="2400">
                <a:solidFill>
                  <a:srgbClr val="003399"/>
                </a:solidFill>
                <a:ea typeface="宋体" panose="02010600030101010101" pitchFamily="2" charset="-122"/>
              </a:rPr>
              <a:t>构造</a:t>
            </a:r>
            <a:r>
              <a:rPr lang="en-US" altLang="zh-CN" sz="2400">
                <a:solidFill>
                  <a:srgbClr val="003399"/>
                </a:solidFill>
                <a:ea typeface="宋体" panose="02010600030101010101" pitchFamily="2" charset="-122"/>
              </a:rPr>
              <a:t>NFA</a:t>
            </a:r>
            <a:r>
              <a:rPr lang="zh-CN" altLang="en-US" sz="2400">
                <a:solidFill>
                  <a:srgbClr val="003399"/>
                </a:solidFill>
                <a:ea typeface="宋体" panose="02010600030101010101" pitchFamily="2" charset="-122"/>
              </a:rPr>
              <a:t>，可识别</a:t>
            </a:r>
            <a:r>
              <a:rPr lang="en-US" altLang="zh-CN" sz="2400">
                <a:solidFill>
                  <a:srgbClr val="003399"/>
                </a:solidFill>
                <a:ea typeface="宋体" panose="02010600030101010101" pitchFamily="2" charset="-122"/>
              </a:rPr>
              <a:t>{0,1}</a:t>
            </a:r>
            <a:r>
              <a:rPr lang="zh-CN" altLang="en-US" sz="2400">
                <a:solidFill>
                  <a:srgbClr val="003399"/>
                </a:solidFill>
                <a:ea typeface="宋体" panose="02010600030101010101" pitchFamily="2" charset="-122"/>
              </a:rPr>
              <a:t>上的语言  </a:t>
            </a:r>
          </a:p>
          <a:p>
            <a:pPr eaLnBrk="1" hangingPunct="1">
              <a:lnSpc>
                <a:spcPct val="130000"/>
              </a:lnSpc>
              <a:buFont typeface="Wingdings" pitchFamily="2" charset="2"/>
              <a:buNone/>
            </a:pPr>
            <a:r>
              <a:rPr lang="zh-CN" altLang="en-US" sz="2400">
                <a:solidFill>
                  <a:srgbClr val="003399"/>
                </a:solidFill>
                <a:ea typeface="宋体" panose="02010600030101010101" pitchFamily="2" charset="-122"/>
              </a:rPr>
              <a:t>             </a:t>
            </a:r>
            <a:r>
              <a:rPr lang="en-US" altLang="zh-CN" sz="2400">
                <a:solidFill>
                  <a:srgbClr val="003399"/>
                </a:solidFill>
                <a:ea typeface="宋体" panose="02010600030101010101" pitchFamily="2" charset="-122"/>
              </a:rPr>
              <a:t>L={x000y | x,y</a:t>
            </a:r>
            <a:r>
              <a:rPr lang="ru-RU" altLang="zh-CN" sz="2400">
                <a:solidFill>
                  <a:srgbClr val="003399"/>
                </a:solidFill>
                <a:latin typeface="楷体_GB2312"/>
                <a:cs typeface="Times New Roman" panose="02020603050405020304" pitchFamily="18" charset="0"/>
              </a:rPr>
              <a:t>∈</a:t>
            </a:r>
            <a:r>
              <a:rPr lang="en-US" altLang="zh-CN" sz="2400">
                <a:solidFill>
                  <a:srgbClr val="003399"/>
                </a:solidFill>
                <a:latin typeface="楷体_GB2312"/>
                <a:ea typeface="宋体" panose="02010600030101010101" pitchFamily="2" charset="-122"/>
                <a:cs typeface="Times New Roman" panose="02020603050405020304" pitchFamily="18" charset="0"/>
              </a:rPr>
              <a:t>{0,1}</a:t>
            </a:r>
            <a:r>
              <a:rPr lang="en-US" altLang="zh-CN" sz="2400" baseline="30000">
                <a:solidFill>
                  <a:srgbClr val="003399"/>
                </a:solidFill>
                <a:latin typeface="楷体_GB2312"/>
                <a:ea typeface="宋体" panose="02010600030101010101" pitchFamily="2" charset="-122"/>
                <a:cs typeface="Times New Roman" panose="02020603050405020304" pitchFamily="18" charset="0"/>
              </a:rPr>
              <a:t>*</a:t>
            </a:r>
            <a:r>
              <a:rPr lang="en-US" altLang="zh-CN" sz="2400">
                <a:solidFill>
                  <a:srgbClr val="003399"/>
                </a:solidFill>
                <a:latin typeface="楷体_GB2312"/>
                <a:ea typeface="宋体" panose="02010600030101010101" pitchFamily="2" charset="-122"/>
                <a:cs typeface="Times New Roman" panose="02020603050405020304" pitchFamily="18" charset="0"/>
              </a:rPr>
              <a:t>}</a:t>
            </a:r>
            <a:r>
              <a:rPr lang="zh-CN" altLang="en-US" sz="2400">
                <a:solidFill>
                  <a:srgbClr val="003399"/>
                </a:solidFill>
                <a:ea typeface="宋体" panose="02010600030101010101" pitchFamily="2" charset="-122"/>
              </a:rPr>
              <a:t>。</a:t>
            </a:r>
          </a:p>
        </p:txBody>
      </p:sp>
      <p:sp>
        <p:nvSpPr>
          <p:cNvPr id="818180" name="Rectangle 4">
            <a:extLst>
              <a:ext uri="{FF2B5EF4-FFF2-40B4-BE49-F238E27FC236}">
                <a16:creationId xmlns:a16="http://schemas.microsoft.com/office/drawing/2014/main" id="{0A5FD554-8F1C-97FA-4B25-9375B83E3109}"/>
              </a:ext>
            </a:extLst>
          </p:cNvPr>
          <p:cNvSpPr>
            <a:spLocks noChangeArrowheads="1"/>
          </p:cNvSpPr>
          <p:nvPr/>
        </p:nvSpPr>
        <p:spPr bwMode="auto">
          <a:xfrm>
            <a:off x="458788" y="4221163"/>
            <a:ext cx="8229600"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lnSpc>
                <a:spcPct val="130000"/>
              </a:lnSpc>
              <a:buFont typeface="Wingdings" pitchFamily="2" charset="2"/>
              <a:buNone/>
            </a:pPr>
            <a:r>
              <a:rPr lang="en-US" altLang="zh-CN" sz="2400">
                <a:solidFill>
                  <a:srgbClr val="003399"/>
                </a:solidFill>
                <a:ea typeface="宋体" panose="02010600030101010101" pitchFamily="2" charset="-122"/>
              </a:rPr>
              <a:t>      </a:t>
            </a:r>
            <a:r>
              <a:rPr lang="zh-CN" altLang="en-US" sz="2400">
                <a:solidFill>
                  <a:srgbClr val="003399"/>
                </a:solidFill>
                <a:ea typeface="宋体" panose="02010600030101010101" pitchFamily="2" charset="-122"/>
              </a:rPr>
              <a:t>比较对应的</a:t>
            </a:r>
            <a:r>
              <a:rPr lang="en-US" altLang="zh-CN" sz="2400">
                <a:solidFill>
                  <a:srgbClr val="003399"/>
                </a:solidFill>
                <a:ea typeface="宋体" panose="02010600030101010101" pitchFamily="2" charset="-122"/>
              </a:rPr>
              <a:t>DFA</a:t>
            </a:r>
          </a:p>
        </p:txBody>
      </p:sp>
      <p:graphicFrame>
        <p:nvGraphicFramePr>
          <p:cNvPr id="818181" name="Object 5">
            <a:extLst>
              <a:ext uri="{FF2B5EF4-FFF2-40B4-BE49-F238E27FC236}">
                <a16:creationId xmlns:a16="http://schemas.microsoft.com/office/drawing/2014/main" id="{810CE812-566D-BC2F-BB27-1704DF2CECBC}"/>
              </a:ext>
            </a:extLst>
          </p:cNvPr>
          <p:cNvGraphicFramePr>
            <a:graphicFrameLocks noChangeAspect="1"/>
          </p:cNvGraphicFramePr>
          <p:nvPr/>
        </p:nvGraphicFramePr>
        <p:xfrm>
          <a:off x="2044700" y="3213100"/>
          <a:ext cx="4040188" cy="1331913"/>
        </p:xfrm>
        <a:graphic>
          <a:graphicData uri="http://schemas.openxmlformats.org/presentationml/2006/ole">
            <mc:AlternateContent xmlns:mc="http://schemas.openxmlformats.org/markup-compatibility/2006">
              <mc:Choice xmlns:v="urn:schemas-microsoft-com:vml" Requires="v">
                <p:oleObj name="Visio" r:id="rId2" imgW="10515600" imgH="4330700" progId="Visio.Drawing.11">
                  <p:embed/>
                </p:oleObj>
              </mc:Choice>
              <mc:Fallback>
                <p:oleObj name="Visio" r:id="rId2" imgW="10515600" imgH="4330700" progId="Visio.Drawing.11">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4700" y="3213100"/>
                        <a:ext cx="4040188" cy="133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8182" name="Object 6">
            <a:extLst>
              <a:ext uri="{FF2B5EF4-FFF2-40B4-BE49-F238E27FC236}">
                <a16:creationId xmlns:a16="http://schemas.microsoft.com/office/drawing/2014/main" id="{32FF95C5-E6A7-F724-F30C-75A965FA4BF7}"/>
              </a:ext>
            </a:extLst>
          </p:cNvPr>
          <p:cNvGraphicFramePr>
            <a:graphicFrameLocks noChangeAspect="1"/>
          </p:cNvGraphicFramePr>
          <p:nvPr/>
        </p:nvGraphicFramePr>
        <p:xfrm>
          <a:off x="2124075" y="4797425"/>
          <a:ext cx="4191000" cy="1722438"/>
        </p:xfrm>
        <a:graphic>
          <a:graphicData uri="http://schemas.openxmlformats.org/presentationml/2006/ole">
            <mc:AlternateContent xmlns:mc="http://schemas.openxmlformats.org/markup-compatibility/2006">
              <mc:Choice xmlns:v="urn:schemas-microsoft-com:vml" Requires="v">
                <p:oleObj name="Visio" r:id="rId4" imgW="10515600" imgH="4330700" progId="Visio.Drawing.11">
                  <p:embed/>
                </p:oleObj>
              </mc:Choice>
              <mc:Fallback>
                <p:oleObj name="Visio" r:id="rId4" imgW="10515600" imgH="4330700" progId="Visio.Drawing.11">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4075" y="4797425"/>
                        <a:ext cx="4191000" cy="172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4519" name="灯片编号占位符 6">
            <a:extLst>
              <a:ext uri="{FF2B5EF4-FFF2-40B4-BE49-F238E27FC236}">
                <a16:creationId xmlns:a16="http://schemas.microsoft.com/office/drawing/2014/main" id="{2384ADB9-6CF7-1648-DB5E-F8DEDDAC3CF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C816AB0E-CEA0-E443-A88C-95EEB7DCDE67}"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53</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818181"/>
                                        </p:tgtEl>
                                        <p:attrNameLst>
                                          <p:attrName>style.visibility</p:attrName>
                                        </p:attrNameLst>
                                      </p:cBhvr>
                                      <p:to>
                                        <p:strVal val="visible"/>
                                      </p:to>
                                    </p:set>
                                    <p:anim calcmode="lin" valueType="num">
                                      <p:cBhvr>
                                        <p:cTn id="7" dur="500" fill="hold"/>
                                        <p:tgtEl>
                                          <p:spTgt spid="818181"/>
                                        </p:tgtEl>
                                        <p:attrNameLst>
                                          <p:attrName>ppt_w</p:attrName>
                                        </p:attrNameLst>
                                      </p:cBhvr>
                                      <p:tavLst>
                                        <p:tav tm="0">
                                          <p:val>
                                            <p:fltVal val="0"/>
                                          </p:val>
                                        </p:tav>
                                        <p:tav tm="100000">
                                          <p:val>
                                            <p:strVal val="#ppt_w"/>
                                          </p:val>
                                        </p:tav>
                                      </p:tavLst>
                                    </p:anim>
                                    <p:anim calcmode="lin" valueType="num">
                                      <p:cBhvr>
                                        <p:cTn id="8" dur="500" fill="hold"/>
                                        <p:tgtEl>
                                          <p:spTgt spid="818181"/>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4" fill="hold" nodeType="clickEffect">
                                  <p:stCondLst>
                                    <p:cond delay="0"/>
                                  </p:stCondLst>
                                  <p:childTnLst>
                                    <p:set>
                                      <p:cBhvr>
                                        <p:cTn id="12" dur="1" fill="hold">
                                          <p:stCondLst>
                                            <p:cond delay="0"/>
                                          </p:stCondLst>
                                        </p:cTn>
                                        <p:tgtEl>
                                          <p:spTgt spid="818180"/>
                                        </p:tgtEl>
                                        <p:attrNameLst>
                                          <p:attrName>style.visibility</p:attrName>
                                        </p:attrNameLst>
                                      </p:cBhvr>
                                      <p:to>
                                        <p:strVal val="visible"/>
                                      </p:to>
                                    </p:set>
                                    <p:animEffect transition="in" filter="wipe(down)">
                                      <p:cBhvr>
                                        <p:cTn id="13" dur="500"/>
                                        <p:tgtEl>
                                          <p:spTgt spid="81818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8181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8180"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352A7000-AC39-CAFC-85AF-97206155085C}"/>
              </a:ext>
            </a:extLst>
          </p:cNvPr>
          <p:cNvSpPr>
            <a:spLocks noGrp="1" noChangeArrowheads="1"/>
          </p:cNvSpPr>
          <p:nvPr>
            <p:ph type="title"/>
          </p:nvPr>
        </p:nvSpPr>
        <p:spPr/>
        <p:txBody>
          <a:bodyPr/>
          <a:lstStyle/>
          <a:p>
            <a:pPr eaLnBrk="1" hangingPunct="1"/>
            <a:r>
              <a:rPr lang="en-US" altLang="zh-CN"/>
              <a:t>NFA</a:t>
            </a:r>
            <a:r>
              <a:rPr lang="zh-CN" altLang="en-US"/>
              <a:t>和</a:t>
            </a:r>
            <a:r>
              <a:rPr lang="en-US" altLang="zh-CN"/>
              <a:t>DFA</a:t>
            </a:r>
            <a:r>
              <a:rPr lang="zh-CN" altLang="en-US"/>
              <a:t>的比较</a:t>
            </a:r>
          </a:p>
        </p:txBody>
      </p:sp>
      <p:sp>
        <p:nvSpPr>
          <p:cNvPr id="819203" name="Rectangle 3">
            <a:extLst>
              <a:ext uri="{FF2B5EF4-FFF2-40B4-BE49-F238E27FC236}">
                <a16:creationId xmlns:a16="http://schemas.microsoft.com/office/drawing/2014/main" id="{9482850E-678E-EE89-3C01-9F47F3BFAF02}"/>
              </a:ext>
            </a:extLst>
          </p:cNvPr>
          <p:cNvSpPr>
            <a:spLocks noGrp="1" noChangeArrowheads="1"/>
          </p:cNvSpPr>
          <p:nvPr>
            <p:ph type="body" idx="1"/>
          </p:nvPr>
        </p:nvSpPr>
        <p:spPr/>
        <p:txBody>
          <a:bodyPr/>
          <a:lstStyle/>
          <a:p>
            <a:pPr eaLnBrk="1" hangingPunct="1">
              <a:lnSpc>
                <a:spcPct val="120000"/>
              </a:lnSpc>
            </a:pPr>
            <a:r>
              <a:rPr lang="zh-CN" altLang="en-US" sz="2400">
                <a:ea typeface="宋体" panose="02010600030101010101" pitchFamily="2" charset="-122"/>
              </a:rPr>
              <a:t>输入字母</a:t>
            </a:r>
          </a:p>
          <a:p>
            <a:pPr lvl="1" eaLnBrk="1" hangingPunct="1">
              <a:lnSpc>
                <a:spcPct val="120000"/>
              </a:lnSpc>
            </a:pPr>
            <a:r>
              <a:rPr lang="en-US" altLang="zh-CN" sz="2000">
                <a:ea typeface="宋体" panose="02010600030101010101" pitchFamily="2" charset="-122"/>
              </a:rPr>
              <a:t>DFA</a:t>
            </a:r>
            <a:r>
              <a:rPr lang="zh-CN" altLang="en-US" sz="2000">
                <a:ea typeface="宋体" panose="02010600030101010101" pitchFamily="2" charset="-122"/>
              </a:rPr>
              <a:t>的每一个状态对于字母表中的每一个符号都有一个转移函数。</a:t>
            </a:r>
          </a:p>
          <a:p>
            <a:pPr lvl="1" eaLnBrk="1" hangingPunct="1">
              <a:lnSpc>
                <a:spcPct val="120000"/>
              </a:lnSpc>
            </a:pPr>
            <a:r>
              <a:rPr lang="zh-CN" altLang="en-US" sz="2000">
                <a:ea typeface="宋体" panose="02010600030101010101" pitchFamily="2" charset="-122"/>
              </a:rPr>
              <a:t>在</a:t>
            </a:r>
            <a:r>
              <a:rPr lang="en-US" altLang="zh-CN" sz="2000">
                <a:ea typeface="宋体" panose="02010600030101010101" pitchFamily="2" charset="-122"/>
              </a:rPr>
              <a:t>NFA</a:t>
            </a:r>
            <a:r>
              <a:rPr lang="zh-CN" altLang="en-US" sz="2000">
                <a:ea typeface="宋体" panose="02010600030101010101" pitchFamily="2" charset="-122"/>
              </a:rPr>
              <a:t>中，一个状态对于字母表中的每一个符号可能不存在转移函数或者存在空转换。</a:t>
            </a:r>
          </a:p>
          <a:p>
            <a:pPr eaLnBrk="1" hangingPunct="1">
              <a:lnSpc>
                <a:spcPct val="120000"/>
              </a:lnSpc>
            </a:pPr>
            <a:r>
              <a:rPr lang="zh-CN" altLang="en-US" sz="2400">
                <a:ea typeface="宋体" panose="02010600030101010101" pitchFamily="2" charset="-122"/>
              </a:rPr>
              <a:t>转移状态</a:t>
            </a:r>
          </a:p>
          <a:p>
            <a:pPr lvl="1" eaLnBrk="1" hangingPunct="1">
              <a:lnSpc>
                <a:spcPct val="120000"/>
              </a:lnSpc>
            </a:pPr>
            <a:r>
              <a:rPr lang="en-US" altLang="zh-CN" sz="2000">
                <a:ea typeface="宋体" panose="02010600030101010101" pitchFamily="2" charset="-122"/>
              </a:rPr>
              <a:t>DFA</a:t>
            </a:r>
            <a:r>
              <a:rPr lang="zh-CN" altLang="en-US" sz="2000">
                <a:ea typeface="宋体" panose="02010600030101010101" pitchFamily="2" charset="-122"/>
              </a:rPr>
              <a:t>中的下一状态是确定的，即唯一的</a:t>
            </a:r>
          </a:p>
          <a:p>
            <a:pPr lvl="1" eaLnBrk="1" hangingPunct="1">
              <a:lnSpc>
                <a:spcPct val="120000"/>
              </a:lnSpc>
            </a:pPr>
            <a:r>
              <a:rPr lang="en-US" altLang="zh-CN" sz="2000">
                <a:ea typeface="宋体" panose="02010600030101010101" pitchFamily="2" charset="-122"/>
              </a:rPr>
              <a:t>NFA</a:t>
            </a:r>
            <a:r>
              <a:rPr lang="zh-CN" altLang="en-US" sz="2000">
                <a:ea typeface="宋体" panose="02010600030101010101" pitchFamily="2" charset="-122"/>
              </a:rPr>
              <a:t>中的下一状态是不确定的，可能存在多个转移状态。</a:t>
            </a:r>
          </a:p>
        </p:txBody>
      </p:sp>
      <p:sp>
        <p:nvSpPr>
          <p:cNvPr id="65540" name="灯片编号占位符 3">
            <a:extLst>
              <a:ext uri="{FF2B5EF4-FFF2-40B4-BE49-F238E27FC236}">
                <a16:creationId xmlns:a16="http://schemas.microsoft.com/office/drawing/2014/main" id="{815C5C72-873D-B619-72A5-FCCB5D8B247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E2D5E392-9EB2-0B44-8AB3-1DC69B33E1D6}"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54</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19203">
                                            <p:txEl>
                                              <p:pRg st="1" end="1"/>
                                            </p:txEl>
                                          </p:spTgt>
                                        </p:tgtEl>
                                        <p:attrNameLst>
                                          <p:attrName>style.visibility</p:attrName>
                                        </p:attrNameLst>
                                      </p:cBhvr>
                                      <p:to>
                                        <p:strVal val="visible"/>
                                      </p:to>
                                    </p:set>
                                    <p:animEffect transition="in" filter="wipe(left)">
                                      <p:cBhvr>
                                        <p:cTn id="7" dur="500"/>
                                        <p:tgtEl>
                                          <p:spTgt spid="819203">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819203">
                                            <p:txEl>
                                              <p:pRg st="2" end="2"/>
                                            </p:txEl>
                                          </p:spTgt>
                                        </p:tgtEl>
                                        <p:attrNameLst>
                                          <p:attrName>style.visibility</p:attrName>
                                        </p:attrNameLst>
                                      </p:cBhvr>
                                      <p:to>
                                        <p:strVal val="visible"/>
                                      </p:to>
                                    </p:set>
                                    <p:animEffect transition="in" filter="wipe(left)">
                                      <p:cBhvr>
                                        <p:cTn id="10" dur="500"/>
                                        <p:tgtEl>
                                          <p:spTgt spid="819203">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819203">
                                            <p:txEl>
                                              <p:pRg st="4" end="4"/>
                                            </p:txEl>
                                          </p:spTgt>
                                        </p:tgtEl>
                                        <p:attrNameLst>
                                          <p:attrName>style.visibility</p:attrName>
                                        </p:attrNameLst>
                                      </p:cBhvr>
                                      <p:to>
                                        <p:strVal val="visible"/>
                                      </p:to>
                                    </p:set>
                                    <p:animEffect transition="in" filter="wipe(left)">
                                      <p:cBhvr>
                                        <p:cTn id="15" dur="500"/>
                                        <p:tgtEl>
                                          <p:spTgt spid="819203">
                                            <p:txEl>
                                              <p:pRg st="4" end="4"/>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819203">
                                            <p:txEl>
                                              <p:pRg st="5" end="5"/>
                                            </p:txEl>
                                          </p:spTgt>
                                        </p:tgtEl>
                                        <p:attrNameLst>
                                          <p:attrName>style.visibility</p:attrName>
                                        </p:attrNameLst>
                                      </p:cBhvr>
                                      <p:to>
                                        <p:strVal val="visible"/>
                                      </p:to>
                                    </p:set>
                                    <p:animEffect transition="in" filter="wipe(left)">
                                      <p:cBhvr>
                                        <p:cTn id="18" dur="500"/>
                                        <p:tgtEl>
                                          <p:spTgt spid="81920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768F1D0D-BAAA-2833-01BD-77A9B6238AB8}"/>
              </a:ext>
            </a:extLst>
          </p:cNvPr>
          <p:cNvSpPr>
            <a:spLocks noGrp="1" noChangeArrowheads="1"/>
          </p:cNvSpPr>
          <p:nvPr>
            <p:ph type="title"/>
          </p:nvPr>
        </p:nvSpPr>
        <p:spPr/>
        <p:txBody>
          <a:bodyPr/>
          <a:lstStyle/>
          <a:p>
            <a:pPr eaLnBrk="1" hangingPunct="1"/>
            <a:r>
              <a:rPr lang="en" altLang="zh-CN" noProof="1"/>
              <a:t>NFA</a:t>
            </a:r>
            <a:r>
              <a:rPr lang="zh-CN" altLang="en-US" noProof="1"/>
              <a:t>的状态转移函数</a:t>
            </a:r>
            <a:endParaRPr lang="zh-CN" altLang="en-US"/>
          </a:p>
        </p:txBody>
      </p:sp>
      <p:sp>
        <p:nvSpPr>
          <p:cNvPr id="66563" name="Rectangle 3">
            <a:extLst>
              <a:ext uri="{FF2B5EF4-FFF2-40B4-BE49-F238E27FC236}">
                <a16:creationId xmlns:a16="http://schemas.microsoft.com/office/drawing/2014/main" id="{ED69821B-E051-E82B-D6FC-C4A2A08EB989}"/>
              </a:ext>
            </a:extLst>
          </p:cNvPr>
          <p:cNvSpPr>
            <a:spLocks noGrp="1" noChangeArrowheads="1"/>
          </p:cNvSpPr>
          <p:nvPr>
            <p:ph type="body" idx="1"/>
          </p:nvPr>
        </p:nvSpPr>
        <p:spPr/>
        <p:txBody>
          <a:bodyPr/>
          <a:lstStyle/>
          <a:p>
            <a:pPr eaLnBrk="1" hangingPunct="1">
              <a:lnSpc>
                <a:spcPct val="120000"/>
              </a:lnSpc>
            </a:pPr>
            <a:r>
              <a:rPr lang="zh-CN" altLang="en-US" sz="2000">
                <a:ea typeface="宋体" panose="02010600030101010101" pitchFamily="2" charset="-122"/>
              </a:rPr>
              <a:t>与 </a:t>
            </a:r>
            <a:r>
              <a:rPr lang="en-US" altLang="zh-CN" sz="2000">
                <a:ea typeface="宋体" panose="02010600030101010101" pitchFamily="2" charset="-122"/>
              </a:rPr>
              <a:t>DFA</a:t>
            </a:r>
            <a:r>
              <a:rPr lang="en-US" altLang="zh-CN" sz="2000" i="1">
                <a:ea typeface="宋体" panose="02010600030101010101" pitchFamily="2" charset="-122"/>
              </a:rPr>
              <a:t> </a:t>
            </a:r>
            <a:r>
              <a:rPr lang="zh-CN" altLang="en-US" sz="2000">
                <a:ea typeface="宋体" panose="02010600030101010101" pitchFamily="2" charset="-122"/>
              </a:rPr>
              <a:t>不同之处 </a:t>
            </a:r>
            <a:r>
              <a:rPr lang="el-GR" altLang="zh-CN" sz="2000" noProof="1"/>
              <a:t>δ</a:t>
            </a:r>
            <a:r>
              <a:rPr lang="zh-CN" altLang="en-US" sz="2000">
                <a:ea typeface="宋体" panose="02010600030101010101" pitchFamily="2" charset="-122"/>
              </a:rPr>
              <a:t>：</a:t>
            </a:r>
            <a:r>
              <a:rPr lang="en-US" altLang="zh-CN" sz="2000">
                <a:ea typeface="宋体" panose="02010600030101010101" pitchFamily="2" charset="-122"/>
              </a:rPr>
              <a:t>S×</a:t>
            </a:r>
            <a:r>
              <a:rPr lang="el-GR" altLang="zh-CN" sz="2000">
                <a:cs typeface="Arial" panose="020B0604020202020204" pitchFamily="34" charset="0"/>
              </a:rPr>
              <a:t>Σ</a:t>
            </a:r>
            <a:r>
              <a:rPr lang="en-US" altLang="zh-CN" sz="2000">
                <a:ea typeface="宋体" panose="02010600030101010101" pitchFamily="2" charset="-122"/>
              </a:rPr>
              <a:t> </a:t>
            </a:r>
            <a:r>
              <a:rPr lang="en-US" altLang="en-US" sz="2000" noProof="1">
                <a:sym typeface="Wingdings" pitchFamily="2" charset="2"/>
              </a:rPr>
              <a:t></a:t>
            </a:r>
            <a:r>
              <a:rPr lang="en-US" altLang="zh-CN" sz="2000">
                <a:ea typeface="宋体" panose="02010600030101010101" pitchFamily="2" charset="-122"/>
              </a:rPr>
              <a:t> </a:t>
            </a:r>
            <a:r>
              <a:rPr lang="en-US" altLang="zh-CN" sz="2400" noProof="1">
                <a:solidFill>
                  <a:srgbClr val="333399"/>
                </a:solidFill>
              </a:rPr>
              <a:t>2</a:t>
            </a:r>
            <a:r>
              <a:rPr lang="en-US" altLang="zh-CN" sz="2400" baseline="30000">
                <a:solidFill>
                  <a:srgbClr val="333399"/>
                </a:solidFill>
                <a:ea typeface="宋体" panose="02010600030101010101" pitchFamily="2" charset="-122"/>
              </a:rPr>
              <a:t>S</a:t>
            </a:r>
            <a:r>
              <a:rPr lang="en-US" altLang="en-US" sz="2000" noProof="1"/>
              <a:t> </a:t>
            </a:r>
            <a:endParaRPr lang="en-US" altLang="zh-CN" sz="2000">
              <a:ea typeface="宋体" panose="02010600030101010101" pitchFamily="2" charset="-122"/>
            </a:endParaRPr>
          </a:p>
          <a:p>
            <a:pPr eaLnBrk="1" hangingPunct="1">
              <a:lnSpc>
                <a:spcPct val="120000"/>
              </a:lnSpc>
            </a:pPr>
            <a:r>
              <a:rPr lang="zh-CN" altLang="en-US" sz="2000" noProof="1"/>
              <a:t>同样</a:t>
            </a:r>
            <a:r>
              <a:rPr lang="en-US" altLang="en-US" sz="2000"/>
              <a:t>, </a:t>
            </a:r>
            <a:r>
              <a:rPr lang="el-GR" altLang="zh-CN" sz="2000" noProof="1"/>
              <a:t>δ</a:t>
            </a:r>
            <a:r>
              <a:rPr lang="zh-CN" altLang="en-US" sz="2000" noProof="1"/>
              <a:t>可扩展为</a:t>
            </a:r>
            <a:r>
              <a:rPr lang="el-GR" altLang="zh-CN" sz="2000" noProof="1"/>
              <a:t>δ</a:t>
            </a:r>
            <a:r>
              <a:rPr lang="en-US" altLang="zh-CN" sz="2000">
                <a:ea typeface="宋体" panose="02010600030101010101" pitchFamily="2" charset="-122"/>
                <a:sym typeface="Symbol" pitchFamily="2" charset="2"/>
              </a:rPr>
              <a:t></a:t>
            </a:r>
            <a:r>
              <a:rPr lang="en-US" altLang="zh-CN" sz="2000">
                <a:ea typeface="宋体" panose="02010600030101010101" pitchFamily="2" charset="-122"/>
              </a:rPr>
              <a:t> </a:t>
            </a:r>
            <a:r>
              <a:rPr lang="en-US" altLang="zh-CN" sz="2000" noProof="1"/>
              <a:t>(</a:t>
            </a:r>
            <a:r>
              <a:rPr lang="en-US" altLang="zh-CN" sz="2000">
                <a:ea typeface="宋体" panose="02010600030101010101" pitchFamily="2" charset="-122"/>
              </a:rPr>
              <a:t> </a:t>
            </a:r>
            <a:r>
              <a:rPr lang="en-US" altLang="zh-CN" sz="2000">
                <a:ea typeface="宋体" panose="02010600030101010101" pitchFamily="2" charset="-122"/>
                <a:sym typeface="Symbol" pitchFamily="2" charset="2"/>
              </a:rPr>
              <a:t>: </a:t>
            </a:r>
            <a:r>
              <a:rPr lang="en-US" altLang="zh-CN" sz="2000">
                <a:ea typeface="宋体" panose="02010600030101010101" pitchFamily="2" charset="-122"/>
              </a:rPr>
              <a:t>S×</a:t>
            </a:r>
            <a:r>
              <a:rPr lang="el-GR" altLang="zh-CN" sz="2000">
                <a:cs typeface="Arial" panose="020B0604020202020204" pitchFamily="34" charset="0"/>
              </a:rPr>
              <a:t>Σ</a:t>
            </a:r>
            <a:r>
              <a:rPr lang="en-US" altLang="zh-CN" sz="2000">
                <a:ea typeface="宋体" panose="02010600030101010101" pitchFamily="2" charset="-122"/>
                <a:sym typeface="Symbol" pitchFamily="2" charset="2"/>
              </a:rPr>
              <a:t>*  </a:t>
            </a:r>
            <a:r>
              <a:rPr lang="en-US" altLang="zh-CN" sz="2400" noProof="1">
                <a:solidFill>
                  <a:srgbClr val="333399"/>
                </a:solidFill>
              </a:rPr>
              <a:t>2</a:t>
            </a:r>
            <a:r>
              <a:rPr lang="en-US" altLang="zh-CN" sz="2400" baseline="30000">
                <a:solidFill>
                  <a:srgbClr val="333399"/>
                </a:solidFill>
                <a:ea typeface="宋体" panose="02010600030101010101" pitchFamily="2" charset="-122"/>
              </a:rPr>
              <a:t>S</a:t>
            </a:r>
            <a:r>
              <a:rPr lang="en-US" altLang="en-US" sz="2000" noProof="1"/>
              <a:t>)</a:t>
            </a:r>
            <a:endParaRPr lang="en-US" altLang="zh-CN" sz="2000">
              <a:ea typeface="宋体" panose="02010600030101010101" pitchFamily="2" charset="-122"/>
            </a:endParaRPr>
          </a:p>
          <a:p>
            <a:pPr lvl="1" eaLnBrk="1" hangingPunct="1">
              <a:lnSpc>
                <a:spcPct val="120000"/>
              </a:lnSpc>
              <a:buFont typeface="Wingdings" pitchFamily="2" charset="2"/>
              <a:buNone/>
            </a:pPr>
            <a:r>
              <a:rPr lang="en-US" altLang="en-US" sz="1800" noProof="1"/>
              <a:t>1.</a:t>
            </a:r>
            <a:r>
              <a:rPr lang="el-GR" altLang="zh-CN" sz="1800" noProof="1"/>
              <a:t>δ'(</a:t>
            </a:r>
            <a:r>
              <a:rPr lang="en-US" altLang="zh-CN" sz="1800">
                <a:ea typeface="宋体" panose="02010600030101010101" pitchFamily="2" charset="-122"/>
              </a:rPr>
              <a:t>s</a:t>
            </a:r>
            <a:r>
              <a:rPr lang="en-US" altLang="zh-CN" sz="1800" noProof="1"/>
              <a:t>, </a:t>
            </a:r>
            <a:r>
              <a:rPr lang="en-US" altLang="zh-CN" sz="1800">
                <a:ea typeface="宋体" panose="02010600030101010101" pitchFamily="2" charset="-122"/>
              </a:rPr>
              <a:t>ε</a:t>
            </a:r>
            <a:r>
              <a:rPr lang="en-US" altLang="zh-CN" sz="1800" noProof="1"/>
              <a:t>)</a:t>
            </a:r>
            <a:r>
              <a:rPr lang="en-US" altLang="zh-CN" sz="1800">
                <a:ea typeface="宋体" panose="02010600030101010101" pitchFamily="2" charset="-122"/>
              </a:rPr>
              <a:t> </a:t>
            </a:r>
            <a:r>
              <a:rPr lang="en-US" altLang="zh-CN" sz="1800" noProof="1"/>
              <a:t>=</a:t>
            </a:r>
            <a:r>
              <a:rPr lang="en-US" altLang="zh-CN" sz="1800">
                <a:ea typeface="宋体" panose="02010600030101010101" pitchFamily="2" charset="-122"/>
              </a:rPr>
              <a:t> </a:t>
            </a:r>
            <a:r>
              <a:rPr lang="en-US" altLang="zh-CN" sz="1800" noProof="1"/>
              <a:t>{</a:t>
            </a:r>
            <a:r>
              <a:rPr lang="en-US" altLang="zh-CN" sz="1800">
                <a:ea typeface="宋体" panose="02010600030101010101" pitchFamily="2" charset="-122"/>
              </a:rPr>
              <a:t>s</a:t>
            </a:r>
            <a:r>
              <a:rPr lang="en-US" altLang="zh-CN" sz="1800" noProof="1"/>
              <a:t>}</a:t>
            </a:r>
            <a:endParaRPr lang="en-US" altLang="zh-CN" sz="1800">
              <a:ea typeface="宋体" panose="02010600030101010101" pitchFamily="2" charset="-122"/>
            </a:endParaRPr>
          </a:p>
          <a:p>
            <a:pPr lvl="1" eaLnBrk="1" hangingPunct="1">
              <a:lnSpc>
                <a:spcPct val="120000"/>
              </a:lnSpc>
              <a:buFont typeface="Wingdings" pitchFamily="2" charset="2"/>
              <a:buNone/>
            </a:pPr>
            <a:r>
              <a:rPr lang="en-US" altLang="en-US" sz="1800" noProof="1"/>
              <a:t>2.</a:t>
            </a:r>
            <a:r>
              <a:rPr lang="el-GR" altLang="zh-CN" sz="1800" noProof="1"/>
              <a:t>δ'(</a:t>
            </a:r>
            <a:r>
              <a:rPr lang="en-US" altLang="zh-CN" sz="1800">
                <a:ea typeface="宋体" panose="02010600030101010101" pitchFamily="2" charset="-122"/>
              </a:rPr>
              <a:t>s</a:t>
            </a:r>
            <a:r>
              <a:rPr lang="en-US" altLang="zh-CN" sz="1800" noProof="1"/>
              <a:t>,</a:t>
            </a:r>
            <a:r>
              <a:rPr lang="el-GR" altLang="zh-CN" sz="1800" noProof="1"/>
              <a:t>ω</a:t>
            </a:r>
            <a:r>
              <a:rPr lang="en" altLang="zh-CN" sz="1800" noProof="1"/>
              <a:t>a)={p|</a:t>
            </a:r>
            <a:r>
              <a:rPr lang="zh-CN" altLang="en-US" sz="1800" noProof="1"/>
              <a:t>存在</a:t>
            </a:r>
            <a:r>
              <a:rPr lang="en" altLang="zh-CN" sz="1800" noProof="1"/>
              <a:t>r∈</a:t>
            </a:r>
            <a:r>
              <a:rPr lang="el-GR" altLang="zh-CN" sz="1800" noProof="1"/>
              <a:t>δ'(</a:t>
            </a:r>
            <a:r>
              <a:rPr lang="en-US" altLang="zh-CN" sz="1800">
                <a:ea typeface="宋体" panose="02010600030101010101" pitchFamily="2" charset="-122"/>
              </a:rPr>
              <a:t>s</a:t>
            </a:r>
            <a:r>
              <a:rPr lang="en-US" altLang="zh-CN" sz="1800" noProof="1"/>
              <a:t>,</a:t>
            </a:r>
            <a:r>
              <a:rPr lang="el-GR" altLang="zh-CN" sz="1800" noProof="1"/>
              <a:t>ω)∧</a:t>
            </a:r>
            <a:r>
              <a:rPr lang="en" altLang="zh-CN" sz="1800" noProof="1"/>
              <a:t>p∈</a:t>
            </a:r>
            <a:r>
              <a:rPr lang="el-GR" altLang="zh-CN" sz="1800" noProof="1"/>
              <a:t>δ</a:t>
            </a:r>
            <a:r>
              <a:rPr lang="en" altLang="zh-CN" sz="1800" noProof="1"/>
              <a:t>(r,a)}</a:t>
            </a:r>
            <a:endParaRPr lang="en-US" altLang="zh-CN" sz="1800">
              <a:ea typeface="宋体" panose="02010600030101010101" pitchFamily="2" charset="-122"/>
            </a:endParaRPr>
          </a:p>
          <a:p>
            <a:pPr lvl="1" eaLnBrk="1" hangingPunct="1">
              <a:lnSpc>
                <a:spcPct val="120000"/>
              </a:lnSpc>
            </a:pPr>
            <a:r>
              <a:rPr lang="zh-CN" altLang="en-US" sz="1800" noProof="1"/>
              <a:t>含义</a:t>
            </a:r>
            <a:r>
              <a:rPr lang="zh-CN" altLang="en-US" sz="1600" noProof="1"/>
              <a:t>:</a:t>
            </a:r>
            <a:r>
              <a:rPr lang="el-GR" altLang="zh-CN" sz="1800" noProof="1"/>
              <a:t>δ‘(</a:t>
            </a:r>
            <a:r>
              <a:rPr lang="en-US" altLang="zh-CN" sz="1800">
                <a:ea typeface="宋体" panose="02010600030101010101" pitchFamily="2" charset="-122"/>
              </a:rPr>
              <a:t>s</a:t>
            </a:r>
            <a:r>
              <a:rPr lang="en-US" altLang="zh-CN" sz="1800" noProof="1"/>
              <a:t>,</a:t>
            </a:r>
            <a:r>
              <a:rPr lang="el-GR" altLang="zh-CN" sz="1800" noProof="1"/>
              <a:t>ω</a:t>
            </a:r>
            <a:r>
              <a:rPr lang="en" altLang="zh-CN" sz="1800" noProof="1"/>
              <a:t>a)</a:t>
            </a:r>
            <a:r>
              <a:rPr lang="zh-CN" altLang="en-US" sz="1800" noProof="1"/>
              <a:t>对应的状态集合是</a:t>
            </a:r>
            <a:r>
              <a:rPr lang="el-GR" altLang="zh-CN" sz="1800" noProof="1"/>
              <a:t>δ’(</a:t>
            </a:r>
            <a:r>
              <a:rPr lang="en-US" altLang="zh-CN" sz="1800">
                <a:ea typeface="宋体" panose="02010600030101010101" pitchFamily="2" charset="-122"/>
              </a:rPr>
              <a:t>s</a:t>
            </a:r>
            <a:r>
              <a:rPr lang="en-US" altLang="zh-CN" sz="1800" noProof="1"/>
              <a:t>,</a:t>
            </a:r>
            <a:r>
              <a:rPr lang="el-GR" altLang="zh-CN" sz="1800" noProof="1"/>
              <a:t>ω)</a:t>
            </a:r>
            <a:r>
              <a:rPr lang="zh-CN" altLang="en-US" sz="1800" noProof="1"/>
              <a:t>对应的每个状态</a:t>
            </a:r>
            <a:r>
              <a:rPr lang="zh-CN" altLang="zh-CN" sz="1800">
                <a:ea typeface="宋体" panose="02010600030101010101" pitchFamily="2" charset="-122"/>
              </a:rPr>
              <a:t>下，再</a:t>
            </a:r>
            <a:r>
              <a:rPr lang="en-US" altLang="zh-CN" sz="1800">
                <a:ea typeface="宋体" panose="02010600030101010101" pitchFamily="2" charset="-122"/>
              </a:rPr>
              <a:t>接收字符</a:t>
            </a:r>
            <a:r>
              <a:rPr lang="en-US" altLang="zh-CN" sz="1800" noProof="1"/>
              <a:t>a</a:t>
            </a:r>
            <a:r>
              <a:rPr lang="zh-CN" altLang="en-US" sz="1800" noProof="1"/>
              <a:t>以后可能到达的状态集合的并集.</a:t>
            </a:r>
            <a:r>
              <a:rPr lang="en-US" altLang="en-US" sz="1800"/>
              <a:t> </a:t>
            </a:r>
            <a:r>
              <a:rPr lang="zh-CN" altLang="en-US" sz="1800">
                <a:ea typeface="宋体" panose="02010600030101010101" pitchFamily="2" charset="-122"/>
              </a:rPr>
              <a:t>即</a:t>
            </a:r>
          </a:p>
          <a:p>
            <a:pPr lvl="1" eaLnBrk="1" hangingPunct="1">
              <a:lnSpc>
                <a:spcPct val="120000"/>
              </a:lnSpc>
              <a:buFont typeface="Wingdings" pitchFamily="2" charset="2"/>
              <a:buNone/>
            </a:pPr>
            <a:r>
              <a:rPr lang="zh-CN" altLang="en-US" sz="1800">
                <a:ea typeface="宋体" panose="02010600030101010101" pitchFamily="2" charset="-122"/>
              </a:rPr>
              <a:t>               若 </a:t>
            </a:r>
            <a:r>
              <a:rPr lang="zh-CN" altLang="en-US" sz="1800">
                <a:ea typeface="宋体" panose="02010600030101010101" pitchFamily="2" charset="-122"/>
                <a:sym typeface="Symbol" pitchFamily="2" charset="2"/>
              </a:rPr>
              <a:t> </a:t>
            </a:r>
            <a:r>
              <a:rPr lang="en-US" altLang="zh-CN" sz="1800">
                <a:ea typeface="宋体" panose="02010600030101010101" pitchFamily="2" charset="-122"/>
                <a:sym typeface="Symbol" pitchFamily="2" charset="2"/>
              </a:rPr>
              <a:t>( </a:t>
            </a:r>
            <a:r>
              <a:rPr lang="en-US" altLang="zh-CN" sz="1800">
                <a:ea typeface="宋体" panose="02010600030101010101" pitchFamily="2" charset="-122"/>
              </a:rPr>
              <a:t>s </a:t>
            </a:r>
            <a:r>
              <a:rPr lang="en-US" altLang="zh-CN" sz="1800">
                <a:ea typeface="宋体" panose="02010600030101010101" pitchFamily="2" charset="-122"/>
                <a:sym typeface="Symbol" pitchFamily="2" charset="2"/>
              </a:rPr>
              <a:t>, </a:t>
            </a:r>
            <a:r>
              <a:rPr lang="el-GR" altLang="zh-CN" sz="1800" noProof="1"/>
              <a:t>ω</a:t>
            </a:r>
            <a:r>
              <a:rPr lang="en-US" altLang="zh-CN" sz="1800">
                <a:ea typeface="宋体" panose="02010600030101010101" pitchFamily="2" charset="-122"/>
                <a:sym typeface="Symbol" pitchFamily="2" charset="2"/>
              </a:rPr>
              <a:t>) = {</a:t>
            </a:r>
            <a:r>
              <a:rPr lang="en-US" altLang="zh-CN" sz="1800" noProof="1"/>
              <a:t>r</a:t>
            </a:r>
            <a:r>
              <a:rPr lang="en-US" altLang="zh-CN" sz="1800" baseline="-25000">
                <a:ea typeface="宋体" panose="02010600030101010101" pitchFamily="2" charset="-122"/>
                <a:sym typeface="Symbol" pitchFamily="2" charset="2"/>
              </a:rPr>
              <a:t>1</a:t>
            </a:r>
            <a:r>
              <a:rPr lang="en-US" altLang="zh-CN" sz="1800">
                <a:ea typeface="宋体" panose="02010600030101010101" pitchFamily="2" charset="-122"/>
                <a:sym typeface="Symbol" pitchFamily="2" charset="2"/>
              </a:rPr>
              <a:t>, </a:t>
            </a:r>
            <a:r>
              <a:rPr lang="en-US" altLang="zh-CN" sz="1800" noProof="1"/>
              <a:t>r</a:t>
            </a:r>
            <a:r>
              <a:rPr lang="en-US" altLang="zh-CN" sz="1800" baseline="-25000">
                <a:ea typeface="宋体" panose="02010600030101010101" pitchFamily="2" charset="-122"/>
                <a:sym typeface="Symbol" pitchFamily="2" charset="2"/>
              </a:rPr>
              <a:t>2</a:t>
            </a:r>
            <a:r>
              <a:rPr lang="en-US" altLang="zh-CN" sz="1800">
                <a:ea typeface="宋体" panose="02010600030101010101" pitchFamily="2" charset="-122"/>
                <a:sym typeface="Symbol" pitchFamily="2" charset="2"/>
              </a:rPr>
              <a:t>,,</a:t>
            </a:r>
            <a:r>
              <a:rPr lang="en-US" altLang="zh-CN" sz="1800" noProof="1"/>
              <a:t>r</a:t>
            </a:r>
            <a:r>
              <a:rPr lang="en-US" altLang="zh-CN" sz="1800" baseline="-25000">
                <a:ea typeface="宋体" panose="02010600030101010101" pitchFamily="2" charset="-122"/>
                <a:sym typeface="Symbol" pitchFamily="2" charset="2"/>
              </a:rPr>
              <a:t>k</a:t>
            </a:r>
            <a:r>
              <a:rPr lang="en-US" altLang="zh-CN" sz="1800">
                <a:ea typeface="宋体" panose="02010600030101010101" pitchFamily="2" charset="-122"/>
                <a:sym typeface="Symbol" pitchFamily="2" charset="2"/>
              </a:rPr>
              <a:t>}, </a:t>
            </a:r>
            <a:r>
              <a:rPr lang="zh-CN" altLang="en-US" sz="1800">
                <a:ea typeface="宋体" panose="02010600030101010101" pitchFamily="2" charset="-122"/>
              </a:rPr>
              <a:t>则</a:t>
            </a:r>
          </a:p>
          <a:p>
            <a:pPr lvl="1" eaLnBrk="1" hangingPunct="1">
              <a:lnSpc>
                <a:spcPct val="120000"/>
              </a:lnSpc>
              <a:buFont typeface="Wingdings" pitchFamily="2" charset="2"/>
              <a:buNone/>
            </a:pPr>
            <a:r>
              <a:rPr lang="zh-CN" altLang="en-US" sz="1800">
                <a:ea typeface="宋体" panose="02010600030101010101" pitchFamily="2" charset="-122"/>
                <a:sym typeface="Symbol" pitchFamily="2" charset="2"/>
              </a:rPr>
              <a:t>                        </a:t>
            </a:r>
            <a:r>
              <a:rPr lang="en-US" altLang="zh-CN" sz="1800">
                <a:ea typeface="宋体" panose="02010600030101010101" pitchFamily="2" charset="-122"/>
                <a:sym typeface="Symbol" pitchFamily="2" charset="2"/>
              </a:rPr>
              <a:t>( </a:t>
            </a:r>
            <a:r>
              <a:rPr lang="en-US" altLang="zh-CN" sz="1800">
                <a:ea typeface="宋体" panose="02010600030101010101" pitchFamily="2" charset="-122"/>
              </a:rPr>
              <a:t>s </a:t>
            </a:r>
            <a:r>
              <a:rPr lang="en-US" altLang="zh-CN" sz="1800">
                <a:ea typeface="宋体" panose="02010600030101010101" pitchFamily="2" charset="-122"/>
                <a:sym typeface="Symbol" pitchFamily="2" charset="2"/>
              </a:rPr>
              <a:t>, </a:t>
            </a:r>
            <a:r>
              <a:rPr lang="el-GR" altLang="zh-CN" sz="1800" noProof="1"/>
              <a:t>ω</a:t>
            </a:r>
            <a:r>
              <a:rPr lang="en" altLang="zh-CN" sz="1800" noProof="1"/>
              <a:t>a</a:t>
            </a:r>
            <a:r>
              <a:rPr lang="en-US" altLang="zh-CN" sz="1800">
                <a:ea typeface="宋体" panose="02010600030101010101" pitchFamily="2" charset="-122"/>
                <a:sym typeface="Symbol" pitchFamily="2" charset="2"/>
              </a:rPr>
              <a:t>) =     (</a:t>
            </a:r>
            <a:r>
              <a:rPr lang="en-US" altLang="zh-CN" sz="1800" noProof="1"/>
              <a:t>r</a:t>
            </a:r>
            <a:r>
              <a:rPr lang="en-US" altLang="zh-CN" sz="1800" baseline="-25000">
                <a:ea typeface="宋体" panose="02010600030101010101" pitchFamily="2" charset="-122"/>
              </a:rPr>
              <a:t>i</a:t>
            </a:r>
            <a:r>
              <a:rPr lang="en-US" altLang="zh-CN" sz="1800">
                <a:ea typeface="宋体" panose="02010600030101010101" pitchFamily="2" charset="-122"/>
                <a:sym typeface="Symbol" pitchFamily="2" charset="2"/>
              </a:rPr>
              <a:t>, a)</a:t>
            </a:r>
          </a:p>
          <a:p>
            <a:pPr lvl="1" eaLnBrk="1" hangingPunct="1">
              <a:lnSpc>
                <a:spcPct val="120000"/>
              </a:lnSpc>
              <a:buFont typeface="Wingdings" pitchFamily="2" charset="2"/>
              <a:buNone/>
            </a:pPr>
            <a:r>
              <a:rPr lang="en-US" altLang="zh-CN" sz="1800">
                <a:ea typeface="宋体" panose="02010600030101010101" pitchFamily="2" charset="-122"/>
              </a:rPr>
              <a:t>                      </a:t>
            </a:r>
            <a:r>
              <a:rPr lang="zh-CN" altLang="en-US" sz="1800">
                <a:ea typeface="宋体" panose="02010600030101010101" pitchFamily="2" charset="-122"/>
              </a:rPr>
              <a:t>其中</a:t>
            </a:r>
            <a:r>
              <a:rPr lang="el-GR" altLang="zh-CN" sz="1800" noProof="1"/>
              <a:t>ω</a:t>
            </a:r>
            <a:r>
              <a:rPr lang="en-US" altLang="zh-CN" sz="1800">
                <a:ea typeface="宋体" panose="02010600030101010101" pitchFamily="2" charset="-122"/>
                <a:sym typeface="Symbol" pitchFamily="2" charset="2"/>
              </a:rPr>
              <a:t></a:t>
            </a:r>
            <a:r>
              <a:rPr lang="en-US" altLang="zh-CN" sz="1800">
                <a:ea typeface="宋体" panose="02010600030101010101" pitchFamily="2" charset="-122"/>
              </a:rPr>
              <a:t> </a:t>
            </a:r>
            <a:r>
              <a:rPr lang="el-GR" altLang="zh-CN" sz="1800">
                <a:cs typeface="Arial" panose="020B0604020202020204" pitchFamily="34" charset="0"/>
              </a:rPr>
              <a:t>Σ</a:t>
            </a:r>
            <a:r>
              <a:rPr lang="en-US" altLang="zh-CN" sz="1800">
                <a:ea typeface="宋体" panose="02010600030101010101" pitchFamily="2" charset="-122"/>
              </a:rPr>
              <a:t> </a:t>
            </a:r>
            <a:r>
              <a:rPr lang="en-US" altLang="zh-CN" sz="1800">
                <a:ea typeface="宋体" panose="02010600030101010101" pitchFamily="2" charset="-122"/>
                <a:sym typeface="Symbol" pitchFamily="2" charset="2"/>
              </a:rPr>
              <a:t>* </a:t>
            </a:r>
            <a:r>
              <a:rPr lang="en-US" altLang="zh-CN" sz="1800">
                <a:ea typeface="宋体" panose="02010600030101010101" pitchFamily="2" charset="-122"/>
              </a:rPr>
              <a:t>,  a </a:t>
            </a:r>
            <a:r>
              <a:rPr lang="en-US" altLang="zh-CN" sz="1800">
                <a:ea typeface="宋体" panose="02010600030101010101" pitchFamily="2" charset="-122"/>
                <a:sym typeface="Symbol" pitchFamily="2" charset="2"/>
              </a:rPr>
              <a:t></a:t>
            </a:r>
            <a:r>
              <a:rPr lang="en-US" altLang="zh-CN" sz="1800">
                <a:ea typeface="宋体" panose="02010600030101010101" pitchFamily="2" charset="-122"/>
              </a:rPr>
              <a:t> </a:t>
            </a:r>
            <a:r>
              <a:rPr lang="el-GR" altLang="zh-CN" sz="1800">
                <a:cs typeface="Arial" panose="020B0604020202020204" pitchFamily="34" charset="0"/>
              </a:rPr>
              <a:t>Σ</a:t>
            </a:r>
            <a:r>
              <a:rPr lang="en-US" altLang="zh-CN" sz="1800">
                <a:ea typeface="宋体" panose="02010600030101010101" pitchFamily="2" charset="-122"/>
              </a:rPr>
              <a:t> </a:t>
            </a:r>
            <a:r>
              <a:rPr lang="zh-CN" altLang="en-US" sz="1800">
                <a:ea typeface="宋体" panose="02010600030101010101" pitchFamily="2" charset="-122"/>
                <a:sym typeface="Symbol" pitchFamily="2" charset="2"/>
              </a:rPr>
              <a:t>， </a:t>
            </a:r>
            <a:r>
              <a:rPr lang="en" altLang="zh-CN" sz="1800" noProof="1"/>
              <a:t>r</a:t>
            </a:r>
            <a:r>
              <a:rPr lang="en-US" altLang="zh-CN" sz="1800" baseline="-25000">
                <a:ea typeface="宋体" panose="02010600030101010101" pitchFamily="2" charset="-122"/>
              </a:rPr>
              <a:t>i</a:t>
            </a:r>
            <a:r>
              <a:rPr lang="en-US" altLang="zh-CN" sz="1800">
                <a:ea typeface="宋体" panose="02010600030101010101" pitchFamily="2" charset="-122"/>
                <a:sym typeface="Symbol" pitchFamily="2" charset="2"/>
              </a:rPr>
              <a:t></a:t>
            </a:r>
            <a:r>
              <a:rPr lang="en-US" altLang="zh-CN" sz="1800">
                <a:ea typeface="宋体" panose="02010600030101010101" pitchFamily="2" charset="-122"/>
              </a:rPr>
              <a:t>S</a:t>
            </a:r>
          </a:p>
        </p:txBody>
      </p:sp>
      <p:sp>
        <p:nvSpPr>
          <p:cNvPr id="66564" name="灯片编号占位符 3">
            <a:extLst>
              <a:ext uri="{FF2B5EF4-FFF2-40B4-BE49-F238E27FC236}">
                <a16:creationId xmlns:a16="http://schemas.microsoft.com/office/drawing/2014/main" id="{EF9CEBD6-2FFF-1F48-A802-67999553879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20ED816B-4351-474B-A32B-545900A22B2D}"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55</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7082B42C-09AD-8F1F-6139-C26991460320}"/>
              </a:ext>
            </a:extLst>
          </p:cNvPr>
          <p:cNvSpPr>
            <a:spLocks noGrp="1" noChangeArrowheads="1"/>
          </p:cNvSpPr>
          <p:nvPr>
            <p:ph type="title"/>
          </p:nvPr>
        </p:nvSpPr>
        <p:spPr/>
        <p:txBody>
          <a:bodyPr/>
          <a:lstStyle/>
          <a:p>
            <a:pPr eaLnBrk="1" hangingPunct="1"/>
            <a:r>
              <a:rPr lang="zh-CN" altLang="en-US"/>
              <a:t>扩展转移函数适合于输入字符串</a:t>
            </a:r>
          </a:p>
        </p:txBody>
      </p:sp>
      <p:sp>
        <p:nvSpPr>
          <p:cNvPr id="67587" name="Rectangle 3">
            <a:extLst>
              <a:ext uri="{FF2B5EF4-FFF2-40B4-BE49-F238E27FC236}">
                <a16:creationId xmlns:a16="http://schemas.microsoft.com/office/drawing/2014/main" id="{DC75A302-70B8-B735-6503-BED1CC730C23}"/>
              </a:ext>
            </a:extLst>
          </p:cNvPr>
          <p:cNvSpPr>
            <a:spLocks noChangeArrowheads="1"/>
          </p:cNvSpPr>
          <p:nvPr/>
        </p:nvSpPr>
        <p:spPr bwMode="auto">
          <a:xfrm>
            <a:off x="4686300" y="2420938"/>
            <a:ext cx="4062413" cy="319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 typeface="Wingdings" pitchFamily="2" charset="2"/>
              <a:buNone/>
            </a:pPr>
            <a:r>
              <a:rPr kumimoji="1" lang="en-US" altLang="zh-CN" sz="2400" i="1">
                <a:solidFill>
                  <a:srgbClr val="333399"/>
                </a:solidFill>
                <a:ea typeface="华文行楷" panose="02010800040101010101" pitchFamily="2" charset="-122"/>
                <a:sym typeface="Symbol" pitchFamily="2" charset="2"/>
              </a:rPr>
              <a:t>     </a:t>
            </a:r>
            <a:r>
              <a:rPr kumimoji="1" lang="en-US" altLang="zh-CN" sz="2400" i="1">
                <a:solidFill>
                  <a:srgbClr val="800080"/>
                </a:solidFill>
                <a:ea typeface="华文行楷" panose="02010800040101010101" pitchFamily="2" charset="-122"/>
                <a:sym typeface="Symbol" pitchFamily="2" charset="2"/>
              </a:rPr>
              <a:t> </a:t>
            </a:r>
            <a:r>
              <a:rPr kumimoji="1" lang="en-US" altLang="zh-CN" sz="2400" i="1">
                <a:solidFill>
                  <a:srgbClr val="333399"/>
                </a:solidFill>
                <a:ea typeface="华文行楷" panose="02010800040101010101" pitchFamily="2" charset="-122"/>
                <a:sym typeface="Symbol" pitchFamily="2" charset="2"/>
              </a:rPr>
              <a:t>( </a:t>
            </a:r>
            <a:r>
              <a:rPr kumimoji="1" lang="en-US" altLang="zh-CN" sz="2400" i="1">
                <a:solidFill>
                  <a:srgbClr val="333399"/>
                </a:solidFill>
                <a:ea typeface="华文行楷" panose="02010800040101010101" pitchFamily="2" charset="-122"/>
              </a:rPr>
              <a:t>p</a:t>
            </a:r>
            <a:r>
              <a:rPr kumimoji="1" lang="en-US" altLang="zh-CN" sz="2400" i="1" baseline="-25000">
                <a:solidFill>
                  <a:srgbClr val="333399"/>
                </a:solidFill>
                <a:ea typeface="华文行楷" panose="02010800040101010101" pitchFamily="2" charset="-122"/>
              </a:rPr>
              <a:t> </a:t>
            </a:r>
            <a:r>
              <a:rPr kumimoji="1" lang="en-US" altLang="zh-CN" sz="2400" i="1">
                <a:solidFill>
                  <a:srgbClr val="333399"/>
                </a:solidFill>
                <a:ea typeface="华文行楷" panose="02010800040101010101" pitchFamily="2" charset="-122"/>
                <a:sym typeface="Symbol" pitchFamily="2" charset="2"/>
              </a:rPr>
              <a:t>, </a:t>
            </a:r>
            <a:r>
              <a:rPr kumimoji="1" lang="en-US" altLang="zh-CN" sz="2400" i="1">
                <a:solidFill>
                  <a:srgbClr val="333399"/>
                </a:solidFill>
                <a:latin typeface="Times New Roman" panose="02020603050405020304" pitchFamily="18" charset="0"/>
                <a:ea typeface="华文行楷" panose="02010800040101010101" pitchFamily="2" charset="-122"/>
                <a:sym typeface="Symbol" pitchFamily="2" charset="2"/>
              </a:rPr>
              <a:t> </a:t>
            </a:r>
            <a:r>
              <a:rPr kumimoji="1" lang="en-US" altLang="zh-CN" sz="2400" i="1">
                <a:solidFill>
                  <a:srgbClr val="333399"/>
                </a:solidFill>
                <a:ea typeface="华文行楷" panose="02010800040101010101" pitchFamily="2" charset="-122"/>
                <a:sym typeface="Symbol" pitchFamily="2" charset="2"/>
              </a:rPr>
              <a:t>)</a:t>
            </a:r>
            <a:r>
              <a:rPr kumimoji="1" lang="en-US" altLang="zh-CN" sz="2400" i="1" baseline="-25000">
                <a:solidFill>
                  <a:srgbClr val="333399"/>
                </a:solidFill>
                <a:ea typeface="华文行楷" panose="02010800040101010101" pitchFamily="2" charset="-122"/>
              </a:rPr>
              <a:t>  </a:t>
            </a:r>
            <a:r>
              <a:rPr kumimoji="1" lang="en-US" altLang="zh-CN" sz="2400" i="1">
                <a:solidFill>
                  <a:srgbClr val="333399"/>
                </a:solidFill>
                <a:ea typeface="华文行楷" panose="02010800040101010101" pitchFamily="2" charset="-122"/>
                <a:sym typeface="Symbol" pitchFamily="2" charset="2"/>
              </a:rPr>
              <a:t>= { p }</a:t>
            </a:r>
            <a:r>
              <a:rPr kumimoji="1" lang="en-US" altLang="zh-CN" sz="2400" i="1" baseline="-25000">
                <a:solidFill>
                  <a:srgbClr val="333399"/>
                </a:solidFill>
                <a:ea typeface="华文行楷" panose="02010800040101010101" pitchFamily="2" charset="-122"/>
              </a:rPr>
              <a:t> </a:t>
            </a:r>
            <a:endParaRPr kumimoji="1" lang="en-US" altLang="zh-CN" sz="2400" i="1">
              <a:solidFill>
                <a:srgbClr val="333399"/>
              </a:solidFill>
              <a:ea typeface="华文行楷" panose="02010800040101010101" pitchFamily="2" charset="-122"/>
              <a:sym typeface="Symbol" pitchFamily="2" charset="2"/>
            </a:endParaRPr>
          </a:p>
          <a:p>
            <a:pPr eaLnBrk="1" hangingPunct="1">
              <a:spcBef>
                <a:spcPct val="50000"/>
              </a:spcBef>
              <a:buClrTx/>
              <a:buSzTx/>
              <a:buFont typeface="Wingdings" pitchFamily="2" charset="2"/>
              <a:buNone/>
            </a:pPr>
            <a:r>
              <a:rPr kumimoji="1" lang="en-US" altLang="zh-CN" sz="2400" i="1">
                <a:solidFill>
                  <a:srgbClr val="333399"/>
                </a:solidFill>
                <a:ea typeface="华文行楷" panose="02010800040101010101" pitchFamily="2" charset="-122"/>
                <a:sym typeface="Symbol" pitchFamily="2" charset="2"/>
              </a:rPr>
              <a:t>      ( </a:t>
            </a:r>
            <a:r>
              <a:rPr kumimoji="1" lang="en-US" altLang="zh-CN" sz="2400" i="1">
                <a:solidFill>
                  <a:srgbClr val="333399"/>
                </a:solidFill>
                <a:ea typeface="华文行楷" panose="02010800040101010101" pitchFamily="2" charset="-122"/>
              </a:rPr>
              <a:t>p</a:t>
            </a:r>
            <a:r>
              <a:rPr kumimoji="1" lang="en-US" altLang="zh-CN" sz="2400" i="1" baseline="-25000">
                <a:solidFill>
                  <a:srgbClr val="333399"/>
                </a:solidFill>
                <a:ea typeface="华文行楷" panose="02010800040101010101" pitchFamily="2" charset="-122"/>
              </a:rPr>
              <a:t> </a:t>
            </a:r>
            <a:r>
              <a:rPr kumimoji="1" lang="en-US" altLang="zh-CN" sz="2400" i="1">
                <a:solidFill>
                  <a:srgbClr val="333399"/>
                </a:solidFill>
                <a:ea typeface="华文行楷" panose="02010800040101010101" pitchFamily="2" charset="-122"/>
                <a:sym typeface="Symbol" pitchFamily="2" charset="2"/>
              </a:rPr>
              <a:t>, 0 )</a:t>
            </a:r>
            <a:r>
              <a:rPr kumimoji="1" lang="en-US" altLang="zh-CN" sz="2400" i="1" baseline="-25000">
                <a:solidFill>
                  <a:srgbClr val="333399"/>
                </a:solidFill>
                <a:ea typeface="华文行楷" panose="02010800040101010101" pitchFamily="2" charset="-122"/>
              </a:rPr>
              <a:t> </a:t>
            </a:r>
            <a:r>
              <a:rPr kumimoji="1" lang="en-US" altLang="zh-CN" sz="2400" i="1">
                <a:solidFill>
                  <a:srgbClr val="333399"/>
                </a:solidFill>
                <a:ea typeface="华文行楷" panose="02010800040101010101" pitchFamily="2" charset="-122"/>
                <a:sym typeface="Symbol" pitchFamily="2" charset="2"/>
              </a:rPr>
              <a:t>= { q }</a:t>
            </a:r>
            <a:r>
              <a:rPr kumimoji="1" lang="en-US" altLang="zh-CN" sz="2400" i="1" baseline="-25000">
                <a:solidFill>
                  <a:srgbClr val="333399"/>
                </a:solidFill>
                <a:ea typeface="华文行楷" panose="02010800040101010101" pitchFamily="2" charset="-122"/>
              </a:rPr>
              <a:t> </a:t>
            </a:r>
          </a:p>
          <a:p>
            <a:pPr eaLnBrk="1" hangingPunct="1">
              <a:spcBef>
                <a:spcPct val="50000"/>
              </a:spcBef>
              <a:buClrTx/>
              <a:buSzTx/>
              <a:buFont typeface="Wingdings" pitchFamily="2" charset="2"/>
              <a:buNone/>
            </a:pPr>
            <a:r>
              <a:rPr kumimoji="1" lang="en-US" altLang="zh-CN" sz="2400" i="1">
                <a:solidFill>
                  <a:srgbClr val="333399"/>
                </a:solidFill>
                <a:ea typeface="华文行楷" panose="02010800040101010101" pitchFamily="2" charset="-122"/>
                <a:sym typeface="Symbol" pitchFamily="2" charset="2"/>
              </a:rPr>
              <a:t>      ( </a:t>
            </a:r>
            <a:r>
              <a:rPr kumimoji="1" lang="en-US" altLang="zh-CN" sz="2400" i="1">
                <a:solidFill>
                  <a:srgbClr val="333399"/>
                </a:solidFill>
                <a:ea typeface="华文行楷" panose="02010800040101010101" pitchFamily="2" charset="-122"/>
              </a:rPr>
              <a:t>p</a:t>
            </a:r>
            <a:r>
              <a:rPr kumimoji="1" lang="en-US" altLang="zh-CN" sz="2400" i="1" baseline="-25000">
                <a:solidFill>
                  <a:srgbClr val="333399"/>
                </a:solidFill>
                <a:ea typeface="华文行楷" panose="02010800040101010101" pitchFamily="2" charset="-122"/>
              </a:rPr>
              <a:t> </a:t>
            </a:r>
            <a:r>
              <a:rPr kumimoji="1" lang="en-US" altLang="zh-CN" sz="2400" i="1">
                <a:solidFill>
                  <a:srgbClr val="333399"/>
                </a:solidFill>
                <a:ea typeface="华文行楷" panose="02010800040101010101" pitchFamily="2" charset="-122"/>
                <a:sym typeface="Symbol" pitchFamily="2" charset="2"/>
              </a:rPr>
              <a:t>, 01 )</a:t>
            </a:r>
            <a:r>
              <a:rPr kumimoji="1" lang="en-US" altLang="zh-CN" sz="2400" i="1" baseline="-25000">
                <a:solidFill>
                  <a:srgbClr val="333399"/>
                </a:solidFill>
                <a:ea typeface="华文行楷" panose="02010800040101010101" pitchFamily="2" charset="-122"/>
              </a:rPr>
              <a:t> </a:t>
            </a:r>
            <a:r>
              <a:rPr kumimoji="1" lang="en-US" altLang="zh-CN" sz="2400" i="1">
                <a:solidFill>
                  <a:srgbClr val="333399"/>
                </a:solidFill>
                <a:ea typeface="华文行楷" panose="02010800040101010101" pitchFamily="2" charset="-122"/>
                <a:sym typeface="Symbol" pitchFamily="2" charset="2"/>
              </a:rPr>
              <a:t>= { q , r }</a:t>
            </a:r>
            <a:r>
              <a:rPr kumimoji="1" lang="en-US" altLang="zh-CN" sz="2400" i="1" baseline="-25000">
                <a:solidFill>
                  <a:srgbClr val="333399"/>
                </a:solidFill>
                <a:ea typeface="华文行楷" panose="02010800040101010101" pitchFamily="2" charset="-122"/>
              </a:rPr>
              <a:t> </a:t>
            </a:r>
          </a:p>
          <a:p>
            <a:pPr eaLnBrk="1" hangingPunct="1">
              <a:spcBef>
                <a:spcPct val="50000"/>
              </a:spcBef>
              <a:buClrTx/>
              <a:buSzTx/>
              <a:buFont typeface="Wingdings" pitchFamily="2" charset="2"/>
              <a:buNone/>
            </a:pPr>
            <a:r>
              <a:rPr kumimoji="1" lang="en-US" altLang="zh-CN" sz="2400" i="1">
                <a:solidFill>
                  <a:srgbClr val="333399"/>
                </a:solidFill>
                <a:ea typeface="华文行楷" panose="02010800040101010101" pitchFamily="2" charset="-122"/>
                <a:sym typeface="Symbol" pitchFamily="2" charset="2"/>
              </a:rPr>
              <a:t>      (</a:t>
            </a:r>
            <a:r>
              <a:rPr kumimoji="1" lang="en-US" altLang="zh-CN" sz="2400" i="1">
                <a:solidFill>
                  <a:srgbClr val="333399"/>
                </a:solidFill>
                <a:ea typeface="华文行楷" panose="02010800040101010101" pitchFamily="2" charset="-122"/>
              </a:rPr>
              <a:t> p</a:t>
            </a:r>
            <a:r>
              <a:rPr kumimoji="1" lang="en-US" altLang="zh-CN" sz="2400" i="1" baseline="-25000">
                <a:solidFill>
                  <a:srgbClr val="333399"/>
                </a:solidFill>
                <a:ea typeface="华文行楷" panose="02010800040101010101" pitchFamily="2" charset="-122"/>
              </a:rPr>
              <a:t> </a:t>
            </a:r>
            <a:r>
              <a:rPr kumimoji="1" lang="en-US" altLang="zh-CN" sz="2400" i="1">
                <a:solidFill>
                  <a:srgbClr val="333399"/>
                </a:solidFill>
                <a:ea typeface="华文行楷" panose="02010800040101010101" pitchFamily="2" charset="-122"/>
                <a:sym typeface="Symbol" pitchFamily="2" charset="2"/>
              </a:rPr>
              <a:t>, 010 )</a:t>
            </a:r>
            <a:r>
              <a:rPr kumimoji="1" lang="en-US" altLang="zh-CN" sz="2400" i="1" baseline="-25000">
                <a:solidFill>
                  <a:srgbClr val="333399"/>
                </a:solidFill>
                <a:ea typeface="华文行楷" panose="02010800040101010101" pitchFamily="2" charset="-122"/>
              </a:rPr>
              <a:t> </a:t>
            </a:r>
            <a:r>
              <a:rPr kumimoji="1" lang="en-US" altLang="zh-CN" sz="2400" i="1">
                <a:solidFill>
                  <a:srgbClr val="333399"/>
                </a:solidFill>
                <a:ea typeface="华文行楷" panose="02010800040101010101" pitchFamily="2" charset="-122"/>
                <a:sym typeface="Symbol" pitchFamily="2" charset="2"/>
              </a:rPr>
              <a:t>= { q }</a:t>
            </a:r>
            <a:r>
              <a:rPr kumimoji="1" lang="en-US" altLang="zh-CN" sz="2400" i="1" baseline="-25000">
                <a:solidFill>
                  <a:srgbClr val="333399"/>
                </a:solidFill>
                <a:ea typeface="华文行楷" panose="02010800040101010101" pitchFamily="2" charset="-122"/>
              </a:rPr>
              <a:t> </a:t>
            </a:r>
          </a:p>
          <a:p>
            <a:pPr eaLnBrk="1" hangingPunct="1">
              <a:spcBef>
                <a:spcPct val="50000"/>
              </a:spcBef>
              <a:buClrTx/>
              <a:buSzTx/>
              <a:buFont typeface="Wingdings" pitchFamily="2" charset="2"/>
              <a:buNone/>
            </a:pPr>
            <a:r>
              <a:rPr kumimoji="1" lang="en-US" altLang="zh-CN" sz="2400" i="1">
                <a:solidFill>
                  <a:srgbClr val="333399"/>
                </a:solidFill>
                <a:ea typeface="华文行楷" panose="02010800040101010101" pitchFamily="2" charset="-122"/>
                <a:sym typeface="Symbol" pitchFamily="2" charset="2"/>
              </a:rPr>
              <a:t>      (</a:t>
            </a:r>
            <a:r>
              <a:rPr kumimoji="1" lang="en-US" altLang="zh-CN" sz="2400" i="1">
                <a:solidFill>
                  <a:srgbClr val="333399"/>
                </a:solidFill>
                <a:ea typeface="华文行楷" panose="02010800040101010101" pitchFamily="2" charset="-122"/>
              </a:rPr>
              <a:t> p</a:t>
            </a:r>
            <a:r>
              <a:rPr kumimoji="1" lang="en-US" altLang="zh-CN" sz="2400" i="1" baseline="-25000">
                <a:solidFill>
                  <a:srgbClr val="333399"/>
                </a:solidFill>
                <a:ea typeface="华文行楷" panose="02010800040101010101" pitchFamily="2" charset="-122"/>
              </a:rPr>
              <a:t> </a:t>
            </a:r>
            <a:r>
              <a:rPr kumimoji="1" lang="en-US" altLang="zh-CN" sz="2400" i="1">
                <a:solidFill>
                  <a:srgbClr val="333399"/>
                </a:solidFill>
                <a:ea typeface="华文行楷" panose="02010800040101010101" pitchFamily="2" charset="-122"/>
                <a:sym typeface="Symbol" pitchFamily="2" charset="2"/>
              </a:rPr>
              <a:t>, 0100 )</a:t>
            </a:r>
            <a:r>
              <a:rPr kumimoji="1" lang="en-US" altLang="zh-CN" sz="2400" i="1" baseline="-25000">
                <a:solidFill>
                  <a:srgbClr val="333399"/>
                </a:solidFill>
                <a:ea typeface="华文行楷" panose="02010800040101010101" pitchFamily="2" charset="-122"/>
              </a:rPr>
              <a:t> </a:t>
            </a:r>
            <a:r>
              <a:rPr kumimoji="1" lang="en-US" altLang="zh-CN" sz="2400" i="1">
                <a:solidFill>
                  <a:srgbClr val="333399"/>
                </a:solidFill>
                <a:ea typeface="华文行楷" panose="02010800040101010101" pitchFamily="2" charset="-122"/>
                <a:sym typeface="Symbol" pitchFamily="2" charset="2"/>
              </a:rPr>
              <a:t>= { q }</a:t>
            </a:r>
            <a:r>
              <a:rPr kumimoji="1" lang="en-US" altLang="zh-CN" sz="2400" i="1" baseline="-25000">
                <a:solidFill>
                  <a:srgbClr val="333399"/>
                </a:solidFill>
                <a:ea typeface="华文行楷" panose="02010800040101010101" pitchFamily="2" charset="-122"/>
              </a:rPr>
              <a:t> </a:t>
            </a:r>
          </a:p>
          <a:p>
            <a:pPr eaLnBrk="1" hangingPunct="1">
              <a:spcBef>
                <a:spcPct val="50000"/>
              </a:spcBef>
              <a:buClrTx/>
              <a:buSzTx/>
              <a:buFont typeface="Wingdings" pitchFamily="2" charset="2"/>
              <a:buNone/>
            </a:pPr>
            <a:r>
              <a:rPr kumimoji="1" lang="en-US" altLang="zh-CN" sz="2400" i="1">
                <a:solidFill>
                  <a:srgbClr val="333399"/>
                </a:solidFill>
                <a:ea typeface="华文行楷" panose="02010800040101010101" pitchFamily="2" charset="-122"/>
                <a:sym typeface="Symbol" pitchFamily="2" charset="2"/>
              </a:rPr>
              <a:t>      (</a:t>
            </a:r>
            <a:r>
              <a:rPr kumimoji="1" lang="en-US" altLang="zh-CN" sz="2400" i="1">
                <a:solidFill>
                  <a:srgbClr val="333399"/>
                </a:solidFill>
                <a:ea typeface="华文行楷" panose="02010800040101010101" pitchFamily="2" charset="-122"/>
              </a:rPr>
              <a:t> p</a:t>
            </a:r>
            <a:r>
              <a:rPr kumimoji="1" lang="en-US" altLang="zh-CN" sz="2400" i="1" baseline="-25000">
                <a:solidFill>
                  <a:srgbClr val="333399"/>
                </a:solidFill>
                <a:ea typeface="华文行楷" panose="02010800040101010101" pitchFamily="2" charset="-122"/>
              </a:rPr>
              <a:t> </a:t>
            </a:r>
            <a:r>
              <a:rPr kumimoji="1" lang="en-US" altLang="zh-CN" sz="2400" i="1">
                <a:solidFill>
                  <a:srgbClr val="333399"/>
                </a:solidFill>
                <a:ea typeface="华文行楷" panose="02010800040101010101" pitchFamily="2" charset="-122"/>
                <a:sym typeface="Symbol" pitchFamily="2" charset="2"/>
              </a:rPr>
              <a:t>, 01001 ) = { q , r }</a:t>
            </a:r>
            <a:r>
              <a:rPr kumimoji="1" lang="en-US" altLang="zh-CN" sz="2400" i="1" baseline="-25000">
                <a:solidFill>
                  <a:srgbClr val="333399"/>
                </a:solidFill>
                <a:ea typeface="华文行楷" panose="02010800040101010101" pitchFamily="2" charset="-122"/>
              </a:rPr>
              <a:t> </a:t>
            </a:r>
          </a:p>
        </p:txBody>
      </p:sp>
      <p:grpSp>
        <p:nvGrpSpPr>
          <p:cNvPr id="67588" name="Group 4">
            <a:extLst>
              <a:ext uri="{FF2B5EF4-FFF2-40B4-BE49-F238E27FC236}">
                <a16:creationId xmlns:a16="http://schemas.microsoft.com/office/drawing/2014/main" id="{BA503B64-063A-7B0F-901B-72328A8B3FC3}"/>
              </a:ext>
            </a:extLst>
          </p:cNvPr>
          <p:cNvGrpSpPr>
            <a:grpSpLocks/>
          </p:cNvGrpSpPr>
          <p:nvPr/>
        </p:nvGrpSpPr>
        <p:grpSpPr bwMode="auto">
          <a:xfrm>
            <a:off x="914400" y="1752600"/>
            <a:ext cx="3416300" cy="2732088"/>
            <a:chOff x="768" y="1968"/>
            <a:chExt cx="1776" cy="1302"/>
          </a:xfrm>
        </p:grpSpPr>
        <p:sp>
          <p:nvSpPr>
            <p:cNvPr id="67591" name="Text Box 5">
              <a:extLst>
                <a:ext uri="{FF2B5EF4-FFF2-40B4-BE49-F238E27FC236}">
                  <a16:creationId xmlns:a16="http://schemas.microsoft.com/office/drawing/2014/main" id="{298A203E-78C3-C89B-AF82-4269C0D48670}"/>
                </a:ext>
              </a:extLst>
            </p:cNvPr>
            <p:cNvSpPr txBox="1">
              <a:spLocks noChangeArrowheads="1"/>
            </p:cNvSpPr>
            <p:nvPr/>
          </p:nvSpPr>
          <p:spPr bwMode="auto">
            <a:xfrm>
              <a:off x="1008" y="2406"/>
              <a:ext cx="192" cy="222"/>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p</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7592" name="Text Box 6">
              <a:extLst>
                <a:ext uri="{FF2B5EF4-FFF2-40B4-BE49-F238E27FC236}">
                  <a16:creationId xmlns:a16="http://schemas.microsoft.com/office/drawing/2014/main" id="{861AE05F-1126-1B0A-EBAA-EBE723A645F2}"/>
                </a:ext>
              </a:extLst>
            </p:cNvPr>
            <p:cNvSpPr txBox="1">
              <a:spLocks noChangeArrowheads="1"/>
            </p:cNvSpPr>
            <p:nvPr/>
          </p:nvSpPr>
          <p:spPr bwMode="auto">
            <a:xfrm>
              <a:off x="1008" y="2694"/>
              <a:ext cx="192" cy="223"/>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q</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7593" name="Text Box 7">
              <a:extLst>
                <a:ext uri="{FF2B5EF4-FFF2-40B4-BE49-F238E27FC236}">
                  <a16:creationId xmlns:a16="http://schemas.microsoft.com/office/drawing/2014/main" id="{2792DA5D-9BAF-318C-1005-1D044B8E2612}"/>
                </a:ext>
              </a:extLst>
            </p:cNvPr>
            <p:cNvSpPr txBox="1">
              <a:spLocks noChangeArrowheads="1"/>
            </p:cNvSpPr>
            <p:nvPr/>
          </p:nvSpPr>
          <p:spPr bwMode="auto">
            <a:xfrm>
              <a:off x="864" y="2982"/>
              <a:ext cx="432" cy="222"/>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a:solidFill>
                    <a:srgbClr val="800080"/>
                  </a:solidFill>
                  <a:latin typeface="Times New Roman" panose="02020603050405020304" pitchFamily="18" charset="0"/>
                  <a:ea typeface="宋体" panose="02010600030101010101" pitchFamily="2" charset="-122"/>
                  <a:sym typeface="Symbol" pitchFamily="2" charset="2"/>
                </a:rPr>
                <a:t> </a:t>
              </a:r>
              <a:r>
                <a:rPr kumimoji="1" lang="en-US" altLang="zh-CN" sz="2400" i="1">
                  <a:solidFill>
                    <a:srgbClr val="800080"/>
                  </a:solidFill>
                  <a:latin typeface="Times New Roman" panose="02020603050405020304" pitchFamily="18" charset="0"/>
                  <a:ea typeface="宋体" panose="02010600030101010101" pitchFamily="2" charset="-122"/>
                </a:rPr>
                <a:t>r</a:t>
              </a:r>
            </a:p>
          </p:txBody>
        </p:sp>
        <p:sp>
          <p:nvSpPr>
            <p:cNvPr id="67594" name="Line 8">
              <a:extLst>
                <a:ext uri="{FF2B5EF4-FFF2-40B4-BE49-F238E27FC236}">
                  <a16:creationId xmlns:a16="http://schemas.microsoft.com/office/drawing/2014/main" id="{18DF485B-136A-83A5-04DF-809E7363E6B4}"/>
                </a:ext>
              </a:extLst>
            </p:cNvPr>
            <p:cNvSpPr>
              <a:spLocks noChangeShapeType="1"/>
            </p:cNvSpPr>
            <p:nvPr/>
          </p:nvSpPr>
          <p:spPr bwMode="auto">
            <a:xfrm>
              <a:off x="768" y="2310"/>
              <a:ext cx="1776"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7595" name="Line 9">
              <a:extLst>
                <a:ext uri="{FF2B5EF4-FFF2-40B4-BE49-F238E27FC236}">
                  <a16:creationId xmlns:a16="http://schemas.microsoft.com/office/drawing/2014/main" id="{29FBA514-7BEB-A1EA-CC63-87AB2C60868B}"/>
                </a:ext>
              </a:extLst>
            </p:cNvPr>
            <p:cNvSpPr>
              <a:spLocks noChangeShapeType="1"/>
            </p:cNvSpPr>
            <p:nvPr/>
          </p:nvSpPr>
          <p:spPr bwMode="auto">
            <a:xfrm>
              <a:off x="768" y="2358"/>
              <a:ext cx="1776"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7596" name="Line 10">
              <a:extLst>
                <a:ext uri="{FF2B5EF4-FFF2-40B4-BE49-F238E27FC236}">
                  <a16:creationId xmlns:a16="http://schemas.microsoft.com/office/drawing/2014/main" id="{C183B0EC-4BFF-1491-B65E-0703258A5866}"/>
                </a:ext>
              </a:extLst>
            </p:cNvPr>
            <p:cNvSpPr>
              <a:spLocks noChangeShapeType="1"/>
            </p:cNvSpPr>
            <p:nvPr/>
          </p:nvSpPr>
          <p:spPr bwMode="auto">
            <a:xfrm>
              <a:off x="1248" y="1974"/>
              <a:ext cx="0" cy="336"/>
            </a:xfrm>
            <a:prstGeom prst="line">
              <a:avLst/>
            </a:prstGeom>
            <a:noFill/>
            <a:ln w="9525">
              <a:solidFill>
                <a:srgbClr val="80008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7597" name="Line 11">
              <a:extLst>
                <a:ext uri="{FF2B5EF4-FFF2-40B4-BE49-F238E27FC236}">
                  <a16:creationId xmlns:a16="http://schemas.microsoft.com/office/drawing/2014/main" id="{943DC46C-D6FE-7549-42A2-EEA8BC2B1769}"/>
                </a:ext>
              </a:extLst>
            </p:cNvPr>
            <p:cNvSpPr>
              <a:spLocks noChangeShapeType="1"/>
            </p:cNvSpPr>
            <p:nvPr/>
          </p:nvSpPr>
          <p:spPr bwMode="auto">
            <a:xfrm>
              <a:off x="1248" y="2358"/>
              <a:ext cx="0" cy="912"/>
            </a:xfrm>
            <a:prstGeom prst="line">
              <a:avLst/>
            </a:prstGeom>
            <a:noFill/>
            <a:ln w="9525">
              <a:solidFill>
                <a:srgbClr val="80008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7598" name="Line 12">
              <a:extLst>
                <a:ext uri="{FF2B5EF4-FFF2-40B4-BE49-F238E27FC236}">
                  <a16:creationId xmlns:a16="http://schemas.microsoft.com/office/drawing/2014/main" id="{9C79C88C-6D85-217A-408A-871E4C88DF33}"/>
                </a:ext>
              </a:extLst>
            </p:cNvPr>
            <p:cNvSpPr>
              <a:spLocks noChangeShapeType="1"/>
            </p:cNvSpPr>
            <p:nvPr/>
          </p:nvSpPr>
          <p:spPr bwMode="auto">
            <a:xfrm>
              <a:off x="1296" y="1974"/>
              <a:ext cx="0" cy="336"/>
            </a:xfrm>
            <a:prstGeom prst="line">
              <a:avLst/>
            </a:prstGeom>
            <a:noFill/>
            <a:ln w="9525">
              <a:solidFill>
                <a:srgbClr val="80008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7599" name="Line 13">
              <a:extLst>
                <a:ext uri="{FF2B5EF4-FFF2-40B4-BE49-F238E27FC236}">
                  <a16:creationId xmlns:a16="http://schemas.microsoft.com/office/drawing/2014/main" id="{C583CB7D-F78A-D2BB-EFB5-6DBE694D594A}"/>
                </a:ext>
              </a:extLst>
            </p:cNvPr>
            <p:cNvSpPr>
              <a:spLocks noChangeShapeType="1"/>
            </p:cNvSpPr>
            <p:nvPr/>
          </p:nvSpPr>
          <p:spPr bwMode="auto">
            <a:xfrm>
              <a:off x="1296" y="2358"/>
              <a:ext cx="0" cy="912"/>
            </a:xfrm>
            <a:prstGeom prst="line">
              <a:avLst/>
            </a:prstGeom>
            <a:noFill/>
            <a:ln w="9525">
              <a:solidFill>
                <a:srgbClr val="80008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7600" name="Line 14">
              <a:extLst>
                <a:ext uri="{FF2B5EF4-FFF2-40B4-BE49-F238E27FC236}">
                  <a16:creationId xmlns:a16="http://schemas.microsoft.com/office/drawing/2014/main" id="{8ACCCA55-642B-67E6-0CA3-6AAF3F920A66}"/>
                </a:ext>
              </a:extLst>
            </p:cNvPr>
            <p:cNvSpPr>
              <a:spLocks noChangeShapeType="1"/>
            </p:cNvSpPr>
            <p:nvPr/>
          </p:nvSpPr>
          <p:spPr bwMode="auto">
            <a:xfrm>
              <a:off x="1824" y="1974"/>
              <a:ext cx="0" cy="336"/>
            </a:xfrm>
            <a:prstGeom prst="line">
              <a:avLst/>
            </a:prstGeom>
            <a:noFill/>
            <a:ln w="9525">
              <a:solidFill>
                <a:srgbClr val="80008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7601" name="Line 15">
              <a:extLst>
                <a:ext uri="{FF2B5EF4-FFF2-40B4-BE49-F238E27FC236}">
                  <a16:creationId xmlns:a16="http://schemas.microsoft.com/office/drawing/2014/main" id="{BEA1DC56-31CD-60B9-CDBA-2C921658940D}"/>
                </a:ext>
              </a:extLst>
            </p:cNvPr>
            <p:cNvSpPr>
              <a:spLocks noChangeShapeType="1"/>
            </p:cNvSpPr>
            <p:nvPr/>
          </p:nvSpPr>
          <p:spPr bwMode="auto">
            <a:xfrm>
              <a:off x="1824" y="2358"/>
              <a:ext cx="0" cy="912"/>
            </a:xfrm>
            <a:prstGeom prst="line">
              <a:avLst/>
            </a:prstGeom>
            <a:noFill/>
            <a:ln w="9525">
              <a:solidFill>
                <a:srgbClr val="80008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7602" name="Text Box 16">
              <a:extLst>
                <a:ext uri="{FF2B5EF4-FFF2-40B4-BE49-F238E27FC236}">
                  <a16:creationId xmlns:a16="http://schemas.microsoft.com/office/drawing/2014/main" id="{D4F90F0B-B873-8F40-186F-6DC858F26902}"/>
                </a:ext>
              </a:extLst>
            </p:cNvPr>
            <p:cNvSpPr txBox="1">
              <a:spLocks noChangeArrowheads="1"/>
            </p:cNvSpPr>
            <p:nvPr/>
          </p:nvSpPr>
          <p:spPr bwMode="auto">
            <a:xfrm>
              <a:off x="1440" y="1974"/>
              <a:ext cx="192" cy="222"/>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0</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7603" name="Line 17">
              <a:extLst>
                <a:ext uri="{FF2B5EF4-FFF2-40B4-BE49-F238E27FC236}">
                  <a16:creationId xmlns:a16="http://schemas.microsoft.com/office/drawing/2014/main" id="{6365FE13-6EFB-3E32-279B-2C763EE74D8D}"/>
                </a:ext>
              </a:extLst>
            </p:cNvPr>
            <p:cNvSpPr>
              <a:spLocks noChangeShapeType="1"/>
            </p:cNvSpPr>
            <p:nvPr/>
          </p:nvSpPr>
          <p:spPr bwMode="auto">
            <a:xfrm>
              <a:off x="816" y="2598"/>
              <a:ext cx="192" cy="0"/>
            </a:xfrm>
            <a:prstGeom prst="line">
              <a:avLst/>
            </a:prstGeom>
            <a:noFill/>
            <a:ln w="9525">
              <a:solidFill>
                <a:srgbClr val="80008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7604" name="Text Box 18">
              <a:extLst>
                <a:ext uri="{FF2B5EF4-FFF2-40B4-BE49-F238E27FC236}">
                  <a16:creationId xmlns:a16="http://schemas.microsoft.com/office/drawing/2014/main" id="{F2176E95-F80E-D2E1-763E-9E292E97BAA4}"/>
                </a:ext>
              </a:extLst>
            </p:cNvPr>
            <p:cNvSpPr txBox="1">
              <a:spLocks noChangeArrowheads="1"/>
            </p:cNvSpPr>
            <p:nvPr/>
          </p:nvSpPr>
          <p:spPr bwMode="auto">
            <a:xfrm>
              <a:off x="1344" y="2406"/>
              <a:ext cx="432" cy="222"/>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 q }</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7605" name="Text Box 19">
              <a:extLst>
                <a:ext uri="{FF2B5EF4-FFF2-40B4-BE49-F238E27FC236}">
                  <a16:creationId xmlns:a16="http://schemas.microsoft.com/office/drawing/2014/main" id="{C0808D54-C891-4076-15D7-03218F64338D}"/>
                </a:ext>
              </a:extLst>
            </p:cNvPr>
            <p:cNvSpPr txBox="1">
              <a:spLocks noChangeArrowheads="1"/>
            </p:cNvSpPr>
            <p:nvPr/>
          </p:nvSpPr>
          <p:spPr bwMode="auto">
            <a:xfrm>
              <a:off x="2016" y="2406"/>
              <a:ext cx="336" cy="222"/>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sym typeface="Symbol" pitchFamily="2" charset="2"/>
                </a:rPr>
                <a:t></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7606" name="Text Box 20">
              <a:extLst>
                <a:ext uri="{FF2B5EF4-FFF2-40B4-BE49-F238E27FC236}">
                  <a16:creationId xmlns:a16="http://schemas.microsoft.com/office/drawing/2014/main" id="{6DCD6182-A45F-2BE2-BFC8-0E44D5036FB3}"/>
                </a:ext>
              </a:extLst>
            </p:cNvPr>
            <p:cNvSpPr txBox="1">
              <a:spLocks noChangeArrowheads="1"/>
            </p:cNvSpPr>
            <p:nvPr/>
          </p:nvSpPr>
          <p:spPr bwMode="auto">
            <a:xfrm>
              <a:off x="1344" y="2694"/>
              <a:ext cx="384" cy="223"/>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 q }</a:t>
              </a:r>
            </a:p>
          </p:txBody>
        </p:sp>
        <p:sp>
          <p:nvSpPr>
            <p:cNvPr id="67607" name="Text Box 21">
              <a:extLst>
                <a:ext uri="{FF2B5EF4-FFF2-40B4-BE49-F238E27FC236}">
                  <a16:creationId xmlns:a16="http://schemas.microsoft.com/office/drawing/2014/main" id="{42EABA52-F53B-8640-C067-B5B000FA6119}"/>
                </a:ext>
              </a:extLst>
            </p:cNvPr>
            <p:cNvSpPr txBox="1">
              <a:spLocks noChangeArrowheads="1"/>
            </p:cNvSpPr>
            <p:nvPr/>
          </p:nvSpPr>
          <p:spPr bwMode="auto">
            <a:xfrm>
              <a:off x="1392" y="2982"/>
              <a:ext cx="336" cy="222"/>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sym typeface="Symbol" pitchFamily="2" charset="2"/>
                </a:rPr>
                <a:t></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7608" name="Text Box 22">
              <a:extLst>
                <a:ext uri="{FF2B5EF4-FFF2-40B4-BE49-F238E27FC236}">
                  <a16:creationId xmlns:a16="http://schemas.microsoft.com/office/drawing/2014/main" id="{C534A855-D347-08E7-0564-00EADFEF27FC}"/>
                </a:ext>
              </a:extLst>
            </p:cNvPr>
            <p:cNvSpPr txBox="1">
              <a:spLocks noChangeArrowheads="1"/>
            </p:cNvSpPr>
            <p:nvPr/>
          </p:nvSpPr>
          <p:spPr bwMode="auto">
            <a:xfrm>
              <a:off x="1872" y="2694"/>
              <a:ext cx="576" cy="223"/>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 q</a:t>
              </a:r>
              <a:r>
                <a:rPr kumimoji="1" lang="en-US" altLang="zh-CN" sz="2400" i="1">
                  <a:solidFill>
                    <a:srgbClr val="800080"/>
                  </a:solidFill>
                  <a:ea typeface="宋体" panose="02010600030101010101" pitchFamily="2" charset="-122"/>
                </a:rPr>
                <a:t>, r</a:t>
              </a:r>
              <a:r>
                <a:rPr kumimoji="1" lang="en-US" altLang="zh-CN" sz="2400" i="1">
                  <a:solidFill>
                    <a:srgbClr val="800080"/>
                  </a:solidFill>
                  <a:latin typeface="Times New Roman" panose="02020603050405020304" pitchFamily="18" charset="0"/>
                  <a:ea typeface="宋体" panose="02010600030101010101" pitchFamily="2" charset="-122"/>
                </a:rPr>
                <a:t> }</a:t>
              </a:r>
            </a:p>
          </p:txBody>
        </p:sp>
        <p:sp>
          <p:nvSpPr>
            <p:cNvPr id="67609" name="Text Box 23">
              <a:extLst>
                <a:ext uri="{FF2B5EF4-FFF2-40B4-BE49-F238E27FC236}">
                  <a16:creationId xmlns:a16="http://schemas.microsoft.com/office/drawing/2014/main" id="{B5247FE0-41F0-C7B0-973D-8BA25FBF032A}"/>
                </a:ext>
              </a:extLst>
            </p:cNvPr>
            <p:cNvSpPr txBox="1">
              <a:spLocks noChangeArrowheads="1"/>
            </p:cNvSpPr>
            <p:nvPr/>
          </p:nvSpPr>
          <p:spPr bwMode="auto">
            <a:xfrm>
              <a:off x="2016" y="2982"/>
              <a:ext cx="336" cy="222"/>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sym typeface="Symbol" pitchFamily="2" charset="2"/>
                </a:rPr>
                <a:t></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sp>
          <p:nvSpPr>
            <p:cNvPr id="67610" name="Text Box 24">
              <a:extLst>
                <a:ext uri="{FF2B5EF4-FFF2-40B4-BE49-F238E27FC236}">
                  <a16:creationId xmlns:a16="http://schemas.microsoft.com/office/drawing/2014/main" id="{5167BA36-91CA-644C-AF08-A7A3A96F57B5}"/>
                </a:ext>
              </a:extLst>
            </p:cNvPr>
            <p:cNvSpPr txBox="1">
              <a:spLocks noChangeArrowheads="1"/>
            </p:cNvSpPr>
            <p:nvPr/>
          </p:nvSpPr>
          <p:spPr bwMode="auto">
            <a:xfrm>
              <a:off x="2016" y="1968"/>
              <a:ext cx="192" cy="222"/>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latin typeface="Times New Roman" panose="02020603050405020304" pitchFamily="18" charset="0"/>
                  <a:ea typeface="宋体" panose="02010600030101010101" pitchFamily="2" charset="-122"/>
                </a:rPr>
                <a:t>1</a:t>
              </a:r>
              <a:endParaRPr kumimoji="1" lang="en-US" altLang="zh-CN" sz="2400" i="1" baseline="-25000">
                <a:solidFill>
                  <a:srgbClr val="800080"/>
                </a:solidFill>
                <a:latin typeface="Times New Roman" panose="02020603050405020304" pitchFamily="18" charset="0"/>
                <a:ea typeface="宋体" panose="02010600030101010101" pitchFamily="2" charset="-122"/>
              </a:endParaRPr>
            </a:p>
          </p:txBody>
        </p:sp>
      </p:grpSp>
      <p:graphicFrame>
        <p:nvGraphicFramePr>
          <p:cNvPr id="67589" name="Object 25">
            <a:extLst>
              <a:ext uri="{FF2B5EF4-FFF2-40B4-BE49-F238E27FC236}">
                <a16:creationId xmlns:a16="http://schemas.microsoft.com/office/drawing/2014/main" id="{D1F01D70-DCFE-08BB-D16B-CE6C8BD09683}"/>
              </a:ext>
            </a:extLst>
          </p:cNvPr>
          <p:cNvGraphicFramePr>
            <a:graphicFrameLocks noChangeAspect="1"/>
          </p:cNvGraphicFramePr>
          <p:nvPr/>
        </p:nvGraphicFramePr>
        <p:xfrm>
          <a:off x="381000" y="4953000"/>
          <a:ext cx="4191000" cy="1344613"/>
        </p:xfrm>
        <a:graphic>
          <a:graphicData uri="http://schemas.openxmlformats.org/presentationml/2006/ole">
            <mc:AlternateContent xmlns:mc="http://schemas.openxmlformats.org/markup-compatibility/2006">
              <mc:Choice xmlns:v="urn:schemas-microsoft-com:vml" Requires="v">
                <p:oleObj name="VISIO" r:id="rId2" imgW="40297100" imgH="12928600" progId="Visio.Drawing.11">
                  <p:embed/>
                </p:oleObj>
              </mc:Choice>
              <mc:Fallback>
                <p:oleObj name="VISIO" r:id="rId2" imgW="40297100" imgH="12928600" progId="Visio.Drawing.11">
                  <p:embed/>
                  <p:pic>
                    <p:nvPicPr>
                      <p:cNvPr id="0" name="Object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953000"/>
                        <a:ext cx="4191000" cy="1344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7590" name="灯片编号占位符 25">
            <a:extLst>
              <a:ext uri="{FF2B5EF4-FFF2-40B4-BE49-F238E27FC236}">
                <a16:creationId xmlns:a16="http://schemas.microsoft.com/office/drawing/2014/main" id="{1A45926E-C288-69A1-DB30-6524B23C134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9095135E-0E81-B846-8C4E-8207798E9D5F}"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56</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9E42B579-C9FB-6CE1-E26E-BAE0E84FC7C3}"/>
              </a:ext>
            </a:extLst>
          </p:cNvPr>
          <p:cNvSpPr>
            <a:spLocks noGrp="1" noChangeArrowheads="1"/>
          </p:cNvSpPr>
          <p:nvPr>
            <p:ph type="title"/>
          </p:nvPr>
        </p:nvSpPr>
        <p:spPr/>
        <p:txBody>
          <a:bodyPr/>
          <a:lstStyle/>
          <a:p>
            <a:pPr eaLnBrk="1" hangingPunct="1"/>
            <a:r>
              <a:rPr lang="en-US" altLang="zh-CN"/>
              <a:t>NFA </a:t>
            </a:r>
            <a:r>
              <a:rPr lang="zh-CN" altLang="en-US"/>
              <a:t>接受的语言</a:t>
            </a:r>
          </a:p>
        </p:txBody>
      </p:sp>
      <p:sp>
        <p:nvSpPr>
          <p:cNvPr id="68611" name="Rectangle 3">
            <a:extLst>
              <a:ext uri="{FF2B5EF4-FFF2-40B4-BE49-F238E27FC236}">
                <a16:creationId xmlns:a16="http://schemas.microsoft.com/office/drawing/2014/main" id="{B8DF462F-7F54-E77F-5860-31007B294BE9}"/>
              </a:ext>
            </a:extLst>
          </p:cNvPr>
          <p:cNvSpPr>
            <a:spLocks noGrp="1" noChangeArrowheads="1"/>
          </p:cNvSpPr>
          <p:nvPr>
            <p:ph type="body" idx="1"/>
          </p:nvPr>
        </p:nvSpPr>
        <p:spPr>
          <a:xfrm>
            <a:off x="457200" y="1981200"/>
            <a:ext cx="8229600" cy="2239963"/>
          </a:xfrm>
        </p:spPr>
        <p:txBody>
          <a:bodyPr/>
          <a:lstStyle/>
          <a:p>
            <a:pPr eaLnBrk="1" hangingPunct="1">
              <a:lnSpc>
                <a:spcPct val="120000"/>
              </a:lnSpc>
            </a:pPr>
            <a:r>
              <a:rPr lang="zh-CN" altLang="en-US" sz="2400" noProof="1"/>
              <a:t>如果接收一个字符串后</a:t>
            </a:r>
            <a:r>
              <a:rPr lang="en" altLang="zh-CN" sz="2400" noProof="1"/>
              <a:t>NFA</a:t>
            </a:r>
            <a:r>
              <a:rPr lang="zh-CN" altLang="en-US" sz="2400" noProof="1"/>
              <a:t>进入一个状态集</a:t>
            </a:r>
            <a:r>
              <a:rPr lang="zh-CN" altLang="zh-CN" sz="2400">
                <a:ea typeface="宋体" panose="02010600030101010101" pitchFamily="2" charset="-122"/>
              </a:rPr>
              <a:t>，</a:t>
            </a:r>
            <a:r>
              <a:rPr lang="en-US" altLang="zh-CN" sz="2400">
                <a:ea typeface="宋体" panose="02010600030101010101" pitchFamily="2" charset="-122"/>
              </a:rPr>
              <a:t>而此集合包含一个以上</a:t>
            </a:r>
            <a:r>
              <a:rPr lang="en-US" altLang="zh-CN" sz="2400" noProof="1"/>
              <a:t>F</a:t>
            </a:r>
            <a:r>
              <a:rPr lang="zh-CN" altLang="en-US" sz="2400" noProof="1"/>
              <a:t>中的状态</a:t>
            </a:r>
            <a:r>
              <a:rPr lang="zh-CN" altLang="zh-CN" sz="2400">
                <a:ea typeface="宋体" panose="02010600030101010101" pitchFamily="2" charset="-122"/>
              </a:rPr>
              <a:t>，</a:t>
            </a:r>
            <a:r>
              <a:rPr lang="en-US" altLang="zh-CN" sz="2400">
                <a:ea typeface="宋体" panose="02010600030101010101" pitchFamily="2" charset="-122"/>
              </a:rPr>
              <a:t>则</a:t>
            </a:r>
            <a:r>
              <a:rPr lang="zh-CN" altLang="zh-CN" sz="2400">
                <a:ea typeface="宋体" panose="02010600030101010101" pitchFamily="2" charset="-122"/>
              </a:rPr>
              <a:t>称</a:t>
            </a:r>
            <a:r>
              <a:rPr lang="en" altLang="zh-CN" sz="2400" noProof="1"/>
              <a:t>NFA</a:t>
            </a:r>
            <a:r>
              <a:rPr lang="zh-CN" altLang="en-US" sz="2400" noProof="1"/>
              <a:t>接收该字符串</a:t>
            </a:r>
            <a:r>
              <a:rPr lang="zh-CN" altLang="zh-CN" sz="2400" noProof="1"/>
              <a:t>。</a:t>
            </a:r>
            <a:endParaRPr lang="zh-CN" altLang="en-US" sz="2400">
              <a:ea typeface="宋体" panose="02010600030101010101" pitchFamily="2" charset="-122"/>
            </a:endParaRPr>
          </a:p>
          <a:p>
            <a:pPr eaLnBrk="1" hangingPunct="1">
              <a:lnSpc>
                <a:spcPct val="120000"/>
              </a:lnSpc>
            </a:pPr>
            <a:r>
              <a:rPr lang="zh-CN" altLang="en-US" sz="2400">
                <a:ea typeface="宋体" panose="02010600030101010101" pitchFamily="2" charset="-122"/>
              </a:rPr>
              <a:t>设一个 </a:t>
            </a:r>
            <a:r>
              <a:rPr kumimoji="1" lang="en-US" altLang="zh-CN" sz="2400">
                <a:ea typeface="宋体" panose="02010600030101010101" pitchFamily="2" charset="-122"/>
              </a:rPr>
              <a:t>M = ( S, Σ, δ,  S</a:t>
            </a:r>
            <a:r>
              <a:rPr kumimoji="1" lang="en-US" altLang="zh-CN" sz="2400" baseline="-25000">
                <a:ea typeface="宋体" panose="02010600030101010101" pitchFamily="2" charset="-122"/>
              </a:rPr>
              <a:t>0</a:t>
            </a:r>
            <a:r>
              <a:rPr kumimoji="1" lang="en-US" altLang="zh-CN" sz="2400">
                <a:ea typeface="宋体" panose="02010600030101010101" pitchFamily="2" charset="-122"/>
              </a:rPr>
              <a:t>, F )</a:t>
            </a:r>
            <a:r>
              <a:rPr lang="en-US" altLang="zh-CN" sz="2400">
                <a:ea typeface="宋体" panose="02010600030101010101" pitchFamily="2" charset="-122"/>
              </a:rPr>
              <a:t> </a:t>
            </a:r>
            <a:r>
              <a:rPr lang="zh-CN" altLang="en-US" sz="2400">
                <a:ea typeface="宋体" panose="02010600030101010101" pitchFamily="2" charset="-122"/>
              </a:rPr>
              <a:t>，</a:t>
            </a:r>
            <a:r>
              <a:rPr lang="zh-CN" altLang="en-US" sz="2400">
                <a:ea typeface="宋体" panose="02010600030101010101" pitchFamily="2" charset="-122"/>
                <a:sym typeface="Symbol" pitchFamily="2" charset="2"/>
              </a:rPr>
              <a:t>定义 </a:t>
            </a:r>
            <a:r>
              <a:rPr lang="en-US" altLang="zh-CN" sz="2400">
                <a:ea typeface="宋体" panose="02010600030101010101" pitchFamily="2" charset="-122"/>
              </a:rPr>
              <a:t>M </a:t>
            </a:r>
            <a:r>
              <a:rPr lang="zh-CN" altLang="en-US" sz="2400">
                <a:ea typeface="宋体" panose="02010600030101010101" pitchFamily="2" charset="-122"/>
                <a:sym typeface="Symbol" pitchFamily="2" charset="2"/>
              </a:rPr>
              <a:t>的语言：</a:t>
            </a:r>
          </a:p>
          <a:p>
            <a:pPr eaLnBrk="1" hangingPunct="1">
              <a:lnSpc>
                <a:spcPct val="120000"/>
              </a:lnSpc>
              <a:buFont typeface="Wingdings" pitchFamily="2" charset="2"/>
              <a:buNone/>
            </a:pPr>
            <a:r>
              <a:rPr lang="zh-CN" altLang="en-US" sz="2400">
                <a:ea typeface="宋体" panose="02010600030101010101" pitchFamily="2" charset="-122"/>
                <a:sym typeface="Symbol" pitchFamily="2" charset="2"/>
              </a:rPr>
              <a:t>          </a:t>
            </a:r>
            <a:r>
              <a:rPr lang="en-US" altLang="zh-CN" sz="2400">
                <a:ea typeface="宋体" panose="02010600030101010101" pitchFamily="2" charset="-122"/>
              </a:rPr>
              <a:t>L</a:t>
            </a:r>
            <a:r>
              <a:rPr lang="en-US" altLang="zh-CN" sz="2400">
                <a:ea typeface="宋体" panose="02010600030101010101" pitchFamily="2" charset="-122"/>
                <a:sym typeface="Symbol" pitchFamily="2" charset="2"/>
              </a:rPr>
              <a:t>(</a:t>
            </a:r>
            <a:r>
              <a:rPr lang="en-US" altLang="zh-CN" sz="2400">
                <a:ea typeface="宋体" panose="02010600030101010101" pitchFamily="2" charset="-122"/>
              </a:rPr>
              <a:t>M</a:t>
            </a:r>
            <a:r>
              <a:rPr lang="en-US" altLang="zh-CN" sz="2400">
                <a:ea typeface="宋体" panose="02010600030101010101" pitchFamily="2" charset="-122"/>
                <a:sym typeface="Symbol" pitchFamily="2" charset="2"/>
              </a:rPr>
              <a:t>) =  </a:t>
            </a:r>
            <a:r>
              <a:rPr kumimoji="1" lang="en-US" altLang="zh-CN" sz="2400">
                <a:ea typeface="宋体" panose="02010600030101010101" pitchFamily="2" charset="-122"/>
              </a:rPr>
              <a:t>α</a:t>
            </a:r>
            <a:r>
              <a:rPr lang="en-US" altLang="zh-CN" sz="2400">
                <a:ea typeface="宋体" panose="02010600030101010101" pitchFamily="2" charset="-122"/>
                <a:sym typeface="Symbol" pitchFamily="2" charset="2"/>
              </a:rPr>
              <a:t>   ( </a:t>
            </a:r>
            <a:r>
              <a:rPr lang="en-US" altLang="zh-CN" sz="2400">
                <a:ea typeface="宋体" panose="02010600030101010101" pitchFamily="2" charset="-122"/>
              </a:rPr>
              <a:t>S</a:t>
            </a:r>
            <a:r>
              <a:rPr lang="en-US" altLang="zh-CN" sz="2400" baseline="-25000">
                <a:ea typeface="宋体" panose="02010600030101010101" pitchFamily="2" charset="-122"/>
              </a:rPr>
              <a:t>0</a:t>
            </a:r>
            <a:r>
              <a:rPr lang="en-US" altLang="zh-CN" sz="2400">
                <a:ea typeface="宋体" panose="02010600030101010101" pitchFamily="2" charset="-122"/>
              </a:rPr>
              <a:t> </a:t>
            </a:r>
            <a:r>
              <a:rPr lang="en-US" altLang="zh-CN" sz="2400">
                <a:ea typeface="宋体" panose="02010600030101010101" pitchFamily="2" charset="-122"/>
                <a:sym typeface="Symbol" pitchFamily="2" charset="2"/>
              </a:rPr>
              <a:t>, </a:t>
            </a:r>
            <a:r>
              <a:rPr kumimoji="1" lang="en-US" altLang="zh-CN" sz="2400">
                <a:ea typeface="宋体" panose="02010600030101010101" pitchFamily="2" charset="-122"/>
              </a:rPr>
              <a:t>α</a:t>
            </a:r>
            <a:r>
              <a:rPr lang="en-US" altLang="zh-CN" sz="2400">
                <a:ea typeface="宋体" panose="02010600030101010101" pitchFamily="2" charset="-122"/>
                <a:sym typeface="Symbol" pitchFamily="2" charset="2"/>
              </a:rPr>
              <a:t>) </a:t>
            </a:r>
            <a:r>
              <a:rPr lang="en-US" altLang="zh-CN" sz="2400">
                <a:ea typeface="宋体" panose="02010600030101010101" pitchFamily="2" charset="-122"/>
              </a:rPr>
              <a:t> F</a:t>
            </a:r>
            <a:r>
              <a:rPr lang="en-US" altLang="zh-CN" sz="2400">
                <a:ea typeface="宋体" panose="02010600030101010101" pitchFamily="2" charset="-122"/>
                <a:sym typeface="Symbol" pitchFamily="2" charset="2"/>
              </a:rPr>
              <a:t>   </a:t>
            </a:r>
            <a:r>
              <a:rPr lang="en-US" altLang="zh-CN" sz="2400">
                <a:ea typeface="宋体" panose="02010600030101010101" pitchFamily="2" charset="-122"/>
              </a:rPr>
              <a:t> </a:t>
            </a:r>
          </a:p>
          <a:p>
            <a:pPr eaLnBrk="1" hangingPunct="1">
              <a:lnSpc>
                <a:spcPct val="120000"/>
              </a:lnSpc>
            </a:pPr>
            <a:endParaRPr lang="en-US" altLang="zh-CN" sz="2400">
              <a:ea typeface="宋体" panose="02010600030101010101" pitchFamily="2" charset="-122"/>
            </a:endParaRPr>
          </a:p>
        </p:txBody>
      </p:sp>
      <p:sp>
        <p:nvSpPr>
          <p:cNvPr id="68612" name="Rectangle 4">
            <a:extLst>
              <a:ext uri="{FF2B5EF4-FFF2-40B4-BE49-F238E27FC236}">
                <a16:creationId xmlns:a16="http://schemas.microsoft.com/office/drawing/2014/main" id="{2FE15C12-D95A-9A99-7810-267BBF360845}"/>
              </a:ext>
            </a:extLst>
          </p:cNvPr>
          <p:cNvSpPr>
            <a:spLocks noChangeArrowheads="1"/>
          </p:cNvSpPr>
          <p:nvPr/>
        </p:nvSpPr>
        <p:spPr bwMode="auto">
          <a:xfrm>
            <a:off x="611188" y="4292600"/>
            <a:ext cx="7920037" cy="1784350"/>
          </a:xfrm>
          <a:prstGeom prst="rect">
            <a:avLst/>
          </a:prstGeom>
          <a:noFill/>
          <a:ln w="9525" algn="ctr">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lnSpc>
                <a:spcPct val="115000"/>
              </a:lnSpc>
              <a:spcBef>
                <a:spcPct val="0"/>
              </a:spcBef>
              <a:buClrTx/>
              <a:buSzTx/>
              <a:buFontTx/>
              <a:buNone/>
            </a:pPr>
            <a:r>
              <a:rPr kumimoji="1" lang="zh-CN" altLang="en-US" sz="2400">
                <a:ea typeface="宋体" panose="02010600030101010101" pitchFamily="2" charset="-122"/>
              </a:rPr>
              <a:t>对任意输入字符串 </a:t>
            </a:r>
            <a:r>
              <a:rPr kumimoji="1" lang="en-US" altLang="zh-CN" sz="2400">
                <a:ea typeface="宋体" panose="02010600030101010101" pitchFamily="2" charset="-122"/>
              </a:rPr>
              <a:t>α∈Σ*,</a:t>
            </a:r>
            <a:r>
              <a:rPr kumimoji="1" lang="zh-CN" altLang="en-US" sz="2400">
                <a:ea typeface="宋体" panose="02010600030101010101" pitchFamily="2" charset="-122"/>
              </a:rPr>
              <a:t>若存在一条从某初态结点</a:t>
            </a:r>
            <a:r>
              <a:rPr kumimoji="1" lang="en-US" altLang="zh-CN" sz="2400">
                <a:ea typeface="宋体" panose="02010600030101010101" pitchFamily="2" charset="-122"/>
              </a:rPr>
              <a:t>S</a:t>
            </a:r>
            <a:r>
              <a:rPr kumimoji="1" lang="en-US" altLang="zh-CN" sz="2400" baseline="-25000">
                <a:ea typeface="宋体" panose="02010600030101010101" pitchFamily="2" charset="-122"/>
              </a:rPr>
              <a:t>0</a:t>
            </a:r>
            <a:r>
              <a:rPr kumimoji="1" lang="zh-CN" altLang="en-US" sz="2400">
                <a:ea typeface="宋体" panose="02010600030101010101" pitchFamily="2" charset="-122"/>
              </a:rPr>
              <a:t>到某一终态结点的通路</a:t>
            </a:r>
            <a:r>
              <a:rPr kumimoji="1" lang="en-US" altLang="zh-CN" sz="2400">
                <a:ea typeface="宋体" panose="02010600030101010101" pitchFamily="2" charset="-122"/>
              </a:rPr>
              <a:t>, </a:t>
            </a:r>
            <a:r>
              <a:rPr kumimoji="1" lang="zh-CN" altLang="en-US" sz="2400">
                <a:ea typeface="宋体" panose="02010600030101010101" pitchFamily="2" charset="-122"/>
              </a:rPr>
              <a:t>且这条通路上所有弧的标记连接成的字等于</a:t>
            </a:r>
            <a:r>
              <a:rPr kumimoji="1" lang="en-US" altLang="zh-CN" sz="2400">
                <a:ea typeface="宋体" panose="02010600030101010101" pitchFamily="2" charset="-122"/>
              </a:rPr>
              <a:t>α</a:t>
            </a:r>
            <a:r>
              <a:rPr kumimoji="1" lang="zh-CN" altLang="en-US" sz="2400">
                <a:ea typeface="宋体" panose="02010600030101010101" pitchFamily="2" charset="-122"/>
              </a:rPr>
              <a:t>（弧上的</a:t>
            </a:r>
            <a:r>
              <a:rPr kumimoji="1" lang="en-US" altLang="zh-CN" sz="2400">
                <a:ea typeface="宋体" panose="02010600030101010101" pitchFamily="2" charset="-122"/>
              </a:rPr>
              <a:t>ε</a:t>
            </a:r>
            <a:r>
              <a:rPr kumimoji="1" lang="zh-CN" altLang="en-US" sz="2400">
                <a:ea typeface="宋体" panose="02010600030101010101" pitchFamily="2" charset="-122"/>
              </a:rPr>
              <a:t>忽略不计）</a:t>
            </a:r>
            <a:r>
              <a:rPr kumimoji="1" lang="en-US" altLang="zh-CN" sz="2400">
                <a:ea typeface="宋体" panose="02010600030101010101" pitchFamily="2" charset="-122"/>
              </a:rPr>
              <a:t>,</a:t>
            </a:r>
            <a:r>
              <a:rPr kumimoji="1" lang="zh-CN" altLang="en-US" sz="2400">
                <a:ea typeface="宋体" panose="02010600030101010101" pitchFamily="2" charset="-122"/>
              </a:rPr>
              <a:t>则称</a:t>
            </a:r>
            <a:r>
              <a:rPr kumimoji="1" lang="en-US" altLang="zh-CN" sz="2400">
                <a:solidFill>
                  <a:srgbClr val="990000"/>
                </a:solidFill>
                <a:ea typeface="宋体" panose="02010600030101010101" pitchFamily="2" charset="-122"/>
              </a:rPr>
              <a:t>α</a:t>
            </a:r>
            <a:r>
              <a:rPr kumimoji="1" lang="zh-CN" altLang="en-US" sz="2400">
                <a:solidFill>
                  <a:srgbClr val="990000"/>
                </a:solidFill>
                <a:ea typeface="宋体" panose="02010600030101010101" pitchFamily="2" charset="-122"/>
              </a:rPr>
              <a:t>可以被</a:t>
            </a:r>
            <a:r>
              <a:rPr kumimoji="1" lang="en-US" altLang="zh-CN" sz="2400">
                <a:solidFill>
                  <a:srgbClr val="990000"/>
                </a:solidFill>
                <a:ea typeface="宋体" panose="02010600030101010101" pitchFamily="2" charset="-122"/>
              </a:rPr>
              <a:t>NFA M</a:t>
            </a:r>
            <a:r>
              <a:rPr kumimoji="1" lang="zh-CN" altLang="en-US" sz="2400">
                <a:solidFill>
                  <a:srgbClr val="990000"/>
                </a:solidFill>
                <a:ea typeface="宋体" panose="02010600030101010101" pitchFamily="2" charset="-122"/>
              </a:rPr>
              <a:t>所识别（读出、接受）</a:t>
            </a:r>
            <a:r>
              <a:rPr kumimoji="1" lang="zh-CN" altLang="en-US" sz="2400">
                <a:ea typeface="宋体" panose="02010600030101010101" pitchFamily="2" charset="-122"/>
              </a:rPr>
              <a:t>。</a:t>
            </a:r>
          </a:p>
        </p:txBody>
      </p:sp>
      <p:sp>
        <p:nvSpPr>
          <p:cNvPr id="68613" name="灯片编号占位符 4">
            <a:extLst>
              <a:ext uri="{FF2B5EF4-FFF2-40B4-BE49-F238E27FC236}">
                <a16:creationId xmlns:a16="http://schemas.microsoft.com/office/drawing/2014/main" id="{CAB1D329-09D9-7D29-8181-3F1DA9F5A64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F7EED1B5-0E6F-8048-98CC-42F327F0FF48}"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57</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D6F3F4B5-34EB-C908-76DE-C5CDC4297A05}"/>
              </a:ext>
            </a:extLst>
          </p:cNvPr>
          <p:cNvSpPr>
            <a:spLocks noGrp="1" noChangeArrowheads="1"/>
          </p:cNvSpPr>
          <p:nvPr>
            <p:ph type="title"/>
          </p:nvPr>
        </p:nvSpPr>
        <p:spPr/>
        <p:txBody>
          <a:bodyPr/>
          <a:lstStyle/>
          <a:p>
            <a:pPr eaLnBrk="1" hangingPunct="1"/>
            <a:r>
              <a:rPr lang="en-US" altLang="zh-CN"/>
              <a:t>NFA</a:t>
            </a:r>
            <a:r>
              <a:rPr lang="zh-CN" altLang="en-US"/>
              <a:t>和</a:t>
            </a:r>
            <a:r>
              <a:rPr lang="en-US" altLang="zh-CN"/>
              <a:t>DFA</a:t>
            </a:r>
            <a:r>
              <a:rPr lang="zh-CN" altLang="en-US"/>
              <a:t>的等价性</a:t>
            </a:r>
          </a:p>
        </p:txBody>
      </p:sp>
      <p:sp>
        <p:nvSpPr>
          <p:cNvPr id="823299" name="Rectangle 3">
            <a:extLst>
              <a:ext uri="{FF2B5EF4-FFF2-40B4-BE49-F238E27FC236}">
                <a16:creationId xmlns:a16="http://schemas.microsoft.com/office/drawing/2014/main" id="{16A2E09E-30FD-A780-F6EF-47296A613A9A}"/>
              </a:ext>
            </a:extLst>
          </p:cNvPr>
          <p:cNvSpPr>
            <a:spLocks noGrp="1" noChangeArrowheads="1"/>
          </p:cNvSpPr>
          <p:nvPr>
            <p:ph type="body" idx="1"/>
          </p:nvPr>
        </p:nvSpPr>
        <p:spPr/>
        <p:txBody>
          <a:bodyPr/>
          <a:lstStyle/>
          <a:p>
            <a:pPr eaLnBrk="1" hangingPunct="1">
              <a:lnSpc>
                <a:spcPct val="130000"/>
              </a:lnSpc>
            </a:pPr>
            <a:r>
              <a:rPr lang="en" altLang="zh-CN" sz="2400" noProof="1"/>
              <a:t>DFA</a:t>
            </a:r>
            <a:r>
              <a:rPr lang="zh-CN" altLang="en-US" sz="2400" noProof="1"/>
              <a:t>是</a:t>
            </a:r>
            <a:r>
              <a:rPr lang="en" altLang="zh-CN" sz="2400" noProof="1"/>
              <a:t>NFA</a:t>
            </a:r>
            <a:r>
              <a:rPr lang="zh-CN" altLang="zh-CN" sz="2400" noProof="1"/>
              <a:t>的特例</a:t>
            </a:r>
            <a:r>
              <a:rPr lang="zh-CN" altLang="zh-CN" sz="2400">
                <a:ea typeface="宋体" panose="02010600030101010101" pitchFamily="2" charset="-122"/>
              </a:rPr>
              <a:t>，所以</a:t>
            </a:r>
            <a:r>
              <a:rPr lang="en" altLang="zh-CN" sz="2400" noProof="1"/>
              <a:t>NFA</a:t>
            </a:r>
            <a:r>
              <a:rPr lang="zh-CN" altLang="en-US" sz="2400" noProof="1"/>
              <a:t>必然能接收</a:t>
            </a:r>
            <a:r>
              <a:rPr lang="en" altLang="zh-CN" sz="2400" noProof="1"/>
              <a:t>DFA</a:t>
            </a:r>
            <a:r>
              <a:rPr lang="zh-CN" altLang="en-US" sz="2400" noProof="1"/>
              <a:t>能接收的语言</a:t>
            </a:r>
            <a:r>
              <a:rPr lang="zh-CN" altLang="zh-CN" sz="2400">
                <a:ea typeface="宋体" panose="02010600030101010101" pitchFamily="2" charset="-122"/>
              </a:rPr>
              <a:t>。</a:t>
            </a:r>
            <a:endParaRPr lang="zh-CN" altLang="en-US" sz="2400">
              <a:ea typeface="宋体" panose="02010600030101010101" pitchFamily="2" charset="-122"/>
            </a:endParaRPr>
          </a:p>
          <a:p>
            <a:pPr eaLnBrk="1" hangingPunct="1">
              <a:lnSpc>
                <a:spcPct val="130000"/>
              </a:lnSpc>
            </a:pPr>
            <a:r>
              <a:rPr lang="zh-CN" altLang="en-US" sz="2400" noProof="1"/>
              <a:t>一个</a:t>
            </a:r>
            <a:r>
              <a:rPr lang="en" altLang="zh-CN" sz="2400" noProof="1"/>
              <a:t>NFA</a:t>
            </a:r>
            <a:r>
              <a:rPr lang="zh-CN" altLang="en-US" sz="2400" noProof="1"/>
              <a:t>所能接收的语言能被另一个</a:t>
            </a:r>
            <a:r>
              <a:rPr lang="en" altLang="zh-CN" sz="2400" noProof="1"/>
              <a:t>DFA</a:t>
            </a:r>
            <a:r>
              <a:rPr lang="zh-CN" altLang="en-US" sz="2400" noProof="1"/>
              <a:t>所接收</a:t>
            </a:r>
            <a:r>
              <a:rPr lang="en-US" altLang="zh-CN" sz="2400">
                <a:ea typeface="宋体" panose="02010600030101010101" pitchFamily="2" charset="-122"/>
              </a:rPr>
              <a:t>?</a:t>
            </a:r>
          </a:p>
          <a:p>
            <a:pPr eaLnBrk="1" hangingPunct="1">
              <a:lnSpc>
                <a:spcPct val="130000"/>
              </a:lnSpc>
            </a:pPr>
            <a:r>
              <a:rPr lang="zh-CN" altLang="en-US" sz="2400" noProof="1"/>
              <a:t>设一个</a:t>
            </a:r>
            <a:r>
              <a:rPr lang="en" altLang="zh-CN" sz="2400" noProof="1"/>
              <a:t>NFA</a:t>
            </a:r>
            <a:r>
              <a:rPr lang="zh-CN" altLang="en-US" sz="2400" noProof="1"/>
              <a:t>接受语言</a:t>
            </a:r>
            <a:r>
              <a:rPr lang="en" altLang="zh-CN" sz="2400" noProof="1"/>
              <a:t>L</a:t>
            </a:r>
            <a:r>
              <a:rPr lang="zh-CN" altLang="zh-CN" sz="2400">
                <a:ea typeface="宋体" panose="02010600030101010101" pitchFamily="2" charset="-122"/>
              </a:rPr>
              <a:t>，那么</a:t>
            </a:r>
            <a:r>
              <a:rPr lang="en-US" altLang="zh-CN" sz="2400">
                <a:ea typeface="宋体" panose="02010600030101010101" pitchFamily="2" charset="-122"/>
              </a:rPr>
              <a:t>存在一个</a:t>
            </a:r>
            <a:r>
              <a:rPr lang="en-US" altLang="zh-CN" sz="2400" noProof="1"/>
              <a:t>DFA</a:t>
            </a:r>
            <a:r>
              <a:rPr lang="zh-CN" altLang="en-US" sz="2400" noProof="1"/>
              <a:t>接受</a:t>
            </a:r>
            <a:r>
              <a:rPr lang="en" altLang="zh-CN" sz="2400" noProof="1"/>
              <a:t>L。</a:t>
            </a:r>
          </a:p>
          <a:p>
            <a:pPr lvl="1" eaLnBrk="1" hangingPunct="1">
              <a:lnSpc>
                <a:spcPct val="130000"/>
              </a:lnSpc>
            </a:pPr>
            <a:r>
              <a:rPr lang="zh-CN" altLang="en-US" sz="2000" noProof="1"/>
              <a:t>证明策略:对于任意一个</a:t>
            </a:r>
            <a:r>
              <a:rPr lang="en" altLang="zh-CN" sz="2000" noProof="1"/>
              <a:t>NFA</a:t>
            </a:r>
            <a:r>
              <a:rPr lang="zh-CN" altLang="zh-CN" sz="2000">
                <a:ea typeface="宋体" panose="02010600030101010101" pitchFamily="2" charset="-122"/>
              </a:rPr>
              <a:t>，</a:t>
            </a:r>
            <a:r>
              <a:rPr lang="en-US" altLang="zh-CN" sz="2000">
                <a:ea typeface="宋体" panose="02010600030101010101" pitchFamily="2" charset="-122"/>
              </a:rPr>
              <a:t>构造一个接收它所能接收语言的</a:t>
            </a:r>
            <a:r>
              <a:rPr lang="en-US" altLang="zh-CN" sz="2000" noProof="1"/>
              <a:t>DFA</a:t>
            </a:r>
            <a:r>
              <a:rPr lang="zh-CN" altLang="zh-CN" sz="2000">
                <a:ea typeface="宋体" panose="02010600030101010101" pitchFamily="2" charset="-122"/>
              </a:rPr>
              <a:t>，</a:t>
            </a:r>
            <a:r>
              <a:rPr lang="en-US" altLang="zh-CN" sz="2000">
                <a:ea typeface="宋体" panose="02010600030101010101" pitchFamily="2" charset="-122"/>
              </a:rPr>
              <a:t>这个</a:t>
            </a:r>
            <a:r>
              <a:rPr lang="en-US" altLang="zh-CN" sz="2000" noProof="1"/>
              <a:t>DFA</a:t>
            </a:r>
            <a:r>
              <a:rPr lang="zh-CN" altLang="en-US" sz="2000" noProof="1"/>
              <a:t>的状态对应</a:t>
            </a:r>
            <a:r>
              <a:rPr lang="zh-CN" altLang="zh-CN" sz="2000">
                <a:ea typeface="宋体" panose="02010600030101010101" pitchFamily="2" charset="-122"/>
              </a:rPr>
              <a:t>了</a:t>
            </a:r>
            <a:r>
              <a:rPr lang="en" altLang="zh-CN" sz="2000" noProof="1"/>
              <a:t>NFA</a:t>
            </a:r>
            <a:r>
              <a:rPr lang="zh-CN" altLang="en-US" sz="2000" noProof="1"/>
              <a:t>的状态集合。</a:t>
            </a:r>
            <a:endParaRPr lang="zh-CN" altLang="en-US" sz="2000">
              <a:ea typeface="宋体" panose="02010600030101010101" pitchFamily="2" charset="-122"/>
            </a:endParaRPr>
          </a:p>
          <a:p>
            <a:pPr eaLnBrk="1" hangingPunct="1">
              <a:lnSpc>
                <a:spcPct val="130000"/>
              </a:lnSpc>
            </a:pPr>
            <a:endParaRPr lang="en-US" altLang="zh-CN" sz="2400">
              <a:ea typeface="宋体" panose="02010600030101010101" pitchFamily="2" charset="-122"/>
            </a:endParaRPr>
          </a:p>
        </p:txBody>
      </p:sp>
      <p:sp>
        <p:nvSpPr>
          <p:cNvPr id="69636" name="灯片编号占位符 3">
            <a:extLst>
              <a:ext uri="{FF2B5EF4-FFF2-40B4-BE49-F238E27FC236}">
                <a16:creationId xmlns:a16="http://schemas.microsoft.com/office/drawing/2014/main" id="{1D7D43D0-78EE-EE19-A7EE-96FEE1E4907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4BA7B865-FFB0-674D-B1BD-F032569F374A}"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58</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23299">
                                            <p:txEl>
                                              <p:pRg st="1" end="1"/>
                                            </p:txEl>
                                          </p:spTgt>
                                        </p:tgtEl>
                                        <p:attrNameLst>
                                          <p:attrName>style.visibility</p:attrName>
                                        </p:attrNameLst>
                                      </p:cBhvr>
                                      <p:to>
                                        <p:strVal val="visible"/>
                                      </p:to>
                                    </p:set>
                                    <p:animEffect transition="in" filter="wipe(left)">
                                      <p:cBhvr>
                                        <p:cTn id="7" dur="500"/>
                                        <p:tgtEl>
                                          <p:spTgt spid="82329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23299">
                                            <p:txEl>
                                              <p:pRg st="2" end="2"/>
                                            </p:txEl>
                                          </p:spTgt>
                                        </p:tgtEl>
                                        <p:attrNameLst>
                                          <p:attrName>style.visibility</p:attrName>
                                        </p:attrNameLst>
                                      </p:cBhvr>
                                      <p:to>
                                        <p:strVal val="visible"/>
                                      </p:to>
                                    </p:set>
                                    <p:animEffect transition="in" filter="wipe(left)">
                                      <p:cBhvr>
                                        <p:cTn id="12" dur="500"/>
                                        <p:tgtEl>
                                          <p:spTgt spid="82329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23299">
                                            <p:txEl>
                                              <p:pRg st="3" end="3"/>
                                            </p:txEl>
                                          </p:spTgt>
                                        </p:tgtEl>
                                        <p:attrNameLst>
                                          <p:attrName>style.visibility</p:attrName>
                                        </p:attrNameLst>
                                      </p:cBhvr>
                                      <p:to>
                                        <p:strVal val="visible"/>
                                      </p:to>
                                    </p:set>
                                    <p:animEffect transition="in" filter="wipe(left)">
                                      <p:cBhvr>
                                        <p:cTn id="17" dur="500"/>
                                        <p:tgtEl>
                                          <p:spTgt spid="8232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DD4BFB2D-2CE9-C760-17CC-42543410A2DC}"/>
              </a:ext>
            </a:extLst>
          </p:cNvPr>
          <p:cNvSpPr>
            <a:spLocks noGrp="1" noChangeArrowheads="1"/>
          </p:cNvSpPr>
          <p:nvPr>
            <p:ph type="title"/>
          </p:nvPr>
        </p:nvSpPr>
        <p:spPr>
          <a:xfrm>
            <a:off x="457200" y="457200"/>
            <a:ext cx="8229600" cy="884238"/>
          </a:xfrm>
        </p:spPr>
        <p:txBody>
          <a:bodyPr/>
          <a:lstStyle/>
          <a:p>
            <a:pPr eaLnBrk="1" hangingPunct="1"/>
            <a:r>
              <a:rPr lang="en-US" altLang="zh-CN"/>
              <a:t>NFA</a:t>
            </a:r>
            <a:r>
              <a:rPr lang="zh-CN" altLang="en-US"/>
              <a:t>和</a:t>
            </a:r>
            <a:r>
              <a:rPr lang="en-US" altLang="zh-CN"/>
              <a:t>DFA</a:t>
            </a:r>
            <a:r>
              <a:rPr lang="zh-CN" altLang="en-US"/>
              <a:t>等价性证明</a:t>
            </a:r>
          </a:p>
        </p:txBody>
      </p:sp>
      <p:sp>
        <p:nvSpPr>
          <p:cNvPr id="824323" name="Rectangle 3">
            <a:extLst>
              <a:ext uri="{FF2B5EF4-FFF2-40B4-BE49-F238E27FC236}">
                <a16:creationId xmlns:a16="http://schemas.microsoft.com/office/drawing/2014/main" id="{AE94C6C3-6232-386B-1D80-25F2899AD78C}"/>
              </a:ext>
            </a:extLst>
          </p:cNvPr>
          <p:cNvSpPr>
            <a:spLocks noGrp="1" noChangeArrowheads="1"/>
          </p:cNvSpPr>
          <p:nvPr>
            <p:ph type="body" idx="1"/>
          </p:nvPr>
        </p:nvSpPr>
        <p:spPr>
          <a:xfrm>
            <a:off x="457200" y="1260475"/>
            <a:ext cx="8229600" cy="1376363"/>
          </a:xfrm>
        </p:spPr>
        <p:txBody>
          <a:bodyPr/>
          <a:lstStyle/>
          <a:p>
            <a:pPr eaLnBrk="1" hangingPunct="1">
              <a:buFont typeface="Wingdings" pitchFamily="2" charset="2"/>
              <a:buNone/>
            </a:pPr>
            <a:r>
              <a:rPr lang="zh-CN" altLang="en-US" sz="2800">
                <a:ea typeface="宋体" panose="02010600030101010101" pitchFamily="2" charset="-122"/>
              </a:rPr>
              <a:t>（</a:t>
            </a:r>
            <a:r>
              <a:rPr lang="en-US" altLang="zh-CN" sz="2800">
                <a:ea typeface="宋体" panose="02010600030101010101" pitchFamily="2" charset="-122"/>
              </a:rPr>
              <a:t>1</a:t>
            </a:r>
            <a:r>
              <a:rPr lang="zh-CN" altLang="en-US" sz="2800">
                <a:ea typeface="宋体" panose="02010600030101010101" pitchFamily="2" charset="-122"/>
              </a:rPr>
              <a:t>）对</a:t>
            </a:r>
            <a:r>
              <a:rPr lang="en-US" altLang="zh-CN" sz="2800">
                <a:ea typeface="宋体" panose="02010600030101010101" pitchFamily="2" charset="-122"/>
              </a:rPr>
              <a:t>NFA M</a:t>
            </a:r>
            <a:r>
              <a:rPr lang="zh-CN" altLang="en-US" sz="2800">
                <a:ea typeface="宋体" panose="02010600030101010101" pitchFamily="2" charset="-122"/>
              </a:rPr>
              <a:t>的状态转换图进行改造，得到</a:t>
            </a:r>
            <a:r>
              <a:rPr lang="en-US" altLang="zh-CN" sz="2800">
                <a:ea typeface="宋体" panose="02010600030101010101" pitchFamily="2" charset="-122"/>
              </a:rPr>
              <a:t>M</a:t>
            </a:r>
            <a:r>
              <a:rPr lang="en-US" altLang="zh-CN" sz="2800">
                <a:ea typeface="宋体" panose="02010600030101010101" pitchFamily="2" charset="-122"/>
                <a:sym typeface="Symbol" pitchFamily="2" charset="2"/>
              </a:rPr>
              <a:t> </a:t>
            </a:r>
            <a:endParaRPr lang="en-US" altLang="zh-CN" sz="2800">
              <a:ea typeface="宋体" panose="02010600030101010101" pitchFamily="2" charset="-122"/>
            </a:endParaRPr>
          </a:p>
          <a:p>
            <a:pPr lvl="1" eaLnBrk="1" hangingPunct="1">
              <a:buFont typeface="Wingdings" pitchFamily="2" charset="2"/>
              <a:buNone/>
            </a:pPr>
            <a:r>
              <a:rPr lang="en-US" altLang="zh-CN" sz="2400">
                <a:ea typeface="宋体" panose="02010600030101010101" pitchFamily="2" charset="-122"/>
              </a:rPr>
              <a:t>1</a:t>
            </a:r>
            <a:r>
              <a:rPr lang="zh-CN" altLang="en-US" sz="2400">
                <a:ea typeface="宋体" panose="02010600030101010101" pitchFamily="2" charset="-122"/>
              </a:rPr>
              <a:t>）引进新的初始结点</a:t>
            </a:r>
            <a:r>
              <a:rPr lang="en-US" altLang="zh-CN" sz="2400">
                <a:ea typeface="宋体" panose="02010600030101010101" pitchFamily="2" charset="-122"/>
              </a:rPr>
              <a:t>X</a:t>
            </a:r>
            <a:r>
              <a:rPr lang="zh-CN" altLang="en-US" sz="2400">
                <a:ea typeface="宋体" panose="02010600030101010101" pitchFamily="2" charset="-122"/>
              </a:rPr>
              <a:t>和终态结点</a:t>
            </a:r>
            <a:r>
              <a:rPr lang="en-US" altLang="zh-CN" sz="2400">
                <a:ea typeface="宋体" panose="02010600030101010101" pitchFamily="2" charset="-122"/>
              </a:rPr>
              <a:t>Y</a:t>
            </a:r>
            <a:r>
              <a:rPr lang="zh-CN" altLang="en-US" sz="2400">
                <a:ea typeface="宋体" panose="02010600030101010101" pitchFamily="2" charset="-122"/>
              </a:rPr>
              <a:t>，</a:t>
            </a:r>
            <a:r>
              <a:rPr lang="en-US" altLang="zh-CN" sz="2400">
                <a:ea typeface="宋体" panose="02010600030101010101" pitchFamily="2" charset="-122"/>
              </a:rPr>
              <a:t>X,Y</a:t>
            </a:r>
            <a:r>
              <a:rPr lang="en-US" altLang="zh-CN" sz="2400">
                <a:latin typeface="方正舒体" pitchFamily="2" charset="-122"/>
                <a:ea typeface="方正舒体" pitchFamily="2" charset="-122"/>
                <a:sym typeface="Symbol" pitchFamily="2" charset="2"/>
              </a:rPr>
              <a:t></a:t>
            </a:r>
            <a:r>
              <a:rPr lang="en-US" altLang="zh-CN" sz="2400">
                <a:ea typeface="方正舒体" pitchFamily="2" charset="-122"/>
                <a:sym typeface="Symbol" pitchFamily="2" charset="2"/>
              </a:rPr>
              <a:t>S</a:t>
            </a:r>
          </a:p>
        </p:txBody>
      </p:sp>
      <p:sp>
        <p:nvSpPr>
          <p:cNvPr id="824324" name="Rectangle 4">
            <a:extLst>
              <a:ext uri="{FF2B5EF4-FFF2-40B4-BE49-F238E27FC236}">
                <a16:creationId xmlns:a16="http://schemas.microsoft.com/office/drawing/2014/main" id="{C9A7ACD7-E58E-2AFC-B1E6-DED9033F9B9C}"/>
              </a:ext>
            </a:extLst>
          </p:cNvPr>
          <p:cNvSpPr>
            <a:spLocks noChangeArrowheads="1"/>
          </p:cNvSpPr>
          <p:nvPr/>
        </p:nvSpPr>
        <p:spPr bwMode="auto">
          <a:xfrm>
            <a:off x="468313" y="3656013"/>
            <a:ext cx="8229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lvl="1" eaLnBrk="1" hangingPunct="1">
              <a:buFont typeface="Wingdings" pitchFamily="2" charset="2"/>
              <a:buNone/>
            </a:pPr>
            <a:r>
              <a:rPr lang="en-US" altLang="zh-CN" sz="2400">
                <a:ea typeface="宋体" panose="02010600030101010101" pitchFamily="2" charset="-122"/>
              </a:rPr>
              <a:t>2</a:t>
            </a:r>
            <a:r>
              <a:rPr lang="zh-CN" altLang="en-US" sz="2400">
                <a:ea typeface="宋体" panose="02010600030101010101" pitchFamily="2" charset="-122"/>
              </a:rPr>
              <a:t>）按以下规则扩展结点、加边</a:t>
            </a:r>
          </a:p>
        </p:txBody>
      </p:sp>
      <p:grpSp>
        <p:nvGrpSpPr>
          <p:cNvPr id="2" name="Group 68">
            <a:extLst>
              <a:ext uri="{FF2B5EF4-FFF2-40B4-BE49-F238E27FC236}">
                <a16:creationId xmlns:a16="http://schemas.microsoft.com/office/drawing/2014/main" id="{7EFEA431-E295-AA72-455E-F37E4F602121}"/>
              </a:ext>
            </a:extLst>
          </p:cNvPr>
          <p:cNvGrpSpPr>
            <a:grpSpLocks/>
          </p:cNvGrpSpPr>
          <p:nvPr/>
        </p:nvGrpSpPr>
        <p:grpSpPr bwMode="auto">
          <a:xfrm>
            <a:off x="1184275" y="4137025"/>
            <a:ext cx="5838825" cy="504825"/>
            <a:chOff x="746" y="2606"/>
            <a:chExt cx="3678" cy="318"/>
          </a:xfrm>
        </p:grpSpPr>
        <p:sp>
          <p:nvSpPr>
            <p:cNvPr id="70716" name="Oval 6">
              <a:extLst>
                <a:ext uri="{FF2B5EF4-FFF2-40B4-BE49-F238E27FC236}">
                  <a16:creationId xmlns:a16="http://schemas.microsoft.com/office/drawing/2014/main" id="{DD01D552-3A1B-410D-DF9B-A484EDD993FA}"/>
                </a:ext>
              </a:extLst>
            </p:cNvPr>
            <p:cNvSpPr>
              <a:spLocks noChangeArrowheads="1"/>
            </p:cNvSpPr>
            <p:nvPr/>
          </p:nvSpPr>
          <p:spPr bwMode="auto">
            <a:xfrm>
              <a:off x="746" y="2671"/>
              <a:ext cx="229" cy="219"/>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i</a:t>
              </a:r>
            </a:p>
          </p:txBody>
        </p:sp>
        <p:sp>
          <p:nvSpPr>
            <p:cNvPr id="70717" name="Oval 7">
              <a:extLst>
                <a:ext uri="{FF2B5EF4-FFF2-40B4-BE49-F238E27FC236}">
                  <a16:creationId xmlns:a16="http://schemas.microsoft.com/office/drawing/2014/main" id="{29088958-1B89-DBDC-9DC2-FE201E8D8944}"/>
                </a:ext>
              </a:extLst>
            </p:cNvPr>
            <p:cNvSpPr>
              <a:spLocks noChangeArrowheads="1"/>
            </p:cNvSpPr>
            <p:nvPr/>
          </p:nvSpPr>
          <p:spPr bwMode="auto">
            <a:xfrm>
              <a:off x="1608" y="2689"/>
              <a:ext cx="229" cy="219"/>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j</a:t>
              </a:r>
            </a:p>
          </p:txBody>
        </p:sp>
        <p:sp>
          <p:nvSpPr>
            <p:cNvPr id="70718" name="Line 8">
              <a:extLst>
                <a:ext uri="{FF2B5EF4-FFF2-40B4-BE49-F238E27FC236}">
                  <a16:creationId xmlns:a16="http://schemas.microsoft.com/office/drawing/2014/main" id="{4C09EB13-8A17-1212-6BA0-E93A370A8A69}"/>
                </a:ext>
              </a:extLst>
            </p:cNvPr>
            <p:cNvSpPr>
              <a:spLocks noChangeShapeType="1"/>
            </p:cNvSpPr>
            <p:nvPr/>
          </p:nvSpPr>
          <p:spPr bwMode="auto">
            <a:xfrm>
              <a:off x="973" y="2797"/>
              <a:ext cx="624"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19" name="Rectangle 9">
              <a:extLst>
                <a:ext uri="{FF2B5EF4-FFF2-40B4-BE49-F238E27FC236}">
                  <a16:creationId xmlns:a16="http://schemas.microsoft.com/office/drawing/2014/main" id="{30AE59E6-E2E8-96A1-E774-A2ECFB3020B5}"/>
                </a:ext>
              </a:extLst>
            </p:cNvPr>
            <p:cNvSpPr>
              <a:spLocks noChangeArrowheads="1"/>
            </p:cNvSpPr>
            <p:nvPr/>
          </p:nvSpPr>
          <p:spPr bwMode="auto">
            <a:xfrm>
              <a:off x="1087" y="2616"/>
              <a:ext cx="3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AB</a:t>
              </a:r>
            </a:p>
          </p:txBody>
        </p:sp>
        <p:sp>
          <p:nvSpPr>
            <p:cNvPr id="70720" name="Oval 10">
              <a:extLst>
                <a:ext uri="{FF2B5EF4-FFF2-40B4-BE49-F238E27FC236}">
                  <a16:creationId xmlns:a16="http://schemas.microsoft.com/office/drawing/2014/main" id="{46E2CEF4-6DEC-B89E-6481-D806FB4A76E5}"/>
                </a:ext>
              </a:extLst>
            </p:cNvPr>
            <p:cNvSpPr>
              <a:spLocks noChangeArrowheads="1"/>
            </p:cNvSpPr>
            <p:nvPr/>
          </p:nvSpPr>
          <p:spPr bwMode="auto">
            <a:xfrm>
              <a:off x="2472" y="2661"/>
              <a:ext cx="229" cy="219"/>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i</a:t>
              </a:r>
            </a:p>
          </p:txBody>
        </p:sp>
        <p:sp>
          <p:nvSpPr>
            <p:cNvPr id="70721" name="Oval 11">
              <a:extLst>
                <a:ext uri="{FF2B5EF4-FFF2-40B4-BE49-F238E27FC236}">
                  <a16:creationId xmlns:a16="http://schemas.microsoft.com/office/drawing/2014/main" id="{4A562E1C-740B-6A99-B98D-16613EDCF52A}"/>
                </a:ext>
              </a:extLst>
            </p:cNvPr>
            <p:cNvSpPr>
              <a:spLocks noChangeArrowheads="1"/>
            </p:cNvSpPr>
            <p:nvPr/>
          </p:nvSpPr>
          <p:spPr bwMode="auto">
            <a:xfrm>
              <a:off x="3334" y="2679"/>
              <a:ext cx="229" cy="219"/>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k</a:t>
              </a:r>
            </a:p>
          </p:txBody>
        </p:sp>
        <p:sp>
          <p:nvSpPr>
            <p:cNvPr id="70722" name="Line 12">
              <a:extLst>
                <a:ext uri="{FF2B5EF4-FFF2-40B4-BE49-F238E27FC236}">
                  <a16:creationId xmlns:a16="http://schemas.microsoft.com/office/drawing/2014/main" id="{EB264B21-7ED8-D8C6-2D3E-9231E5095398}"/>
                </a:ext>
              </a:extLst>
            </p:cNvPr>
            <p:cNvSpPr>
              <a:spLocks noChangeShapeType="1"/>
            </p:cNvSpPr>
            <p:nvPr/>
          </p:nvSpPr>
          <p:spPr bwMode="auto">
            <a:xfrm>
              <a:off x="2699" y="2787"/>
              <a:ext cx="624"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23" name="Rectangle 13">
              <a:extLst>
                <a:ext uri="{FF2B5EF4-FFF2-40B4-BE49-F238E27FC236}">
                  <a16:creationId xmlns:a16="http://schemas.microsoft.com/office/drawing/2014/main" id="{8BC0FE83-21A1-1DC7-310B-181848FCBCD9}"/>
                </a:ext>
              </a:extLst>
            </p:cNvPr>
            <p:cNvSpPr>
              <a:spLocks noChangeArrowheads="1"/>
            </p:cNvSpPr>
            <p:nvPr/>
          </p:nvSpPr>
          <p:spPr bwMode="auto">
            <a:xfrm>
              <a:off x="2887" y="2614"/>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A</a:t>
              </a:r>
            </a:p>
          </p:txBody>
        </p:sp>
        <p:sp>
          <p:nvSpPr>
            <p:cNvPr id="70724" name="Oval 14">
              <a:extLst>
                <a:ext uri="{FF2B5EF4-FFF2-40B4-BE49-F238E27FC236}">
                  <a16:creationId xmlns:a16="http://schemas.microsoft.com/office/drawing/2014/main" id="{82070B42-59E5-0E5A-ED1D-353D35BE6E18}"/>
                </a:ext>
              </a:extLst>
            </p:cNvPr>
            <p:cNvSpPr>
              <a:spLocks noChangeArrowheads="1"/>
            </p:cNvSpPr>
            <p:nvPr/>
          </p:nvSpPr>
          <p:spPr bwMode="auto">
            <a:xfrm>
              <a:off x="4195" y="2679"/>
              <a:ext cx="229" cy="219"/>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j</a:t>
              </a:r>
            </a:p>
          </p:txBody>
        </p:sp>
        <p:sp>
          <p:nvSpPr>
            <p:cNvPr id="70725" name="Line 15">
              <a:extLst>
                <a:ext uri="{FF2B5EF4-FFF2-40B4-BE49-F238E27FC236}">
                  <a16:creationId xmlns:a16="http://schemas.microsoft.com/office/drawing/2014/main" id="{549E3062-F680-0EC0-C66B-2196B4FFE5E5}"/>
                </a:ext>
              </a:extLst>
            </p:cNvPr>
            <p:cNvSpPr>
              <a:spLocks noChangeShapeType="1"/>
            </p:cNvSpPr>
            <p:nvPr/>
          </p:nvSpPr>
          <p:spPr bwMode="auto">
            <a:xfrm>
              <a:off x="3560" y="2787"/>
              <a:ext cx="624"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26" name="Rectangle 16">
              <a:extLst>
                <a:ext uri="{FF2B5EF4-FFF2-40B4-BE49-F238E27FC236}">
                  <a16:creationId xmlns:a16="http://schemas.microsoft.com/office/drawing/2014/main" id="{DE3036B1-D6AD-BD40-DD97-B21A4E6AE4FC}"/>
                </a:ext>
              </a:extLst>
            </p:cNvPr>
            <p:cNvSpPr>
              <a:spLocks noChangeArrowheads="1"/>
            </p:cNvSpPr>
            <p:nvPr/>
          </p:nvSpPr>
          <p:spPr bwMode="auto">
            <a:xfrm>
              <a:off x="3726" y="2606"/>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B</a:t>
              </a:r>
            </a:p>
          </p:txBody>
        </p:sp>
        <p:sp>
          <p:nvSpPr>
            <p:cNvPr id="70727" name="AutoShape 40">
              <a:extLst>
                <a:ext uri="{FF2B5EF4-FFF2-40B4-BE49-F238E27FC236}">
                  <a16:creationId xmlns:a16="http://schemas.microsoft.com/office/drawing/2014/main" id="{AF31C0D3-D018-C35E-2DDC-8DDE0EB1D87B}"/>
                </a:ext>
              </a:extLst>
            </p:cNvPr>
            <p:cNvSpPr>
              <a:spLocks noChangeArrowheads="1"/>
            </p:cNvSpPr>
            <p:nvPr/>
          </p:nvSpPr>
          <p:spPr bwMode="auto">
            <a:xfrm>
              <a:off x="1973" y="2652"/>
              <a:ext cx="408" cy="272"/>
            </a:xfrm>
            <a:prstGeom prst="rightArrow">
              <a:avLst>
                <a:gd name="adj1" fmla="val 50000"/>
                <a:gd name="adj2" fmla="val 37500"/>
              </a:avLst>
            </a:prstGeom>
            <a:solidFill>
              <a:srgbClr val="339933"/>
            </a:solidFill>
            <a:ln w="9525" algn="ctr">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grpSp>
      <p:grpSp>
        <p:nvGrpSpPr>
          <p:cNvPr id="3" name="Group 69">
            <a:extLst>
              <a:ext uri="{FF2B5EF4-FFF2-40B4-BE49-F238E27FC236}">
                <a16:creationId xmlns:a16="http://schemas.microsoft.com/office/drawing/2014/main" id="{402A0D9C-9068-A4F4-B7B1-F53C32309FA5}"/>
              </a:ext>
            </a:extLst>
          </p:cNvPr>
          <p:cNvGrpSpPr>
            <a:grpSpLocks/>
          </p:cNvGrpSpPr>
          <p:nvPr/>
        </p:nvGrpSpPr>
        <p:grpSpPr bwMode="auto">
          <a:xfrm>
            <a:off x="1181100" y="4703763"/>
            <a:ext cx="5357813" cy="950912"/>
            <a:chOff x="744" y="2963"/>
            <a:chExt cx="3375" cy="599"/>
          </a:xfrm>
        </p:grpSpPr>
        <p:sp>
          <p:nvSpPr>
            <p:cNvPr id="70705" name="Oval 17">
              <a:extLst>
                <a:ext uri="{FF2B5EF4-FFF2-40B4-BE49-F238E27FC236}">
                  <a16:creationId xmlns:a16="http://schemas.microsoft.com/office/drawing/2014/main" id="{1A0AAA29-A6DF-B625-8FE5-99F33F7BA88C}"/>
                </a:ext>
              </a:extLst>
            </p:cNvPr>
            <p:cNvSpPr>
              <a:spLocks noChangeArrowheads="1"/>
            </p:cNvSpPr>
            <p:nvPr/>
          </p:nvSpPr>
          <p:spPr bwMode="auto">
            <a:xfrm>
              <a:off x="744" y="3186"/>
              <a:ext cx="229" cy="219"/>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i</a:t>
              </a:r>
            </a:p>
          </p:txBody>
        </p:sp>
        <p:sp>
          <p:nvSpPr>
            <p:cNvPr id="70706" name="Oval 18">
              <a:extLst>
                <a:ext uri="{FF2B5EF4-FFF2-40B4-BE49-F238E27FC236}">
                  <a16:creationId xmlns:a16="http://schemas.microsoft.com/office/drawing/2014/main" id="{61248A42-2F73-DFBD-EE7C-89DCA3CCEE9B}"/>
                </a:ext>
              </a:extLst>
            </p:cNvPr>
            <p:cNvSpPr>
              <a:spLocks noChangeArrowheads="1"/>
            </p:cNvSpPr>
            <p:nvPr/>
          </p:nvSpPr>
          <p:spPr bwMode="auto">
            <a:xfrm>
              <a:off x="1606" y="3204"/>
              <a:ext cx="229" cy="219"/>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j</a:t>
              </a:r>
            </a:p>
          </p:txBody>
        </p:sp>
        <p:sp>
          <p:nvSpPr>
            <p:cNvPr id="70707" name="Line 19">
              <a:extLst>
                <a:ext uri="{FF2B5EF4-FFF2-40B4-BE49-F238E27FC236}">
                  <a16:creationId xmlns:a16="http://schemas.microsoft.com/office/drawing/2014/main" id="{23CAF7F5-B425-9352-2867-3E88FB2F8A1B}"/>
                </a:ext>
              </a:extLst>
            </p:cNvPr>
            <p:cNvSpPr>
              <a:spLocks noChangeShapeType="1"/>
            </p:cNvSpPr>
            <p:nvPr/>
          </p:nvSpPr>
          <p:spPr bwMode="auto">
            <a:xfrm>
              <a:off x="971" y="3312"/>
              <a:ext cx="624"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08" name="Rectangle 20">
              <a:extLst>
                <a:ext uri="{FF2B5EF4-FFF2-40B4-BE49-F238E27FC236}">
                  <a16:creationId xmlns:a16="http://schemas.microsoft.com/office/drawing/2014/main" id="{51A69A8D-3F2D-4C9B-8D3A-0732CB5FE8B6}"/>
                </a:ext>
              </a:extLst>
            </p:cNvPr>
            <p:cNvSpPr>
              <a:spLocks noChangeArrowheads="1"/>
            </p:cNvSpPr>
            <p:nvPr/>
          </p:nvSpPr>
          <p:spPr bwMode="auto">
            <a:xfrm>
              <a:off x="1069" y="3060"/>
              <a:ext cx="3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A|B</a:t>
              </a:r>
            </a:p>
          </p:txBody>
        </p:sp>
        <p:sp>
          <p:nvSpPr>
            <p:cNvPr id="70709" name="Oval 21">
              <a:extLst>
                <a:ext uri="{FF2B5EF4-FFF2-40B4-BE49-F238E27FC236}">
                  <a16:creationId xmlns:a16="http://schemas.microsoft.com/office/drawing/2014/main" id="{CAEC8452-B735-A0B8-5C8E-25588D114765}"/>
                </a:ext>
              </a:extLst>
            </p:cNvPr>
            <p:cNvSpPr>
              <a:spLocks noChangeArrowheads="1"/>
            </p:cNvSpPr>
            <p:nvPr/>
          </p:nvSpPr>
          <p:spPr bwMode="auto">
            <a:xfrm>
              <a:off x="2639" y="3188"/>
              <a:ext cx="229" cy="219"/>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i</a:t>
              </a:r>
            </a:p>
          </p:txBody>
        </p:sp>
        <p:sp>
          <p:nvSpPr>
            <p:cNvPr id="70710" name="Rectangle 22">
              <a:extLst>
                <a:ext uri="{FF2B5EF4-FFF2-40B4-BE49-F238E27FC236}">
                  <a16:creationId xmlns:a16="http://schemas.microsoft.com/office/drawing/2014/main" id="{26B5CBEF-2224-AD83-498B-68B41AC057FE}"/>
                </a:ext>
              </a:extLst>
            </p:cNvPr>
            <p:cNvSpPr>
              <a:spLocks noChangeArrowheads="1"/>
            </p:cNvSpPr>
            <p:nvPr/>
          </p:nvSpPr>
          <p:spPr bwMode="auto">
            <a:xfrm>
              <a:off x="3210" y="2963"/>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A</a:t>
              </a:r>
            </a:p>
          </p:txBody>
        </p:sp>
        <p:sp>
          <p:nvSpPr>
            <p:cNvPr id="70711" name="Rectangle 23">
              <a:extLst>
                <a:ext uri="{FF2B5EF4-FFF2-40B4-BE49-F238E27FC236}">
                  <a16:creationId xmlns:a16="http://schemas.microsoft.com/office/drawing/2014/main" id="{3B8CAF15-AA60-5B7E-8AB2-0ACA27AE57F3}"/>
                </a:ext>
              </a:extLst>
            </p:cNvPr>
            <p:cNvSpPr>
              <a:spLocks noChangeArrowheads="1"/>
            </p:cNvSpPr>
            <p:nvPr/>
          </p:nvSpPr>
          <p:spPr bwMode="auto">
            <a:xfrm>
              <a:off x="3216" y="3331"/>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B</a:t>
              </a:r>
            </a:p>
          </p:txBody>
        </p:sp>
        <p:sp>
          <p:nvSpPr>
            <p:cNvPr id="70712" name="Freeform 34">
              <a:extLst>
                <a:ext uri="{FF2B5EF4-FFF2-40B4-BE49-F238E27FC236}">
                  <a16:creationId xmlns:a16="http://schemas.microsoft.com/office/drawing/2014/main" id="{CD90A274-03A9-EBFD-55F9-AD01BBD205E9}"/>
                </a:ext>
              </a:extLst>
            </p:cNvPr>
            <p:cNvSpPr>
              <a:spLocks/>
            </p:cNvSpPr>
            <p:nvPr/>
          </p:nvSpPr>
          <p:spPr bwMode="auto">
            <a:xfrm>
              <a:off x="2789" y="2991"/>
              <a:ext cx="1134" cy="205"/>
            </a:xfrm>
            <a:custGeom>
              <a:avLst/>
              <a:gdLst>
                <a:gd name="T0" fmla="*/ 0 w 1134"/>
                <a:gd name="T1" fmla="*/ 205 h 205"/>
                <a:gd name="T2" fmla="*/ 227 w 1134"/>
                <a:gd name="T3" fmla="*/ 69 h 205"/>
                <a:gd name="T4" fmla="*/ 635 w 1134"/>
                <a:gd name="T5" fmla="*/ 23 h 205"/>
                <a:gd name="T6" fmla="*/ 1134 w 1134"/>
                <a:gd name="T7" fmla="*/ 205 h 205"/>
                <a:gd name="T8" fmla="*/ 0 60000 65536"/>
                <a:gd name="T9" fmla="*/ 0 60000 65536"/>
                <a:gd name="T10" fmla="*/ 0 60000 65536"/>
                <a:gd name="T11" fmla="*/ 0 60000 65536"/>
                <a:gd name="T12" fmla="*/ 0 w 1134"/>
                <a:gd name="T13" fmla="*/ 0 h 205"/>
                <a:gd name="T14" fmla="*/ 1134 w 1134"/>
                <a:gd name="T15" fmla="*/ 205 h 205"/>
              </a:gdLst>
              <a:ahLst/>
              <a:cxnLst>
                <a:cxn ang="T8">
                  <a:pos x="T0" y="T1"/>
                </a:cxn>
                <a:cxn ang="T9">
                  <a:pos x="T2" y="T3"/>
                </a:cxn>
                <a:cxn ang="T10">
                  <a:pos x="T4" y="T5"/>
                </a:cxn>
                <a:cxn ang="T11">
                  <a:pos x="T6" y="T7"/>
                </a:cxn>
              </a:cxnLst>
              <a:rect l="T12" t="T13" r="T14" b="T15"/>
              <a:pathLst>
                <a:path w="1134" h="205">
                  <a:moveTo>
                    <a:pt x="0" y="205"/>
                  </a:moveTo>
                  <a:cubicBezTo>
                    <a:pt x="60" y="152"/>
                    <a:pt x="121" y="99"/>
                    <a:pt x="227" y="69"/>
                  </a:cubicBezTo>
                  <a:cubicBezTo>
                    <a:pt x="333" y="39"/>
                    <a:pt x="484" y="0"/>
                    <a:pt x="635" y="23"/>
                  </a:cubicBezTo>
                  <a:cubicBezTo>
                    <a:pt x="786" y="46"/>
                    <a:pt x="960" y="125"/>
                    <a:pt x="1134" y="205"/>
                  </a:cubicBezTo>
                </a:path>
              </a:pathLst>
            </a:custGeom>
            <a:noFill/>
            <a:ln w="12700" cap="flat" cmpd="sng">
              <a:solidFill>
                <a:schemeClr val="tx1"/>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713" name="Oval 35">
              <a:extLst>
                <a:ext uri="{FF2B5EF4-FFF2-40B4-BE49-F238E27FC236}">
                  <a16:creationId xmlns:a16="http://schemas.microsoft.com/office/drawing/2014/main" id="{D939A3E1-0CE7-E5C3-C438-4A29F4630C19}"/>
                </a:ext>
              </a:extLst>
            </p:cNvPr>
            <p:cNvSpPr>
              <a:spLocks noChangeArrowheads="1"/>
            </p:cNvSpPr>
            <p:nvPr/>
          </p:nvSpPr>
          <p:spPr bwMode="auto">
            <a:xfrm>
              <a:off x="3890" y="3153"/>
              <a:ext cx="229" cy="219"/>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j</a:t>
              </a:r>
            </a:p>
          </p:txBody>
        </p:sp>
        <p:sp>
          <p:nvSpPr>
            <p:cNvPr id="70714" name="Freeform 36">
              <a:extLst>
                <a:ext uri="{FF2B5EF4-FFF2-40B4-BE49-F238E27FC236}">
                  <a16:creationId xmlns:a16="http://schemas.microsoft.com/office/drawing/2014/main" id="{26A21AE6-9B3B-5D09-4882-D145B5E86A24}"/>
                </a:ext>
              </a:extLst>
            </p:cNvPr>
            <p:cNvSpPr>
              <a:spLocks/>
            </p:cNvSpPr>
            <p:nvPr/>
          </p:nvSpPr>
          <p:spPr bwMode="auto">
            <a:xfrm>
              <a:off x="2835" y="3332"/>
              <a:ext cx="1088" cy="205"/>
            </a:xfrm>
            <a:custGeom>
              <a:avLst/>
              <a:gdLst>
                <a:gd name="T0" fmla="*/ 0 w 1088"/>
                <a:gd name="T1" fmla="*/ 46 h 205"/>
                <a:gd name="T2" fmla="*/ 226 w 1088"/>
                <a:gd name="T3" fmla="*/ 136 h 205"/>
                <a:gd name="T4" fmla="*/ 544 w 1088"/>
                <a:gd name="T5" fmla="*/ 182 h 205"/>
                <a:gd name="T6" fmla="*/ 1088 w 1088"/>
                <a:gd name="T7" fmla="*/ 0 h 205"/>
                <a:gd name="T8" fmla="*/ 0 60000 65536"/>
                <a:gd name="T9" fmla="*/ 0 60000 65536"/>
                <a:gd name="T10" fmla="*/ 0 60000 65536"/>
                <a:gd name="T11" fmla="*/ 0 60000 65536"/>
                <a:gd name="T12" fmla="*/ 0 w 1088"/>
                <a:gd name="T13" fmla="*/ 0 h 205"/>
                <a:gd name="T14" fmla="*/ 1088 w 1088"/>
                <a:gd name="T15" fmla="*/ 205 h 205"/>
              </a:gdLst>
              <a:ahLst/>
              <a:cxnLst>
                <a:cxn ang="T8">
                  <a:pos x="T0" y="T1"/>
                </a:cxn>
                <a:cxn ang="T9">
                  <a:pos x="T2" y="T3"/>
                </a:cxn>
                <a:cxn ang="T10">
                  <a:pos x="T4" y="T5"/>
                </a:cxn>
                <a:cxn ang="T11">
                  <a:pos x="T6" y="T7"/>
                </a:cxn>
              </a:cxnLst>
              <a:rect l="T12" t="T13" r="T14" b="T15"/>
              <a:pathLst>
                <a:path w="1088" h="205">
                  <a:moveTo>
                    <a:pt x="0" y="46"/>
                  </a:moveTo>
                  <a:cubicBezTo>
                    <a:pt x="67" y="79"/>
                    <a:pt x="135" y="113"/>
                    <a:pt x="226" y="136"/>
                  </a:cubicBezTo>
                  <a:cubicBezTo>
                    <a:pt x="317" y="159"/>
                    <a:pt x="400" y="205"/>
                    <a:pt x="544" y="182"/>
                  </a:cubicBezTo>
                  <a:cubicBezTo>
                    <a:pt x="688" y="159"/>
                    <a:pt x="888" y="79"/>
                    <a:pt x="1088" y="0"/>
                  </a:cubicBezTo>
                </a:path>
              </a:pathLst>
            </a:custGeom>
            <a:noFill/>
            <a:ln w="12700" cap="flat" cmpd="sng">
              <a:solidFill>
                <a:schemeClr val="tx1"/>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715" name="AutoShape 41">
              <a:extLst>
                <a:ext uri="{FF2B5EF4-FFF2-40B4-BE49-F238E27FC236}">
                  <a16:creationId xmlns:a16="http://schemas.microsoft.com/office/drawing/2014/main" id="{DA66F424-52FB-10F7-57FE-CB639E3B7381}"/>
                </a:ext>
              </a:extLst>
            </p:cNvPr>
            <p:cNvSpPr>
              <a:spLocks noChangeArrowheads="1"/>
            </p:cNvSpPr>
            <p:nvPr/>
          </p:nvSpPr>
          <p:spPr bwMode="auto">
            <a:xfrm>
              <a:off x="1973" y="3196"/>
              <a:ext cx="408" cy="272"/>
            </a:xfrm>
            <a:prstGeom prst="rightArrow">
              <a:avLst>
                <a:gd name="adj1" fmla="val 50000"/>
                <a:gd name="adj2" fmla="val 37500"/>
              </a:avLst>
            </a:prstGeom>
            <a:solidFill>
              <a:srgbClr val="339933"/>
            </a:solidFill>
            <a:ln w="9525" algn="ctr">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grpSp>
      <p:grpSp>
        <p:nvGrpSpPr>
          <p:cNvPr id="4" name="Group 70">
            <a:extLst>
              <a:ext uri="{FF2B5EF4-FFF2-40B4-BE49-F238E27FC236}">
                <a16:creationId xmlns:a16="http://schemas.microsoft.com/office/drawing/2014/main" id="{0BECDEE2-278B-0AE1-5AFF-EFB91FA78220}"/>
              </a:ext>
            </a:extLst>
          </p:cNvPr>
          <p:cNvGrpSpPr>
            <a:grpSpLocks/>
          </p:cNvGrpSpPr>
          <p:nvPr/>
        </p:nvGrpSpPr>
        <p:grpSpPr bwMode="auto">
          <a:xfrm>
            <a:off x="1187450" y="5697538"/>
            <a:ext cx="5838825" cy="971550"/>
            <a:chOff x="748" y="3589"/>
            <a:chExt cx="3678" cy="612"/>
          </a:xfrm>
        </p:grpSpPr>
        <p:sp>
          <p:nvSpPr>
            <p:cNvPr id="70691" name="Oval 24">
              <a:extLst>
                <a:ext uri="{FF2B5EF4-FFF2-40B4-BE49-F238E27FC236}">
                  <a16:creationId xmlns:a16="http://schemas.microsoft.com/office/drawing/2014/main" id="{4DB39CC1-F482-A1EE-E5E3-07AE12A91664}"/>
                </a:ext>
              </a:extLst>
            </p:cNvPr>
            <p:cNvSpPr>
              <a:spLocks noChangeArrowheads="1"/>
            </p:cNvSpPr>
            <p:nvPr/>
          </p:nvSpPr>
          <p:spPr bwMode="auto">
            <a:xfrm>
              <a:off x="748" y="3730"/>
              <a:ext cx="229" cy="219"/>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i</a:t>
              </a:r>
            </a:p>
          </p:txBody>
        </p:sp>
        <p:sp>
          <p:nvSpPr>
            <p:cNvPr id="70692" name="Oval 25">
              <a:extLst>
                <a:ext uri="{FF2B5EF4-FFF2-40B4-BE49-F238E27FC236}">
                  <a16:creationId xmlns:a16="http://schemas.microsoft.com/office/drawing/2014/main" id="{B9621607-BD36-334E-DC9F-CDF892BF0E5A}"/>
                </a:ext>
              </a:extLst>
            </p:cNvPr>
            <p:cNvSpPr>
              <a:spLocks noChangeArrowheads="1"/>
            </p:cNvSpPr>
            <p:nvPr/>
          </p:nvSpPr>
          <p:spPr bwMode="auto">
            <a:xfrm>
              <a:off x="1610" y="3748"/>
              <a:ext cx="229" cy="219"/>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j</a:t>
              </a:r>
            </a:p>
          </p:txBody>
        </p:sp>
        <p:sp>
          <p:nvSpPr>
            <p:cNvPr id="70693" name="Line 26">
              <a:extLst>
                <a:ext uri="{FF2B5EF4-FFF2-40B4-BE49-F238E27FC236}">
                  <a16:creationId xmlns:a16="http://schemas.microsoft.com/office/drawing/2014/main" id="{F08304A3-AA63-CDD1-FDE7-29FFB1DDCF57}"/>
                </a:ext>
              </a:extLst>
            </p:cNvPr>
            <p:cNvSpPr>
              <a:spLocks noChangeShapeType="1"/>
            </p:cNvSpPr>
            <p:nvPr/>
          </p:nvSpPr>
          <p:spPr bwMode="auto">
            <a:xfrm>
              <a:off x="975" y="3856"/>
              <a:ext cx="624"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94" name="Rectangle 27">
              <a:extLst>
                <a:ext uri="{FF2B5EF4-FFF2-40B4-BE49-F238E27FC236}">
                  <a16:creationId xmlns:a16="http://schemas.microsoft.com/office/drawing/2014/main" id="{758D5A02-6D0B-A0A5-E5F9-6E1B75ABAEC3}"/>
                </a:ext>
              </a:extLst>
            </p:cNvPr>
            <p:cNvSpPr>
              <a:spLocks noChangeArrowheads="1"/>
            </p:cNvSpPr>
            <p:nvPr/>
          </p:nvSpPr>
          <p:spPr bwMode="auto">
            <a:xfrm>
              <a:off x="1137" y="3646"/>
              <a:ext cx="2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A*</a:t>
              </a:r>
            </a:p>
          </p:txBody>
        </p:sp>
        <p:sp>
          <p:nvSpPr>
            <p:cNvPr id="70695" name="Oval 28">
              <a:extLst>
                <a:ext uri="{FF2B5EF4-FFF2-40B4-BE49-F238E27FC236}">
                  <a16:creationId xmlns:a16="http://schemas.microsoft.com/office/drawing/2014/main" id="{C3F787CB-31CA-3EF1-968C-A3C4EC376CB9}"/>
                </a:ext>
              </a:extLst>
            </p:cNvPr>
            <p:cNvSpPr>
              <a:spLocks noChangeArrowheads="1"/>
            </p:cNvSpPr>
            <p:nvPr/>
          </p:nvSpPr>
          <p:spPr bwMode="auto">
            <a:xfrm>
              <a:off x="2474" y="3720"/>
              <a:ext cx="229" cy="219"/>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i</a:t>
              </a:r>
            </a:p>
          </p:txBody>
        </p:sp>
        <p:sp>
          <p:nvSpPr>
            <p:cNvPr id="70696" name="Oval 29">
              <a:extLst>
                <a:ext uri="{FF2B5EF4-FFF2-40B4-BE49-F238E27FC236}">
                  <a16:creationId xmlns:a16="http://schemas.microsoft.com/office/drawing/2014/main" id="{802C6AAB-645B-F429-A9A7-DCC7BE5BC41F}"/>
                </a:ext>
              </a:extLst>
            </p:cNvPr>
            <p:cNvSpPr>
              <a:spLocks noChangeArrowheads="1"/>
            </p:cNvSpPr>
            <p:nvPr/>
          </p:nvSpPr>
          <p:spPr bwMode="auto">
            <a:xfrm>
              <a:off x="3336" y="3738"/>
              <a:ext cx="229" cy="219"/>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k</a:t>
              </a:r>
            </a:p>
          </p:txBody>
        </p:sp>
        <p:sp>
          <p:nvSpPr>
            <p:cNvPr id="70697" name="Line 30">
              <a:extLst>
                <a:ext uri="{FF2B5EF4-FFF2-40B4-BE49-F238E27FC236}">
                  <a16:creationId xmlns:a16="http://schemas.microsoft.com/office/drawing/2014/main" id="{B08D0F3D-BD1C-903D-B5C4-8BC14A1251D2}"/>
                </a:ext>
              </a:extLst>
            </p:cNvPr>
            <p:cNvSpPr>
              <a:spLocks noChangeShapeType="1"/>
            </p:cNvSpPr>
            <p:nvPr/>
          </p:nvSpPr>
          <p:spPr bwMode="auto">
            <a:xfrm>
              <a:off x="2701" y="3846"/>
              <a:ext cx="624"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98" name="Rectangle 31">
              <a:extLst>
                <a:ext uri="{FF2B5EF4-FFF2-40B4-BE49-F238E27FC236}">
                  <a16:creationId xmlns:a16="http://schemas.microsoft.com/office/drawing/2014/main" id="{5A30E5F2-B977-BAF0-4325-BBBED66B60DE}"/>
                </a:ext>
              </a:extLst>
            </p:cNvPr>
            <p:cNvSpPr>
              <a:spLocks noChangeArrowheads="1"/>
            </p:cNvSpPr>
            <p:nvPr/>
          </p:nvSpPr>
          <p:spPr bwMode="auto">
            <a:xfrm>
              <a:off x="2835" y="3589"/>
              <a:ext cx="3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l-GR" altLang="zh-CN" sz="2400">
                  <a:solidFill>
                    <a:schemeClr val="tx1"/>
                  </a:solidFill>
                  <a:latin typeface="Times New Roman" panose="02020603050405020304" pitchFamily="18" charset="0"/>
                  <a:ea typeface="宋体" panose="02010600030101010101" pitchFamily="2" charset="-122"/>
                  <a:cs typeface="Times New Roman" panose="02020603050405020304" pitchFamily="18" charset="0"/>
                </a:rPr>
                <a:t>ε</a:t>
              </a:r>
            </a:p>
          </p:txBody>
        </p:sp>
        <p:sp>
          <p:nvSpPr>
            <p:cNvPr id="70699" name="Oval 32">
              <a:extLst>
                <a:ext uri="{FF2B5EF4-FFF2-40B4-BE49-F238E27FC236}">
                  <a16:creationId xmlns:a16="http://schemas.microsoft.com/office/drawing/2014/main" id="{35F8967E-E7D6-4F38-B284-07C41C902AA5}"/>
                </a:ext>
              </a:extLst>
            </p:cNvPr>
            <p:cNvSpPr>
              <a:spLocks noChangeArrowheads="1"/>
            </p:cNvSpPr>
            <p:nvPr/>
          </p:nvSpPr>
          <p:spPr bwMode="auto">
            <a:xfrm>
              <a:off x="4197" y="3738"/>
              <a:ext cx="229" cy="219"/>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j</a:t>
              </a:r>
            </a:p>
          </p:txBody>
        </p:sp>
        <p:sp>
          <p:nvSpPr>
            <p:cNvPr id="70700" name="Line 33">
              <a:extLst>
                <a:ext uri="{FF2B5EF4-FFF2-40B4-BE49-F238E27FC236}">
                  <a16:creationId xmlns:a16="http://schemas.microsoft.com/office/drawing/2014/main" id="{A5B75625-827B-5187-2B5D-E15EE1E1BBA2}"/>
                </a:ext>
              </a:extLst>
            </p:cNvPr>
            <p:cNvSpPr>
              <a:spLocks noChangeShapeType="1"/>
            </p:cNvSpPr>
            <p:nvPr/>
          </p:nvSpPr>
          <p:spPr bwMode="auto">
            <a:xfrm>
              <a:off x="3562" y="3846"/>
              <a:ext cx="624"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01" name="Rectangle 37">
              <a:extLst>
                <a:ext uri="{FF2B5EF4-FFF2-40B4-BE49-F238E27FC236}">
                  <a16:creationId xmlns:a16="http://schemas.microsoft.com/office/drawing/2014/main" id="{605202C5-EA87-36D0-59E6-36DB95CB2677}"/>
                </a:ext>
              </a:extLst>
            </p:cNvPr>
            <p:cNvSpPr>
              <a:spLocks noChangeArrowheads="1"/>
            </p:cNvSpPr>
            <p:nvPr/>
          </p:nvSpPr>
          <p:spPr bwMode="auto">
            <a:xfrm>
              <a:off x="3694" y="3593"/>
              <a:ext cx="3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l-GR" altLang="zh-CN" sz="2400">
                  <a:solidFill>
                    <a:schemeClr val="tx1"/>
                  </a:solidFill>
                  <a:latin typeface="Times New Roman" panose="02020603050405020304" pitchFamily="18" charset="0"/>
                  <a:ea typeface="宋体" panose="02010600030101010101" pitchFamily="2" charset="-122"/>
                  <a:cs typeface="Times New Roman" panose="02020603050405020304" pitchFamily="18" charset="0"/>
                </a:rPr>
                <a:t>ε</a:t>
              </a:r>
            </a:p>
          </p:txBody>
        </p:sp>
        <p:sp>
          <p:nvSpPr>
            <p:cNvPr id="70702" name="Freeform 38">
              <a:extLst>
                <a:ext uri="{FF2B5EF4-FFF2-40B4-BE49-F238E27FC236}">
                  <a16:creationId xmlns:a16="http://schemas.microsoft.com/office/drawing/2014/main" id="{5CD49A92-784E-BEE7-71EB-015DF3D6A9B7}"/>
                </a:ext>
              </a:extLst>
            </p:cNvPr>
            <p:cNvSpPr>
              <a:spLocks/>
            </p:cNvSpPr>
            <p:nvPr/>
          </p:nvSpPr>
          <p:spPr bwMode="auto">
            <a:xfrm>
              <a:off x="3273" y="3922"/>
              <a:ext cx="385" cy="279"/>
            </a:xfrm>
            <a:custGeom>
              <a:avLst/>
              <a:gdLst>
                <a:gd name="T0" fmla="*/ 106 w 385"/>
                <a:gd name="T1" fmla="*/ 0 h 279"/>
                <a:gd name="T2" fmla="*/ 15 w 385"/>
                <a:gd name="T3" fmla="*/ 136 h 279"/>
                <a:gd name="T4" fmla="*/ 197 w 385"/>
                <a:gd name="T5" fmla="*/ 272 h 279"/>
                <a:gd name="T6" fmla="*/ 378 w 385"/>
                <a:gd name="T7" fmla="*/ 91 h 279"/>
                <a:gd name="T8" fmla="*/ 242 w 385"/>
                <a:gd name="T9" fmla="*/ 0 h 279"/>
                <a:gd name="T10" fmla="*/ 0 60000 65536"/>
                <a:gd name="T11" fmla="*/ 0 60000 65536"/>
                <a:gd name="T12" fmla="*/ 0 60000 65536"/>
                <a:gd name="T13" fmla="*/ 0 60000 65536"/>
                <a:gd name="T14" fmla="*/ 0 60000 65536"/>
                <a:gd name="T15" fmla="*/ 0 w 385"/>
                <a:gd name="T16" fmla="*/ 0 h 279"/>
                <a:gd name="T17" fmla="*/ 385 w 385"/>
                <a:gd name="T18" fmla="*/ 279 h 279"/>
              </a:gdLst>
              <a:ahLst/>
              <a:cxnLst>
                <a:cxn ang="T10">
                  <a:pos x="T0" y="T1"/>
                </a:cxn>
                <a:cxn ang="T11">
                  <a:pos x="T2" y="T3"/>
                </a:cxn>
                <a:cxn ang="T12">
                  <a:pos x="T4" y="T5"/>
                </a:cxn>
                <a:cxn ang="T13">
                  <a:pos x="T6" y="T7"/>
                </a:cxn>
                <a:cxn ang="T14">
                  <a:pos x="T8" y="T9"/>
                </a:cxn>
              </a:cxnLst>
              <a:rect l="T15" t="T16" r="T17" b="T18"/>
              <a:pathLst>
                <a:path w="385" h="279">
                  <a:moveTo>
                    <a:pt x="106" y="0"/>
                  </a:moveTo>
                  <a:cubicBezTo>
                    <a:pt x="53" y="45"/>
                    <a:pt x="0" y="91"/>
                    <a:pt x="15" y="136"/>
                  </a:cubicBezTo>
                  <a:cubicBezTo>
                    <a:pt x="30" y="181"/>
                    <a:pt x="137" y="279"/>
                    <a:pt x="197" y="272"/>
                  </a:cubicBezTo>
                  <a:cubicBezTo>
                    <a:pt x="257" y="265"/>
                    <a:pt x="371" y="136"/>
                    <a:pt x="378" y="91"/>
                  </a:cubicBezTo>
                  <a:cubicBezTo>
                    <a:pt x="385" y="46"/>
                    <a:pt x="313" y="23"/>
                    <a:pt x="242" y="0"/>
                  </a:cubicBezTo>
                </a:path>
              </a:pathLst>
            </a:custGeom>
            <a:noFill/>
            <a:ln w="12700" cap="flat" cmpd="sng">
              <a:solidFill>
                <a:schemeClr val="tx1"/>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703" name="Rectangle 39">
              <a:extLst>
                <a:ext uri="{FF2B5EF4-FFF2-40B4-BE49-F238E27FC236}">
                  <a16:creationId xmlns:a16="http://schemas.microsoft.com/office/drawing/2014/main" id="{3C1FCAAA-8BAF-C01F-3FAE-FAA564A7E2FA}"/>
                </a:ext>
              </a:extLst>
            </p:cNvPr>
            <p:cNvSpPr>
              <a:spLocks noChangeArrowheads="1"/>
            </p:cNvSpPr>
            <p:nvPr/>
          </p:nvSpPr>
          <p:spPr bwMode="auto">
            <a:xfrm>
              <a:off x="3613" y="3967"/>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A</a:t>
              </a:r>
            </a:p>
          </p:txBody>
        </p:sp>
        <p:sp>
          <p:nvSpPr>
            <p:cNvPr id="70704" name="AutoShape 42">
              <a:extLst>
                <a:ext uri="{FF2B5EF4-FFF2-40B4-BE49-F238E27FC236}">
                  <a16:creationId xmlns:a16="http://schemas.microsoft.com/office/drawing/2014/main" id="{3BC94BAB-A678-7999-78E2-E8B6C7189265}"/>
                </a:ext>
              </a:extLst>
            </p:cNvPr>
            <p:cNvSpPr>
              <a:spLocks noChangeArrowheads="1"/>
            </p:cNvSpPr>
            <p:nvPr/>
          </p:nvSpPr>
          <p:spPr bwMode="auto">
            <a:xfrm>
              <a:off x="1982" y="3695"/>
              <a:ext cx="408" cy="272"/>
            </a:xfrm>
            <a:prstGeom prst="rightArrow">
              <a:avLst>
                <a:gd name="adj1" fmla="val 50000"/>
                <a:gd name="adj2" fmla="val 37500"/>
              </a:avLst>
            </a:prstGeom>
            <a:solidFill>
              <a:srgbClr val="339933"/>
            </a:solidFill>
            <a:ln w="9525" algn="ctr">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grpSp>
      <p:grpSp>
        <p:nvGrpSpPr>
          <p:cNvPr id="70664" name="Group 65">
            <a:extLst>
              <a:ext uri="{FF2B5EF4-FFF2-40B4-BE49-F238E27FC236}">
                <a16:creationId xmlns:a16="http://schemas.microsoft.com/office/drawing/2014/main" id="{3BAD7E9C-6C04-A17A-58D5-BE46C78C34EC}"/>
              </a:ext>
            </a:extLst>
          </p:cNvPr>
          <p:cNvGrpSpPr>
            <a:grpSpLocks/>
          </p:cNvGrpSpPr>
          <p:nvPr/>
        </p:nvGrpSpPr>
        <p:grpSpPr bwMode="auto">
          <a:xfrm>
            <a:off x="3492500" y="2276475"/>
            <a:ext cx="1130300" cy="1489075"/>
            <a:chOff x="2200" y="1434"/>
            <a:chExt cx="712" cy="938"/>
          </a:xfrm>
        </p:grpSpPr>
        <p:sp>
          <p:nvSpPr>
            <p:cNvPr id="70683" name="Oval 43">
              <a:extLst>
                <a:ext uri="{FF2B5EF4-FFF2-40B4-BE49-F238E27FC236}">
                  <a16:creationId xmlns:a16="http://schemas.microsoft.com/office/drawing/2014/main" id="{0B3AEE04-0EDD-2B8C-A0DA-0C7427FDB97E}"/>
                </a:ext>
              </a:extLst>
            </p:cNvPr>
            <p:cNvSpPr>
              <a:spLocks noChangeArrowheads="1"/>
            </p:cNvSpPr>
            <p:nvPr/>
          </p:nvSpPr>
          <p:spPr bwMode="auto">
            <a:xfrm>
              <a:off x="2200" y="1434"/>
              <a:ext cx="712" cy="760"/>
            </a:xfrm>
            <a:prstGeom prst="ellipse">
              <a:avLst/>
            </a:prstGeom>
            <a:solidFill>
              <a:schemeClr val="accent1"/>
            </a:solidFill>
            <a:ln w="12700">
              <a:solidFill>
                <a:schemeClr val="tx1"/>
              </a:solidFill>
              <a:prstDash val="dash"/>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70684" name="Oval 44">
              <a:extLst>
                <a:ext uri="{FF2B5EF4-FFF2-40B4-BE49-F238E27FC236}">
                  <a16:creationId xmlns:a16="http://schemas.microsoft.com/office/drawing/2014/main" id="{91729E06-7B38-AAD0-C8FF-F5FEFE826A12}"/>
                </a:ext>
              </a:extLst>
            </p:cNvPr>
            <p:cNvSpPr>
              <a:spLocks noChangeArrowheads="1"/>
            </p:cNvSpPr>
            <p:nvPr/>
          </p:nvSpPr>
          <p:spPr bwMode="auto">
            <a:xfrm>
              <a:off x="2291" y="1570"/>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70685" name="Oval 45">
              <a:extLst>
                <a:ext uri="{FF2B5EF4-FFF2-40B4-BE49-F238E27FC236}">
                  <a16:creationId xmlns:a16="http://schemas.microsoft.com/office/drawing/2014/main" id="{AB3DF694-FF7E-0663-D673-08D85771FA8C}"/>
                </a:ext>
              </a:extLst>
            </p:cNvPr>
            <p:cNvSpPr>
              <a:spLocks noChangeArrowheads="1"/>
            </p:cNvSpPr>
            <p:nvPr/>
          </p:nvSpPr>
          <p:spPr bwMode="auto">
            <a:xfrm>
              <a:off x="2310" y="1860"/>
              <a:ext cx="184" cy="184"/>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70686" name="Oval 46">
              <a:extLst>
                <a:ext uri="{FF2B5EF4-FFF2-40B4-BE49-F238E27FC236}">
                  <a16:creationId xmlns:a16="http://schemas.microsoft.com/office/drawing/2014/main" id="{1B8D6986-A913-A0BD-828E-C7BA7BCEF072}"/>
                </a:ext>
              </a:extLst>
            </p:cNvPr>
            <p:cNvSpPr>
              <a:spLocks noChangeArrowheads="1"/>
            </p:cNvSpPr>
            <p:nvPr/>
          </p:nvSpPr>
          <p:spPr bwMode="auto">
            <a:xfrm>
              <a:off x="2654" y="1580"/>
              <a:ext cx="168" cy="168"/>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70687" name="Oval 47">
              <a:extLst>
                <a:ext uri="{FF2B5EF4-FFF2-40B4-BE49-F238E27FC236}">
                  <a16:creationId xmlns:a16="http://schemas.microsoft.com/office/drawing/2014/main" id="{206892A0-17B9-2E72-7A3E-C4ECC030962E}"/>
                </a:ext>
              </a:extLst>
            </p:cNvPr>
            <p:cNvSpPr>
              <a:spLocks noChangeArrowheads="1"/>
            </p:cNvSpPr>
            <p:nvPr/>
          </p:nvSpPr>
          <p:spPr bwMode="auto">
            <a:xfrm>
              <a:off x="2654" y="1916"/>
              <a:ext cx="168" cy="168"/>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70688" name="Line 49">
              <a:extLst>
                <a:ext uri="{FF2B5EF4-FFF2-40B4-BE49-F238E27FC236}">
                  <a16:creationId xmlns:a16="http://schemas.microsoft.com/office/drawing/2014/main" id="{F423809E-D62B-39A5-EA5F-8C1ABF058EBC}"/>
                </a:ext>
              </a:extLst>
            </p:cNvPr>
            <p:cNvSpPr>
              <a:spLocks noChangeShapeType="1"/>
            </p:cNvSpPr>
            <p:nvPr/>
          </p:nvSpPr>
          <p:spPr bwMode="auto">
            <a:xfrm>
              <a:off x="2306" y="1472"/>
              <a:ext cx="96" cy="96"/>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89" name="Line 50">
              <a:extLst>
                <a:ext uri="{FF2B5EF4-FFF2-40B4-BE49-F238E27FC236}">
                  <a16:creationId xmlns:a16="http://schemas.microsoft.com/office/drawing/2014/main" id="{6C4E3FF1-A4CE-2E2A-CA13-98C633B9C1AD}"/>
                </a:ext>
              </a:extLst>
            </p:cNvPr>
            <p:cNvSpPr>
              <a:spLocks noChangeShapeType="1"/>
            </p:cNvSpPr>
            <p:nvPr/>
          </p:nvSpPr>
          <p:spPr bwMode="auto">
            <a:xfrm flipV="1">
              <a:off x="2291" y="2069"/>
              <a:ext cx="96" cy="96"/>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90" name="Rectangle 59">
              <a:extLst>
                <a:ext uri="{FF2B5EF4-FFF2-40B4-BE49-F238E27FC236}">
                  <a16:creationId xmlns:a16="http://schemas.microsoft.com/office/drawing/2014/main" id="{8FDEFCCC-5AD2-272A-9527-97B6A6B3469B}"/>
                </a:ext>
              </a:extLst>
            </p:cNvPr>
            <p:cNvSpPr>
              <a:spLocks noChangeArrowheads="1"/>
            </p:cNvSpPr>
            <p:nvPr/>
          </p:nvSpPr>
          <p:spPr bwMode="auto">
            <a:xfrm>
              <a:off x="2427" y="2160"/>
              <a:ext cx="23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M</a:t>
              </a:r>
            </a:p>
          </p:txBody>
        </p:sp>
      </p:grpSp>
      <p:grpSp>
        <p:nvGrpSpPr>
          <p:cNvPr id="6" name="Group 67">
            <a:extLst>
              <a:ext uri="{FF2B5EF4-FFF2-40B4-BE49-F238E27FC236}">
                <a16:creationId xmlns:a16="http://schemas.microsoft.com/office/drawing/2014/main" id="{45C71CB4-D364-2BB6-A080-3FC2EFF36183}"/>
              </a:ext>
            </a:extLst>
          </p:cNvPr>
          <p:cNvGrpSpPr>
            <a:grpSpLocks/>
          </p:cNvGrpSpPr>
          <p:nvPr/>
        </p:nvGrpSpPr>
        <p:grpSpPr bwMode="auto">
          <a:xfrm>
            <a:off x="4500563" y="2311400"/>
            <a:ext cx="1223962" cy="1177925"/>
            <a:chOff x="2835" y="1456"/>
            <a:chExt cx="771" cy="742"/>
          </a:xfrm>
        </p:grpSpPr>
        <p:sp>
          <p:nvSpPr>
            <p:cNvPr id="70676" name="Oval 5">
              <a:extLst>
                <a:ext uri="{FF2B5EF4-FFF2-40B4-BE49-F238E27FC236}">
                  <a16:creationId xmlns:a16="http://schemas.microsoft.com/office/drawing/2014/main" id="{AC5D0E4A-5725-15A0-EB4C-6A14860182FF}"/>
                </a:ext>
              </a:extLst>
            </p:cNvPr>
            <p:cNvSpPr>
              <a:spLocks noChangeArrowheads="1"/>
            </p:cNvSpPr>
            <p:nvPr/>
          </p:nvSpPr>
          <p:spPr bwMode="auto">
            <a:xfrm>
              <a:off x="3334" y="1661"/>
              <a:ext cx="272" cy="273"/>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latin typeface="Times New Roman" panose="02020603050405020304" pitchFamily="18" charset="0"/>
                  <a:ea typeface="宋体" panose="02010600030101010101" pitchFamily="2" charset="-122"/>
                </a:rPr>
                <a:t>Y</a:t>
              </a:r>
            </a:p>
          </p:txBody>
        </p:sp>
        <p:sp>
          <p:nvSpPr>
            <p:cNvPr id="70677" name="Arc 55">
              <a:extLst>
                <a:ext uri="{FF2B5EF4-FFF2-40B4-BE49-F238E27FC236}">
                  <a16:creationId xmlns:a16="http://schemas.microsoft.com/office/drawing/2014/main" id="{BA19E859-C6F9-0670-F505-BF58017AD40C}"/>
                </a:ext>
              </a:extLst>
            </p:cNvPr>
            <p:cNvSpPr>
              <a:spLocks/>
            </p:cNvSpPr>
            <p:nvPr/>
          </p:nvSpPr>
          <p:spPr bwMode="auto">
            <a:xfrm>
              <a:off x="3122" y="1521"/>
              <a:ext cx="241" cy="192"/>
            </a:xfrm>
            <a:custGeom>
              <a:avLst/>
              <a:gdLst>
                <a:gd name="T0" fmla="*/ 0 w 21690"/>
                <a:gd name="T1" fmla="*/ 0 h 21600"/>
                <a:gd name="T2" fmla="*/ 0 w 21690"/>
                <a:gd name="T3" fmla="*/ 0 h 21600"/>
                <a:gd name="T4" fmla="*/ 0 w 21690"/>
                <a:gd name="T5" fmla="*/ 0 h 21600"/>
                <a:gd name="T6" fmla="*/ 0 60000 65536"/>
                <a:gd name="T7" fmla="*/ 0 60000 65536"/>
                <a:gd name="T8" fmla="*/ 0 60000 65536"/>
                <a:gd name="T9" fmla="*/ 0 w 21690"/>
                <a:gd name="T10" fmla="*/ 0 h 21600"/>
                <a:gd name="T11" fmla="*/ 21690 w 21690"/>
                <a:gd name="T12" fmla="*/ 21600 h 21600"/>
              </a:gdLst>
              <a:ahLst/>
              <a:cxnLst>
                <a:cxn ang="T6">
                  <a:pos x="T0" y="T1"/>
                </a:cxn>
                <a:cxn ang="T7">
                  <a:pos x="T2" y="T3"/>
                </a:cxn>
                <a:cxn ang="T8">
                  <a:pos x="T4" y="T5"/>
                </a:cxn>
              </a:cxnLst>
              <a:rect l="T9" t="T10" r="T11" b="T12"/>
              <a:pathLst>
                <a:path w="21690" h="21600" fill="none" extrusionOk="0">
                  <a:moveTo>
                    <a:pt x="0" y="0"/>
                  </a:moveTo>
                  <a:cubicBezTo>
                    <a:pt x="30" y="0"/>
                    <a:pt x="60" y="-1"/>
                    <a:pt x="90" y="0"/>
                  </a:cubicBezTo>
                  <a:cubicBezTo>
                    <a:pt x="12019" y="0"/>
                    <a:pt x="21690" y="9670"/>
                    <a:pt x="21690" y="21600"/>
                  </a:cubicBezTo>
                </a:path>
                <a:path w="21690" h="21600" stroke="0" extrusionOk="0">
                  <a:moveTo>
                    <a:pt x="0" y="0"/>
                  </a:moveTo>
                  <a:cubicBezTo>
                    <a:pt x="30" y="0"/>
                    <a:pt x="60" y="-1"/>
                    <a:pt x="90" y="0"/>
                  </a:cubicBezTo>
                  <a:cubicBezTo>
                    <a:pt x="12019" y="0"/>
                    <a:pt x="21690" y="9670"/>
                    <a:pt x="21690" y="21600"/>
                  </a:cubicBezTo>
                  <a:lnTo>
                    <a:pt x="90" y="21600"/>
                  </a:lnTo>
                  <a:lnTo>
                    <a:pt x="0" y="0"/>
                  </a:lnTo>
                  <a:close/>
                </a:path>
              </a:pathLst>
            </a:custGeom>
            <a:noFill/>
            <a:ln w="12700" cap="rnd">
              <a:solidFill>
                <a:schemeClr val="tx1"/>
              </a:solidFill>
              <a:round/>
              <a:headEnd type="none" w="sm" len="sm"/>
              <a:tailEnd type="stealth"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678" name="Arc 56">
              <a:extLst>
                <a:ext uri="{FF2B5EF4-FFF2-40B4-BE49-F238E27FC236}">
                  <a16:creationId xmlns:a16="http://schemas.microsoft.com/office/drawing/2014/main" id="{C863B3F2-52FD-6CC3-32CF-6DBBD4DBA1A1}"/>
                </a:ext>
              </a:extLst>
            </p:cNvPr>
            <p:cNvSpPr>
              <a:spLocks/>
            </p:cNvSpPr>
            <p:nvPr/>
          </p:nvSpPr>
          <p:spPr bwMode="auto">
            <a:xfrm>
              <a:off x="2835" y="1521"/>
              <a:ext cx="288" cy="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9"/>
                    <a:pt x="9625" y="41"/>
                    <a:pt x="21525" y="0"/>
                  </a:cubicBezTo>
                </a:path>
                <a:path w="21600" h="21600" stroke="0" extrusionOk="0">
                  <a:moveTo>
                    <a:pt x="0" y="21600"/>
                  </a:moveTo>
                  <a:cubicBezTo>
                    <a:pt x="0" y="9699"/>
                    <a:pt x="9625" y="41"/>
                    <a:pt x="21525" y="0"/>
                  </a:cubicBezTo>
                  <a:lnTo>
                    <a:pt x="21600" y="21600"/>
                  </a:lnTo>
                  <a:lnTo>
                    <a:pt x="0" y="2160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679" name="Arc 57">
              <a:extLst>
                <a:ext uri="{FF2B5EF4-FFF2-40B4-BE49-F238E27FC236}">
                  <a16:creationId xmlns:a16="http://schemas.microsoft.com/office/drawing/2014/main" id="{F77B257B-5239-3921-81AE-EFC930B9D674}"/>
                </a:ext>
              </a:extLst>
            </p:cNvPr>
            <p:cNvSpPr>
              <a:spLocks/>
            </p:cNvSpPr>
            <p:nvPr/>
          </p:nvSpPr>
          <p:spPr bwMode="auto">
            <a:xfrm>
              <a:off x="3152" y="1933"/>
              <a:ext cx="288"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680" name="Arc 58">
              <a:extLst>
                <a:ext uri="{FF2B5EF4-FFF2-40B4-BE49-F238E27FC236}">
                  <a16:creationId xmlns:a16="http://schemas.microsoft.com/office/drawing/2014/main" id="{3B10F3B2-D55F-84CA-83A5-04183A10D7BF}"/>
                </a:ext>
              </a:extLst>
            </p:cNvPr>
            <p:cNvSpPr>
              <a:spLocks/>
            </p:cNvSpPr>
            <p:nvPr/>
          </p:nvSpPr>
          <p:spPr bwMode="auto">
            <a:xfrm>
              <a:off x="2877" y="2090"/>
              <a:ext cx="305" cy="82"/>
            </a:xfrm>
            <a:custGeom>
              <a:avLst/>
              <a:gdLst>
                <a:gd name="T0" fmla="*/ 0 w 21600"/>
                <a:gd name="T1" fmla="*/ 0 h 21501"/>
                <a:gd name="T2" fmla="*/ 0 w 21600"/>
                <a:gd name="T3" fmla="*/ 0 h 21501"/>
                <a:gd name="T4" fmla="*/ 0 w 21600"/>
                <a:gd name="T5" fmla="*/ 0 h 21501"/>
                <a:gd name="T6" fmla="*/ 0 60000 65536"/>
                <a:gd name="T7" fmla="*/ 0 60000 65536"/>
                <a:gd name="T8" fmla="*/ 0 60000 65536"/>
                <a:gd name="T9" fmla="*/ 0 w 21600"/>
                <a:gd name="T10" fmla="*/ 0 h 21501"/>
                <a:gd name="T11" fmla="*/ 21600 w 21600"/>
                <a:gd name="T12" fmla="*/ 21501 h 21501"/>
              </a:gdLst>
              <a:ahLst/>
              <a:cxnLst>
                <a:cxn ang="T6">
                  <a:pos x="T0" y="T1"/>
                </a:cxn>
                <a:cxn ang="T7">
                  <a:pos x="T2" y="T3"/>
                </a:cxn>
                <a:cxn ang="T8">
                  <a:pos x="T4" y="T5"/>
                </a:cxn>
              </a:cxnLst>
              <a:rect l="T9" t="T10" r="T11" b="T12"/>
              <a:pathLst>
                <a:path w="21600" h="21501" fill="none" extrusionOk="0">
                  <a:moveTo>
                    <a:pt x="19530" y="21500"/>
                  </a:moveTo>
                  <a:cubicBezTo>
                    <a:pt x="8453" y="20434"/>
                    <a:pt x="0" y="11127"/>
                    <a:pt x="0" y="0"/>
                  </a:cubicBezTo>
                </a:path>
                <a:path w="21600" h="21501" stroke="0" extrusionOk="0">
                  <a:moveTo>
                    <a:pt x="19530" y="21500"/>
                  </a:moveTo>
                  <a:cubicBezTo>
                    <a:pt x="8453" y="20434"/>
                    <a:pt x="0" y="11127"/>
                    <a:pt x="0" y="0"/>
                  </a:cubicBezTo>
                  <a:lnTo>
                    <a:pt x="21600" y="0"/>
                  </a:lnTo>
                  <a:lnTo>
                    <a:pt x="19530" y="2150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681" name="Rectangle 61">
              <a:extLst>
                <a:ext uri="{FF2B5EF4-FFF2-40B4-BE49-F238E27FC236}">
                  <a16:creationId xmlns:a16="http://schemas.microsoft.com/office/drawing/2014/main" id="{0052AFC3-C1A1-A623-1581-26A51406F75B}"/>
                </a:ext>
              </a:extLst>
            </p:cNvPr>
            <p:cNvSpPr>
              <a:spLocks noChangeArrowheads="1"/>
            </p:cNvSpPr>
            <p:nvPr/>
          </p:nvSpPr>
          <p:spPr bwMode="auto">
            <a:xfrm>
              <a:off x="2971" y="1456"/>
              <a:ext cx="27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ε</a:t>
              </a:r>
            </a:p>
          </p:txBody>
        </p:sp>
        <p:sp>
          <p:nvSpPr>
            <p:cNvPr id="70682" name="Rectangle 62">
              <a:extLst>
                <a:ext uri="{FF2B5EF4-FFF2-40B4-BE49-F238E27FC236}">
                  <a16:creationId xmlns:a16="http://schemas.microsoft.com/office/drawing/2014/main" id="{B16B7A84-DDDD-C877-65EB-C503AFE80A5A}"/>
                </a:ext>
              </a:extLst>
            </p:cNvPr>
            <p:cNvSpPr>
              <a:spLocks noChangeArrowheads="1"/>
            </p:cNvSpPr>
            <p:nvPr/>
          </p:nvSpPr>
          <p:spPr bwMode="auto">
            <a:xfrm>
              <a:off x="3016" y="1948"/>
              <a:ext cx="27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ε</a:t>
              </a:r>
            </a:p>
          </p:txBody>
        </p:sp>
      </p:grpSp>
      <p:grpSp>
        <p:nvGrpSpPr>
          <p:cNvPr id="7" name="Group 66">
            <a:extLst>
              <a:ext uri="{FF2B5EF4-FFF2-40B4-BE49-F238E27FC236}">
                <a16:creationId xmlns:a16="http://schemas.microsoft.com/office/drawing/2014/main" id="{6F4A99CA-AF62-D1EF-55AB-E6F735AF6ABA}"/>
              </a:ext>
            </a:extLst>
          </p:cNvPr>
          <p:cNvGrpSpPr>
            <a:grpSpLocks/>
          </p:cNvGrpSpPr>
          <p:nvPr/>
        </p:nvGrpSpPr>
        <p:grpSpPr bwMode="auto">
          <a:xfrm>
            <a:off x="2411413" y="2239963"/>
            <a:ext cx="1250950" cy="1370012"/>
            <a:chOff x="1519" y="1411"/>
            <a:chExt cx="788" cy="863"/>
          </a:xfrm>
        </p:grpSpPr>
        <p:sp>
          <p:nvSpPr>
            <p:cNvPr id="70668" name="Line 48">
              <a:extLst>
                <a:ext uri="{FF2B5EF4-FFF2-40B4-BE49-F238E27FC236}">
                  <a16:creationId xmlns:a16="http://schemas.microsoft.com/office/drawing/2014/main" id="{DD2E42B5-6871-93BA-6C7A-6B326420F13C}"/>
                </a:ext>
              </a:extLst>
            </p:cNvPr>
            <p:cNvSpPr>
              <a:spLocks noChangeShapeType="1"/>
            </p:cNvSpPr>
            <p:nvPr/>
          </p:nvSpPr>
          <p:spPr bwMode="auto">
            <a:xfrm>
              <a:off x="1519" y="1661"/>
              <a:ext cx="96" cy="96"/>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9" name="Arc 51">
              <a:extLst>
                <a:ext uri="{FF2B5EF4-FFF2-40B4-BE49-F238E27FC236}">
                  <a16:creationId xmlns:a16="http://schemas.microsoft.com/office/drawing/2014/main" id="{9C0CECAA-4E66-2415-4AEF-346D1EB5513C}"/>
                </a:ext>
              </a:extLst>
            </p:cNvPr>
            <p:cNvSpPr>
              <a:spLocks/>
            </p:cNvSpPr>
            <p:nvPr/>
          </p:nvSpPr>
          <p:spPr bwMode="auto">
            <a:xfrm>
              <a:off x="2066" y="1473"/>
              <a:ext cx="241" cy="144"/>
            </a:xfrm>
            <a:custGeom>
              <a:avLst/>
              <a:gdLst>
                <a:gd name="T0" fmla="*/ 0 w 21690"/>
                <a:gd name="T1" fmla="*/ 0 h 21600"/>
                <a:gd name="T2" fmla="*/ 0 w 21690"/>
                <a:gd name="T3" fmla="*/ 0 h 21600"/>
                <a:gd name="T4" fmla="*/ 0 w 21690"/>
                <a:gd name="T5" fmla="*/ 0 h 21600"/>
                <a:gd name="T6" fmla="*/ 0 60000 65536"/>
                <a:gd name="T7" fmla="*/ 0 60000 65536"/>
                <a:gd name="T8" fmla="*/ 0 60000 65536"/>
                <a:gd name="T9" fmla="*/ 0 w 21690"/>
                <a:gd name="T10" fmla="*/ 0 h 21600"/>
                <a:gd name="T11" fmla="*/ 21690 w 21690"/>
                <a:gd name="T12" fmla="*/ 21600 h 21600"/>
              </a:gdLst>
              <a:ahLst/>
              <a:cxnLst>
                <a:cxn ang="T6">
                  <a:pos x="T0" y="T1"/>
                </a:cxn>
                <a:cxn ang="T7">
                  <a:pos x="T2" y="T3"/>
                </a:cxn>
                <a:cxn ang="T8">
                  <a:pos x="T4" y="T5"/>
                </a:cxn>
              </a:cxnLst>
              <a:rect l="T9" t="T10" r="T11" b="T12"/>
              <a:pathLst>
                <a:path w="21690" h="21600" fill="none" extrusionOk="0">
                  <a:moveTo>
                    <a:pt x="0" y="0"/>
                  </a:moveTo>
                  <a:cubicBezTo>
                    <a:pt x="30" y="0"/>
                    <a:pt x="60" y="-1"/>
                    <a:pt x="90" y="0"/>
                  </a:cubicBezTo>
                  <a:cubicBezTo>
                    <a:pt x="12019" y="0"/>
                    <a:pt x="21690" y="9670"/>
                    <a:pt x="21690" y="21600"/>
                  </a:cubicBezTo>
                </a:path>
                <a:path w="21690" h="21600" stroke="0" extrusionOk="0">
                  <a:moveTo>
                    <a:pt x="0" y="0"/>
                  </a:moveTo>
                  <a:cubicBezTo>
                    <a:pt x="30" y="0"/>
                    <a:pt x="60" y="-1"/>
                    <a:pt x="90" y="0"/>
                  </a:cubicBezTo>
                  <a:cubicBezTo>
                    <a:pt x="12019" y="0"/>
                    <a:pt x="21690" y="9670"/>
                    <a:pt x="21690" y="21600"/>
                  </a:cubicBezTo>
                  <a:lnTo>
                    <a:pt x="90" y="21600"/>
                  </a:lnTo>
                  <a:lnTo>
                    <a:pt x="0" y="0"/>
                  </a:lnTo>
                  <a:close/>
                </a:path>
              </a:pathLst>
            </a:custGeom>
            <a:noFill/>
            <a:ln w="12700" cap="rnd">
              <a:solidFill>
                <a:schemeClr val="tx1"/>
              </a:solidFill>
              <a:round/>
              <a:headEnd type="none" w="sm" len="sm"/>
              <a:tailEnd type="stealth"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670" name="Arc 52">
              <a:extLst>
                <a:ext uri="{FF2B5EF4-FFF2-40B4-BE49-F238E27FC236}">
                  <a16:creationId xmlns:a16="http://schemas.microsoft.com/office/drawing/2014/main" id="{E1FAD62D-B4DA-4809-6832-6AA1725C37A2}"/>
                </a:ext>
              </a:extLst>
            </p:cNvPr>
            <p:cNvSpPr>
              <a:spLocks/>
            </p:cNvSpPr>
            <p:nvPr/>
          </p:nvSpPr>
          <p:spPr bwMode="auto">
            <a:xfrm>
              <a:off x="1827" y="1473"/>
              <a:ext cx="288"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9"/>
                    <a:pt x="9625" y="41"/>
                    <a:pt x="21525" y="0"/>
                  </a:cubicBezTo>
                </a:path>
                <a:path w="21600" h="21600" stroke="0" extrusionOk="0">
                  <a:moveTo>
                    <a:pt x="0" y="21600"/>
                  </a:moveTo>
                  <a:cubicBezTo>
                    <a:pt x="0" y="9699"/>
                    <a:pt x="9625" y="41"/>
                    <a:pt x="21525" y="0"/>
                  </a:cubicBezTo>
                  <a:lnTo>
                    <a:pt x="21600" y="21600"/>
                  </a:lnTo>
                  <a:lnTo>
                    <a:pt x="0" y="2160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671" name="Arc 53">
              <a:extLst>
                <a:ext uri="{FF2B5EF4-FFF2-40B4-BE49-F238E27FC236}">
                  <a16:creationId xmlns:a16="http://schemas.microsoft.com/office/drawing/2014/main" id="{A6D32B99-4106-781B-D556-9A6905437CF1}"/>
                </a:ext>
              </a:extLst>
            </p:cNvPr>
            <p:cNvSpPr>
              <a:spLocks/>
            </p:cNvSpPr>
            <p:nvPr/>
          </p:nvSpPr>
          <p:spPr bwMode="auto">
            <a:xfrm>
              <a:off x="2066" y="1952"/>
              <a:ext cx="240" cy="14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672" name="Arc 54">
              <a:extLst>
                <a:ext uri="{FF2B5EF4-FFF2-40B4-BE49-F238E27FC236}">
                  <a16:creationId xmlns:a16="http://schemas.microsoft.com/office/drawing/2014/main" id="{39B1E391-86D1-BDBB-FF95-999E3F27EB2D}"/>
                </a:ext>
              </a:extLst>
            </p:cNvPr>
            <p:cNvSpPr>
              <a:spLocks/>
            </p:cNvSpPr>
            <p:nvPr/>
          </p:nvSpPr>
          <p:spPr bwMode="auto">
            <a:xfrm>
              <a:off x="1779" y="1856"/>
              <a:ext cx="288"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673" name="Rectangle 60">
              <a:extLst>
                <a:ext uri="{FF2B5EF4-FFF2-40B4-BE49-F238E27FC236}">
                  <a16:creationId xmlns:a16="http://schemas.microsoft.com/office/drawing/2014/main" id="{DD9CCF65-3EF1-1680-48EC-87FBAA5F6E26}"/>
                </a:ext>
              </a:extLst>
            </p:cNvPr>
            <p:cNvSpPr>
              <a:spLocks noChangeArrowheads="1"/>
            </p:cNvSpPr>
            <p:nvPr/>
          </p:nvSpPr>
          <p:spPr bwMode="auto">
            <a:xfrm>
              <a:off x="1882" y="2024"/>
              <a:ext cx="27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ε</a:t>
              </a:r>
            </a:p>
          </p:txBody>
        </p:sp>
        <p:sp>
          <p:nvSpPr>
            <p:cNvPr id="70674" name="Rectangle 63">
              <a:extLst>
                <a:ext uri="{FF2B5EF4-FFF2-40B4-BE49-F238E27FC236}">
                  <a16:creationId xmlns:a16="http://schemas.microsoft.com/office/drawing/2014/main" id="{C76D2674-AE5A-27EF-E38B-1C2858A9EFE5}"/>
                </a:ext>
              </a:extLst>
            </p:cNvPr>
            <p:cNvSpPr>
              <a:spLocks noChangeArrowheads="1"/>
            </p:cNvSpPr>
            <p:nvPr/>
          </p:nvSpPr>
          <p:spPr bwMode="auto">
            <a:xfrm>
              <a:off x="1928" y="1411"/>
              <a:ext cx="27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ε</a:t>
              </a:r>
            </a:p>
          </p:txBody>
        </p:sp>
        <p:sp>
          <p:nvSpPr>
            <p:cNvPr id="70675" name="Oval 64">
              <a:extLst>
                <a:ext uri="{FF2B5EF4-FFF2-40B4-BE49-F238E27FC236}">
                  <a16:creationId xmlns:a16="http://schemas.microsoft.com/office/drawing/2014/main" id="{E1201FF8-CBBD-5EA3-1C31-E57F9E15D3DE}"/>
                </a:ext>
              </a:extLst>
            </p:cNvPr>
            <p:cNvSpPr>
              <a:spLocks noChangeArrowheads="1"/>
            </p:cNvSpPr>
            <p:nvPr/>
          </p:nvSpPr>
          <p:spPr bwMode="auto">
            <a:xfrm>
              <a:off x="1610" y="1616"/>
              <a:ext cx="318" cy="318"/>
            </a:xfrm>
            <a:prstGeom prst="ellipse">
              <a:avLst/>
            </a:prstGeom>
            <a:solidFill>
              <a:schemeClr val="accent1"/>
            </a:solidFill>
            <a:ln w="9525" algn="ctr">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ea typeface="宋体" panose="02010600030101010101" pitchFamily="2" charset="-122"/>
                </a:rPr>
                <a:t>X</a:t>
              </a:r>
            </a:p>
          </p:txBody>
        </p:sp>
      </p:grpSp>
      <p:sp>
        <p:nvSpPr>
          <p:cNvPr id="70667" name="灯片编号占位符 70">
            <a:extLst>
              <a:ext uri="{FF2B5EF4-FFF2-40B4-BE49-F238E27FC236}">
                <a16:creationId xmlns:a16="http://schemas.microsoft.com/office/drawing/2014/main" id="{4BFB1B25-8C1E-5CD7-C55E-36A51CD16F7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CB456687-6962-824B-B9DC-EB3F4450517C}"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59</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24323">
                                            <p:txEl>
                                              <p:pRg st="1" end="1"/>
                                            </p:txEl>
                                          </p:spTgt>
                                        </p:tgtEl>
                                        <p:attrNameLst>
                                          <p:attrName>style.visibility</p:attrName>
                                        </p:attrNameLst>
                                      </p:cBhvr>
                                      <p:to>
                                        <p:strVal val="visible"/>
                                      </p:to>
                                    </p:set>
                                    <p:animEffect transition="in" filter="wipe(left)">
                                      <p:cBhvr>
                                        <p:cTn id="7" dur="500"/>
                                        <p:tgtEl>
                                          <p:spTgt spid="82432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24324">
                                            <p:txEl>
                                              <p:pRg st="0" end="0"/>
                                            </p:txEl>
                                          </p:spTgt>
                                        </p:tgtEl>
                                        <p:attrNameLst>
                                          <p:attrName>style.visibility</p:attrName>
                                        </p:attrNameLst>
                                      </p:cBhvr>
                                      <p:to>
                                        <p:strVal val="visible"/>
                                      </p:to>
                                    </p:set>
                                    <p:animEffect transition="in" filter="wipe(left)">
                                      <p:cBhvr>
                                        <p:cTn id="22" dur="500"/>
                                        <p:tgtEl>
                                          <p:spTgt spid="824324">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E461261C-420C-85E1-15DC-AF3D8808173B}"/>
              </a:ext>
            </a:extLst>
          </p:cNvPr>
          <p:cNvSpPr>
            <a:spLocks noGrp="1" noChangeArrowheads="1"/>
          </p:cNvSpPr>
          <p:nvPr>
            <p:ph type="body" idx="1"/>
          </p:nvPr>
        </p:nvSpPr>
        <p:spPr>
          <a:xfrm>
            <a:off x="663575" y="1208088"/>
            <a:ext cx="7940675" cy="4741862"/>
          </a:xfrm>
          <a:ln>
            <a:solidFill>
              <a:srgbClr val="008000"/>
            </a:solidFill>
            <a:miter lim="800000"/>
            <a:headEnd/>
            <a:tailEnd/>
          </a:ln>
        </p:spPr>
        <p:txBody>
          <a:bodyPr/>
          <a:lstStyle/>
          <a:p>
            <a:pPr eaLnBrk="1" hangingPunct="1">
              <a:lnSpc>
                <a:spcPct val="120000"/>
              </a:lnSpc>
              <a:spcBef>
                <a:spcPct val="10000"/>
              </a:spcBef>
            </a:pPr>
            <a:r>
              <a:rPr lang="zh-CN" altLang="en-US" sz="2400">
                <a:ea typeface="宋体" panose="02010600030101010101" pitchFamily="2" charset="-122"/>
              </a:rPr>
              <a:t>设 </a:t>
            </a:r>
            <a:r>
              <a:rPr lang="en-US" altLang="zh-CN" sz="2400">
                <a:ea typeface="宋体" panose="02010600030101010101" pitchFamily="2" charset="-122"/>
              </a:rPr>
              <a:t>I </a:t>
            </a:r>
            <a:r>
              <a:rPr lang="zh-CN" altLang="en-US" sz="2400">
                <a:ea typeface="宋体" panose="02010600030101010101" pitchFamily="2" charset="-122"/>
              </a:rPr>
              <a:t>是</a:t>
            </a:r>
            <a:r>
              <a:rPr lang="en-US" altLang="zh-CN" sz="2400">
                <a:ea typeface="宋体" panose="02010600030101010101" pitchFamily="2" charset="-122"/>
              </a:rPr>
              <a:t>M</a:t>
            </a:r>
            <a:r>
              <a:rPr lang="en-US" altLang="zh-CN" sz="2400">
                <a:ea typeface="宋体" panose="02010600030101010101" pitchFamily="2" charset="-122"/>
                <a:sym typeface="Symbol" pitchFamily="2" charset="2"/>
              </a:rPr>
              <a:t></a:t>
            </a:r>
            <a:r>
              <a:rPr lang="zh-CN" altLang="en-US" sz="2400">
                <a:ea typeface="宋体" panose="02010600030101010101" pitchFamily="2" charset="-122"/>
              </a:rPr>
              <a:t>状态集的子集， </a:t>
            </a:r>
            <a:r>
              <a:rPr lang="en-US" altLang="zh-CN" sz="2400">
                <a:ea typeface="宋体" panose="02010600030101010101" pitchFamily="2" charset="-122"/>
              </a:rPr>
              <a:t>I </a:t>
            </a:r>
            <a:r>
              <a:rPr lang="zh-CN" altLang="en-US" sz="2400">
                <a:ea typeface="宋体" panose="02010600030101010101" pitchFamily="2" charset="-122"/>
              </a:rPr>
              <a:t>的</a:t>
            </a:r>
            <a:r>
              <a:rPr lang="en-US" altLang="zh-CN" sz="2400">
                <a:solidFill>
                  <a:srgbClr val="990000"/>
                </a:solidFill>
                <a:ea typeface="宋体" panose="02010600030101010101" pitchFamily="2" charset="-122"/>
              </a:rPr>
              <a:t>ε-</a:t>
            </a:r>
            <a:r>
              <a:rPr lang="zh-CN" altLang="en-US" sz="2400">
                <a:solidFill>
                  <a:srgbClr val="990000"/>
                </a:solidFill>
                <a:ea typeface="宋体" panose="02010600030101010101" pitchFamily="2" charset="-122"/>
              </a:rPr>
              <a:t>闭包</a:t>
            </a:r>
            <a:r>
              <a:rPr lang="en-US" altLang="zh-CN" sz="2400">
                <a:ea typeface="宋体" panose="02010600030101010101" pitchFamily="2" charset="-122"/>
              </a:rPr>
              <a:t>ε- CLOSURE(I) </a:t>
            </a:r>
            <a:r>
              <a:rPr lang="zh-CN" altLang="en-US" sz="2400">
                <a:ea typeface="宋体" panose="02010600030101010101" pitchFamily="2" charset="-122"/>
              </a:rPr>
              <a:t>为</a:t>
            </a:r>
            <a:r>
              <a:rPr lang="en-US" altLang="zh-CN" sz="2400">
                <a:ea typeface="宋体" panose="02010600030101010101" pitchFamily="2" charset="-122"/>
              </a:rPr>
              <a:t>:</a:t>
            </a:r>
          </a:p>
          <a:p>
            <a:pPr eaLnBrk="1" hangingPunct="1">
              <a:lnSpc>
                <a:spcPct val="120000"/>
              </a:lnSpc>
              <a:spcBef>
                <a:spcPct val="10000"/>
              </a:spcBef>
              <a:buFont typeface="Wingdings" pitchFamily="2" charset="2"/>
              <a:buNone/>
            </a:pPr>
            <a:r>
              <a:rPr lang="en-US" altLang="zh-CN" sz="2400">
                <a:ea typeface="宋体" panose="02010600030101010101" pitchFamily="2" charset="-122"/>
              </a:rPr>
              <a:t>	 1) </a:t>
            </a:r>
            <a:r>
              <a:rPr lang="zh-CN" altLang="en-US" sz="2400">
                <a:ea typeface="宋体" panose="02010600030101010101" pitchFamily="2" charset="-122"/>
              </a:rPr>
              <a:t>若</a:t>
            </a:r>
            <a:r>
              <a:rPr lang="en-US" altLang="zh-CN" sz="2400">
                <a:ea typeface="宋体" panose="02010600030101010101" pitchFamily="2" charset="-122"/>
              </a:rPr>
              <a:t>q∈I, </a:t>
            </a:r>
            <a:r>
              <a:rPr lang="zh-CN" altLang="en-US" sz="2400">
                <a:ea typeface="宋体" panose="02010600030101010101" pitchFamily="2" charset="-122"/>
              </a:rPr>
              <a:t>则</a:t>
            </a:r>
            <a:r>
              <a:rPr lang="en-US" altLang="zh-CN" sz="2400">
                <a:ea typeface="宋体" panose="02010600030101010101" pitchFamily="2" charset="-122"/>
              </a:rPr>
              <a:t>q∈ε- CLOSURE(I)</a:t>
            </a:r>
            <a:r>
              <a:rPr lang="zh-CN" altLang="en-US" sz="2400">
                <a:ea typeface="宋体" panose="02010600030101010101" pitchFamily="2" charset="-122"/>
              </a:rPr>
              <a:t>；</a:t>
            </a:r>
          </a:p>
          <a:p>
            <a:pPr eaLnBrk="1" hangingPunct="1">
              <a:lnSpc>
                <a:spcPct val="120000"/>
              </a:lnSpc>
              <a:spcBef>
                <a:spcPct val="10000"/>
              </a:spcBef>
              <a:buFont typeface="Wingdings" pitchFamily="2" charset="2"/>
              <a:buNone/>
            </a:pPr>
            <a:r>
              <a:rPr lang="zh-CN" altLang="en-US" sz="2400">
                <a:ea typeface="宋体" panose="02010600030101010101" pitchFamily="2" charset="-122"/>
              </a:rPr>
              <a:t> 	 </a:t>
            </a:r>
            <a:r>
              <a:rPr lang="en-US" altLang="zh-CN" sz="2400">
                <a:ea typeface="宋体" panose="02010600030101010101" pitchFamily="2" charset="-122"/>
              </a:rPr>
              <a:t>2)  </a:t>
            </a:r>
            <a:r>
              <a:rPr lang="zh-CN" altLang="en-US" sz="2400">
                <a:ea typeface="宋体" panose="02010600030101010101" pitchFamily="2" charset="-122"/>
              </a:rPr>
              <a:t>若</a:t>
            </a:r>
            <a:r>
              <a:rPr lang="en-US" altLang="zh-CN" sz="2400">
                <a:ea typeface="宋体" panose="02010600030101010101" pitchFamily="2" charset="-122"/>
              </a:rPr>
              <a:t>q∈I, </a:t>
            </a:r>
            <a:r>
              <a:rPr lang="zh-CN" altLang="en-US" sz="2400">
                <a:ea typeface="宋体" panose="02010600030101010101" pitchFamily="2" charset="-122"/>
              </a:rPr>
              <a:t>则从 </a:t>
            </a:r>
            <a:r>
              <a:rPr lang="en-US" altLang="zh-CN" sz="2400">
                <a:ea typeface="宋体" panose="02010600030101010101" pitchFamily="2" charset="-122"/>
              </a:rPr>
              <a:t>q</a:t>
            </a:r>
            <a:r>
              <a:rPr lang="zh-CN" altLang="en-US" sz="2400">
                <a:ea typeface="宋体" panose="02010600030101010101" pitchFamily="2" charset="-122"/>
              </a:rPr>
              <a:t>出发经过任意条</a:t>
            </a:r>
            <a:r>
              <a:rPr lang="en-US" altLang="zh-CN" sz="2400">
                <a:ea typeface="宋体" panose="02010600030101010101" pitchFamily="2" charset="-122"/>
              </a:rPr>
              <a:t>ε</a:t>
            </a:r>
            <a:r>
              <a:rPr lang="zh-CN" altLang="en-US" sz="2400">
                <a:ea typeface="宋体" panose="02010600030101010101" pitchFamily="2" charset="-122"/>
              </a:rPr>
              <a:t>弧可到达的任何状态</a:t>
            </a:r>
            <a:r>
              <a:rPr lang="en-US" altLang="zh-CN" sz="2400">
                <a:ea typeface="宋体" panose="02010600030101010101" pitchFamily="2" charset="-122"/>
              </a:rPr>
              <a:t>q</a:t>
            </a:r>
            <a:r>
              <a:rPr lang="en-US" altLang="zh-CN" sz="2400">
                <a:latin typeface="华文楷体" panose="02010600040101010101" pitchFamily="2" charset="-122"/>
                <a:ea typeface="华文楷体" panose="02010600040101010101" pitchFamily="2" charset="-122"/>
              </a:rPr>
              <a:t>’</a:t>
            </a:r>
            <a:r>
              <a:rPr lang="en-US" altLang="zh-CN" sz="2400">
                <a:ea typeface="宋体" panose="02010600030101010101" pitchFamily="2" charset="-122"/>
              </a:rPr>
              <a:t>∈ ε- CLOSURE(I)</a:t>
            </a:r>
            <a:r>
              <a:rPr lang="zh-CN" altLang="en-US" sz="2400">
                <a:ea typeface="宋体" panose="02010600030101010101" pitchFamily="2" charset="-122"/>
              </a:rPr>
              <a:t>。</a:t>
            </a:r>
          </a:p>
          <a:p>
            <a:pPr eaLnBrk="1" hangingPunct="1">
              <a:lnSpc>
                <a:spcPct val="120000"/>
              </a:lnSpc>
              <a:spcBef>
                <a:spcPct val="10000"/>
              </a:spcBef>
            </a:pPr>
            <a:endParaRPr lang="zh-CN" altLang="en-US" sz="2400">
              <a:ea typeface="宋体" panose="02010600030101010101" pitchFamily="2" charset="-122"/>
            </a:endParaRPr>
          </a:p>
          <a:p>
            <a:pPr eaLnBrk="1" hangingPunct="1">
              <a:lnSpc>
                <a:spcPct val="120000"/>
              </a:lnSpc>
              <a:spcBef>
                <a:spcPct val="10000"/>
              </a:spcBef>
            </a:pPr>
            <a:r>
              <a:rPr lang="zh-CN" altLang="en-US" sz="2400">
                <a:ea typeface="宋体" panose="02010600030101010101" pitchFamily="2" charset="-122"/>
              </a:rPr>
              <a:t>设 </a:t>
            </a:r>
            <a:r>
              <a:rPr lang="en-US" altLang="zh-CN" sz="2400">
                <a:ea typeface="宋体" panose="02010600030101010101" pitchFamily="2" charset="-122"/>
              </a:rPr>
              <a:t>I </a:t>
            </a:r>
            <a:r>
              <a:rPr lang="zh-CN" altLang="en-US" sz="2400">
                <a:ea typeface="宋体" panose="02010600030101010101" pitchFamily="2" charset="-122"/>
              </a:rPr>
              <a:t>是</a:t>
            </a:r>
            <a:r>
              <a:rPr lang="en-US" altLang="zh-CN" sz="2400">
                <a:ea typeface="宋体" panose="02010600030101010101" pitchFamily="2" charset="-122"/>
              </a:rPr>
              <a:t>M</a:t>
            </a:r>
            <a:r>
              <a:rPr lang="en-US" altLang="zh-CN" sz="2400">
                <a:ea typeface="宋体" panose="02010600030101010101" pitchFamily="2" charset="-122"/>
                <a:sym typeface="Symbol" pitchFamily="2" charset="2"/>
              </a:rPr>
              <a:t></a:t>
            </a:r>
            <a:r>
              <a:rPr lang="zh-CN" altLang="en-US" sz="2400">
                <a:ea typeface="宋体" panose="02010600030101010101" pitchFamily="2" charset="-122"/>
              </a:rPr>
              <a:t>状态集的子集，</a:t>
            </a:r>
            <a:r>
              <a:rPr lang="en-US" altLang="zh-CN" sz="2400">
                <a:ea typeface="宋体" panose="02010600030101010101" pitchFamily="2" charset="-122"/>
              </a:rPr>
              <a:t>a∈∑ ,</a:t>
            </a:r>
            <a:r>
              <a:rPr lang="zh-CN" altLang="en-US" sz="2400">
                <a:ea typeface="宋体" panose="02010600030101010101" pitchFamily="2" charset="-122"/>
              </a:rPr>
              <a:t>定义</a:t>
            </a:r>
          </a:p>
          <a:p>
            <a:pPr eaLnBrk="1" hangingPunct="1">
              <a:lnSpc>
                <a:spcPct val="120000"/>
              </a:lnSpc>
              <a:spcBef>
                <a:spcPct val="10000"/>
              </a:spcBef>
              <a:buFont typeface="Wingdings" pitchFamily="2" charset="2"/>
              <a:buNone/>
            </a:pPr>
            <a:r>
              <a:rPr lang="zh-CN" altLang="en-US" sz="2400">
                <a:ea typeface="宋体" panose="02010600030101010101" pitchFamily="2" charset="-122"/>
              </a:rPr>
              <a:t>		    </a:t>
            </a:r>
            <a:r>
              <a:rPr lang="en-US" altLang="zh-CN" sz="2400">
                <a:ea typeface="宋体" panose="02010600030101010101" pitchFamily="2" charset="-122"/>
              </a:rPr>
              <a:t>I</a:t>
            </a:r>
            <a:r>
              <a:rPr lang="en-US" altLang="zh-CN" sz="2400" baseline="-25000">
                <a:ea typeface="宋体" panose="02010600030101010101" pitchFamily="2" charset="-122"/>
              </a:rPr>
              <a:t>a</a:t>
            </a:r>
            <a:r>
              <a:rPr lang="en-US" altLang="zh-CN" sz="2400">
                <a:ea typeface="宋体" panose="02010600030101010101" pitchFamily="2" charset="-122"/>
              </a:rPr>
              <a:t> = ε- CLOSURE (J)</a:t>
            </a:r>
          </a:p>
          <a:p>
            <a:pPr eaLnBrk="1" hangingPunct="1">
              <a:lnSpc>
                <a:spcPct val="120000"/>
              </a:lnSpc>
              <a:spcBef>
                <a:spcPct val="10000"/>
              </a:spcBef>
              <a:buFont typeface="Wingdings" pitchFamily="2" charset="2"/>
              <a:buNone/>
            </a:pPr>
            <a:r>
              <a:rPr lang="en-US" altLang="zh-CN" sz="2400">
                <a:ea typeface="宋体" panose="02010600030101010101" pitchFamily="2" charset="-122"/>
              </a:rPr>
              <a:t>		</a:t>
            </a:r>
            <a:r>
              <a:rPr lang="zh-CN" altLang="en-US" sz="2400">
                <a:ea typeface="宋体" panose="02010600030101010101" pitchFamily="2" charset="-122"/>
              </a:rPr>
              <a:t>其中：</a:t>
            </a:r>
            <a:r>
              <a:rPr lang="en-US" altLang="zh-CN" sz="2400">
                <a:ea typeface="宋体" panose="02010600030101010101" pitchFamily="2" charset="-122"/>
              </a:rPr>
              <a:t>J</a:t>
            </a:r>
            <a:r>
              <a:rPr lang="zh-CN" altLang="en-US" sz="2400">
                <a:ea typeface="宋体" panose="02010600030101010101" pitchFamily="2" charset="-122"/>
              </a:rPr>
              <a:t>为从</a:t>
            </a:r>
            <a:r>
              <a:rPr lang="en-US" altLang="zh-CN" sz="2400">
                <a:ea typeface="宋体" panose="02010600030101010101" pitchFamily="2" charset="-122"/>
              </a:rPr>
              <a:t>I</a:t>
            </a:r>
            <a:r>
              <a:rPr lang="zh-CN" altLang="en-US" sz="2400">
                <a:ea typeface="宋体" panose="02010600030101010101" pitchFamily="2" charset="-122"/>
              </a:rPr>
              <a:t>中某一个状态结点出发</a:t>
            </a:r>
            <a:r>
              <a:rPr lang="en-US" altLang="zh-CN" sz="2400">
                <a:ea typeface="宋体" panose="02010600030101010101" pitchFamily="2" charset="-122"/>
              </a:rPr>
              <a:t>, </a:t>
            </a:r>
            <a:r>
              <a:rPr lang="zh-CN" altLang="en-US" sz="2400">
                <a:ea typeface="宋体" panose="02010600030101010101" pitchFamily="2" charset="-122"/>
              </a:rPr>
              <a:t>经过一条 </a:t>
            </a:r>
            <a:r>
              <a:rPr lang="en-US" altLang="zh-CN" sz="2400">
                <a:ea typeface="宋体" panose="02010600030101010101" pitchFamily="2" charset="-122"/>
              </a:rPr>
              <a:t>a  	</a:t>
            </a:r>
            <a:r>
              <a:rPr lang="zh-CN" altLang="en-US" sz="2400">
                <a:ea typeface="宋体" panose="02010600030101010101" pitchFamily="2" charset="-122"/>
              </a:rPr>
              <a:t>弧到达的状态结点的全体。</a:t>
            </a:r>
          </a:p>
        </p:txBody>
      </p:sp>
      <p:sp>
        <p:nvSpPr>
          <p:cNvPr id="71683" name="Rectangle 3">
            <a:extLst>
              <a:ext uri="{FF2B5EF4-FFF2-40B4-BE49-F238E27FC236}">
                <a16:creationId xmlns:a16="http://schemas.microsoft.com/office/drawing/2014/main" id="{15ED86E7-DAF8-7282-F140-04CF19F07D70}"/>
              </a:ext>
            </a:extLst>
          </p:cNvPr>
          <p:cNvSpPr>
            <a:spLocks noChangeArrowheads="1"/>
          </p:cNvSpPr>
          <p:nvPr/>
        </p:nvSpPr>
        <p:spPr bwMode="auto">
          <a:xfrm>
            <a:off x="446088" y="547688"/>
            <a:ext cx="82296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lnSpc>
                <a:spcPct val="90000"/>
              </a:lnSpc>
              <a:buFont typeface="Wingdings" pitchFamily="2" charset="2"/>
              <a:buNone/>
            </a:pPr>
            <a:r>
              <a:rPr lang="zh-CN" altLang="en-US" sz="2800">
                <a:ea typeface="宋体" panose="02010600030101010101" pitchFamily="2" charset="-122"/>
              </a:rPr>
              <a:t>（</a:t>
            </a:r>
            <a:r>
              <a:rPr lang="en-US" altLang="zh-CN" sz="2800">
                <a:ea typeface="宋体" panose="02010600030101010101" pitchFamily="2" charset="-122"/>
              </a:rPr>
              <a:t>2</a:t>
            </a:r>
            <a:r>
              <a:rPr lang="zh-CN" altLang="en-US" sz="2800">
                <a:ea typeface="宋体" panose="02010600030101010101" pitchFamily="2" charset="-122"/>
              </a:rPr>
              <a:t>）将</a:t>
            </a:r>
            <a:r>
              <a:rPr lang="en-US" altLang="zh-CN" sz="2800">
                <a:ea typeface="宋体" panose="02010600030101010101" pitchFamily="2" charset="-122"/>
              </a:rPr>
              <a:t>M</a:t>
            </a:r>
            <a:r>
              <a:rPr lang="en-US" altLang="zh-CN">
                <a:ea typeface="宋体" panose="02010600030101010101" pitchFamily="2" charset="-122"/>
                <a:sym typeface="Symbol" pitchFamily="2" charset="2"/>
              </a:rPr>
              <a:t></a:t>
            </a:r>
            <a:r>
              <a:rPr lang="zh-CN" altLang="en-US" sz="2800">
                <a:ea typeface="宋体" panose="02010600030101010101" pitchFamily="2" charset="-122"/>
              </a:rPr>
              <a:t>进一步变换为</a:t>
            </a:r>
            <a:r>
              <a:rPr lang="en-US" altLang="zh-CN" sz="2800">
                <a:ea typeface="宋体" panose="02010600030101010101" pitchFamily="2" charset="-122"/>
              </a:rPr>
              <a:t>DFA</a:t>
            </a:r>
          </a:p>
        </p:txBody>
      </p:sp>
      <p:sp>
        <p:nvSpPr>
          <p:cNvPr id="71684" name="灯片编号占位符 3">
            <a:extLst>
              <a:ext uri="{FF2B5EF4-FFF2-40B4-BE49-F238E27FC236}">
                <a16:creationId xmlns:a16="http://schemas.microsoft.com/office/drawing/2014/main" id="{EAE039BF-C8FB-48DC-79BB-3135D1FD9EB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15DBC855-E517-AA4E-A593-B150918AB018}"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60</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1" name="Text Box 3">
            <a:extLst>
              <a:ext uri="{FF2B5EF4-FFF2-40B4-BE49-F238E27FC236}">
                <a16:creationId xmlns:a16="http://schemas.microsoft.com/office/drawing/2014/main" id="{DDF45B86-4C1E-294C-03C1-259BDDB370EB}"/>
              </a:ext>
            </a:extLst>
          </p:cNvPr>
          <p:cNvSpPr txBox="1">
            <a:spLocks noChangeArrowheads="1"/>
          </p:cNvSpPr>
          <p:nvPr/>
        </p:nvSpPr>
        <p:spPr bwMode="auto">
          <a:xfrm>
            <a:off x="323850" y="849313"/>
            <a:ext cx="7920038" cy="308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2800">
                <a:solidFill>
                  <a:srgbClr val="CC6600"/>
                </a:solidFill>
                <a:ea typeface="宋体" panose="02010600030101010101" pitchFamily="2" charset="-122"/>
              </a:rPr>
              <a:t>例</a:t>
            </a:r>
            <a:r>
              <a:rPr lang="en-US" altLang="zh-CN" sz="2800">
                <a:ea typeface="宋体" panose="02010600030101010101" pitchFamily="2" charset="-122"/>
              </a:rPr>
              <a:t>. </a:t>
            </a:r>
            <a:r>
              <a:rPr lang="zh-CN" altLang="en-US" sz="2800">
                <a:ea typeface="宋体" panose="02010600030101010101" pitchFamily="2" charset="-122"/>
              </a:rPr>
              <a:t>如图所示的状态转换图</a:t>
            </a:r>
          </a:p>
          <a:p>
            <a:pPr eaLnBrk="1" hangingPunct="1">
              <a:spcBef>
                <a:spcPct val="50000"/>
              </a:spcBef>
              <a:buClrTx/>
              <a:buSzTx/>
              <a:buFontTx/>
              <a:buNone/>
            </a:pPr>
            <a:r>
              <a:rPr lang="zh-CN" altLang="en-US" sz="2800">
                <a:ea typeface="宋体" panose="02010600030101010101" pitchFamily="2" charset="-122"/>
              </a:rPr>
              <a:t>     设</a:t>
            </a:r>
            <a:r>
              <a:rPr lang="en-US" altLang="zh-CN" sz="2800">
                <a:ea typeface="宋体" panose="02010600030101010101" pitchFamily="2" charset="-122"/>
              </a:rPr>
              <a:t>I={1}</a:t>
            </a:r>
            <a:r>
              <a:rPr lang="zh-CN" altLang="en-US" sz="2800">
                <a:ea typeface="宋体" panose="02010600030101010101" pitchFamily="2" charset="-122"/>
              </a:rPr>
              <a:t>，则</a:t>
            </a:r>
          </a:p>
          <a:p>
            <a:pPr eaLnBrk="1" hangingPunct="1">
              <a:spcBef>
                <a:spcPct val="50000"/>
              </a:spcBef>
              <a:buClrTx/>
              <a:buSzTx/>
              <a:buFontTx/>
              <a:buNone/>
            </a:pPr>
            <a:r>
              <a:rPr lang="zh-CN" altLang="en-US" sz="2800">
                <a:ea typeface="宋体" panose="02010600030101010101" pitchFamily="2" charset="-122"/>
              </a:rPr>
              <a:t>        </a:t>
            </a:r>
            <a:r>
              <a:rPr lang="en-US" altLang="zh-CN" sz="2800">
                <a:ea typeface="宋体" panose="02010600030101010101" pitchFamily="2" charset="-122"/>
              </a:rPr>
              <a:t>ε_CLOSURE(I)={1,2}</a:t>
            </a:r>
          </a:p>
          <a:p>
            <a:pPr eaLnBrk="1" hangingPunct="1">
              <a:spcBef>
                <a:spcPct val="50000"/>
              </a:spcBef>
              <a:buClrTx/>
              <a:buSzTx/>
              <a:buFontTx/>
              <a:buNone/>
            </a:pPr>
            <a:r>
              <a:rPr lang="en-US" altLang="zh-CN" sz="2800">
                <a:ea typeface="宋体" panose="02010600030101010101" pitchFamily="2" charset="-122"/>
              </a:rPr>
              <a:t>     </a:t>
            </a:r>
            <a:r>
              <a:rPr lang="zh-CN" altLang="en-US" sz="2800">
                <a:ea typeface="宋体" panose="02010600030101010101" pitchFamily="2" charset="-122"/>
              </a:rPr>
              <a:t>设 </a:t>
            </a:r>
            <a:r>
              <a:rPr lang="en-US" altLang="zh-CN" sz="2800">
                <a:ea typeface="宋体" panose="02010600030101010101" pitchFamily="2" charset="-122"/>
              </a:rPr>
              <a:t>I={1,2},</a:t>
            </a:r>
          </a:p>
          <a:p>
            <a:pPr eaLnBrk="1" hangingPunct="1">
              <a:spcBef>
                <a:spcPct val="50000"/>
              </a:spcBef>
              <a:buClrTx/>
              <a:buSzTx/>
              <a:buFontTx/>
              <a:buNone/>
            </a:pPr>
            <a:r>
              <a:rPr lang="en-US" altLang="zh-CN" sz="2800">
                <a:ea typeface="宋体" panose="02010600030101010101" pitchFamily="2" charset="-122"/>
              </a:rPr>
              <a:t>         I</a:t>
            </a:r>
            <a:r>
              <a:rPr lang="en-US" altLang="zh-CN" sz="2800" baseline="-25000">
                <a:ea typeface="宋体" panose="02010600030101010101" pitchFamily="2" charset="-122"/>
              </a:rPr>
              <a:t>a</a:t>
            </a:r>
            <a:r>
              <a:rPr lang="en-US" altLang="zh-CN" sz="2800">
                <a:ea typeface="宋体" panose="02010600030101010101" pitchFamily="2" charset="-122"/>
              </a:rPr>
              <a:t>=ε_CLOSURE{5,4,3}={5,6,2,4,7,3,8}</a:t>
            </a:r>
          </a:p>
        </p:txBody>
      </p:sp>
      <p:sp>
        <p:nvSpPr>
          <p:cNvPr id="826372" name="Text Box 4">
            <a:extLst>
              <a:ext uri="{FF2B5EF4-FFF2-40B4-BE49-F238E27FC236}">
                <a16:creationId xmlns:a16="http://schemas.microsoft.com/office/drawing/2014/main" id="{064C7C05-34CE-71D0-9B79-05DFF4C015F3}"/>
              </a:ext>
            </a:extLst>
          </p:cNvPr>
          <p:cNvSpPr txBox="1">
            <a:spLocks noChangeArrowheads="1"/>
          </p:cNvSpPr>
          <p:nvPr/>
        </p:nvSpPr>
        <p:spPr bwMode="auto">
          <a:xfrm>
            <a:off x="828675" y="4494213"/>
            <a:ext cx="7488238" cy="955675"/>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2800">
                <a:ea typeface="宋体" panose="02010600030101010101" pitchFamily="2" charset="-122"/>
              </a:rPr>
              <a:t>注：实际上，</a:t>
            </a:r>
            <a:r>
              <a:rPr lang="en-US" altLang="zh-CN" sz="2800">
                <a:ea typeface="宋体" panose="02010600030101010101" pitchFamily="2" charset="-122"/>
              </a:rPr>
              <a:t>I</a:t>
            </a:r>
            <a:r>
              <a:rPr lang="en-US" altLang="zh-CN" sz="2800" baseline="-25000">
                <a:ea typeface="宋体" panose="02010600030101010101" pitchFamily="2" charset="-122"/>
              </a:rPr>
              <a:t>a</a:t>
            </a:r>
            <a:r>
              <a:rPr lang="zh-CN" altLang="en-US" sz="2800">
                <a:ea typeface="宋体" panose="02010600030101010101" pitchFamily="2" charset="-122"/>
              </a:rPr>
              <a:t>是从子集</a:t>
            </a:r>
            <a:r>
              <a:rPr lang="en-US" altLang="zh-CN" sz="2800">
                <a:ea typeface="宋体" panose="02010600030101010101" pitchFamily="2" charset="-122"/>
              </a:rPr>
              <a:t>I</a:t>
            </a:r>
            <a:r>
              <a:rPr lang="zh-CN" altLang="en-US" sz="2800">
                <a:ea typeface="宋体" panose="02010600030101010101" pitchFamily="2" charset="-122"/>
              </a:rPr>
              <a:t>中任一状态出发，经</a:t>
            </a:r>
            <a:r>
              <a:rPr lang="en-US" altLang="zh-CN" sz="2800">
                <a:ea typeface="宋体" panose="02010600030101010101" pitchFamily="2" charset="-122"/>
              </a:rPr>
              <a:t>a</a:t>
            </a:r>
            <a:r>
              <a:rPr lang="zh-CN" altLang="en-US" sz="2800">
                <a:ea typeface="宋体" panose="02010600030101010101" pitchFamily="2" charset="-122"/>
              </a:rPr>
              <a:t>弧（向后可跳过</a:t>
            </a:r>
            <a:r>
              <a:rPr lang="en-US" altLang="zh-CN" sz="2800">
                <a:ea typeface="宋体" panose="02010600030101010101" pitchFamily="2" charset="-122"/>
              </a:rPr>
              <a:t>ε</a:t>
            </a:r>
            <a:r>
              <a:rPr lang="zh-CN" altLang="en-US" sz="2800">
                <a:ea typeface="宋体" panose="02010600030101010101" pitchFamily="2" charset="-122"/>
              </a:rPr>
              <a:t>弧）而到达的状态集合。</a:t>
            </a:r>
          </a:p>
        </p:txBody>
      </p:sp>
      <p:grpSp>
        <p:nvGrpSpPr>
          <p:cNvPr id="72708" name="Group 31">
            <a:extLst>
              <a:ext uri="{FF2B5EF4-FFF2-40B4-BE49-F238E27FC236}">
                <a16:creationId xmlns:a16="http://schemas.microsoft.com/office/drawing/2014/main" id="{E2B3A9D5-D375-D539-4C05-42B0CA524B87}"/>
              </a:ext>
            </a:extLst>
          </p:cNvPr>
          <p:cNvGrpSpPr>
            <a:grpSpLocks/>
          </p:cNvGrpSpPr>
          <p:nvPr/>
        </p:nvGrpSpPr>
        <p:grpSpPr bwMode="auto">
          <a:xfrm>
            <a:off x="5003800" y="1065213"/>
            <a:ext cx="3816350" cy="1944687"/>
            <a:chOff x="3152" y="671"/>
            <a:chExt cx="2404" cy="1225"/>
          </a:xfrm>
        </p:grpSpPr>
        <p:sp>
          <p:nvSpPr>
            <p:cNvPr id="72713" name="Oval 2">
              <a:extLst>
                <a:ext uri="{FF2B5EF4-FFF2-40B4-BE49-F238E27FC236}">
                  <a16:creationId xmlns:a16="http://schemas.microsoft.com/office/drawing/2014/main" id="{BFD99911-FD63-2CCA-23DA-B7010A1FFCC1}"/>
                </a:ext>
              </a:extLst>
            </p:cNvPr>
            <p:cNvSpPr>
              <a:spLocks noChangeArrowheads="1"/>
            </p:cNvSpPr>
            <p:nvPr/>
          </p:nvSpPr>
          <p:spPr bwMode="auto">
            <a:xfrm>
              <a:off x="3969" y="853"/>
              <a:ext cx="272" cy="27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72714" name="Oval 5">
              <a:extLst>
                <a:ext uri="{FF2B5EF4-FFF2-40B4-BE49-F238E27FC236}">
                  <a16:creationId xmlns:a16="http://schemas.microsoft.com/office/drawing/2014/main" id="{262462F1-764A-224F-DBCB-C649813C3903}"/>
                </a:ext>
              </a:extLst>
            </p:cNvPr>
            <p:cNvSpPr>
              <a:spLocks noChangeArrowheads="1"/>
            </p:cNvSpPr>
            <p:nvPr/>
          </p:nvSpPr>
          <p:spPr bwMode="auto">
            <a:xfrm>
              <a:off x="3152" y="1261"/>
              <a:ext cx="227" cy="227"/>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72715" name="Text Box 6">
              <a:extLst>
                <a:ext uri="{FF2B5EF4-FFF2-40B4-BE49-F238E27FC236}">
                  <a16:creationId xmlns:a16="http://schemas.microsoft.com/office/drawing/2014/main" id="{92A2B5FD-E91A-0256-2922-78A53A724072}"/>
                </a:ext>
              </a:extLst>
            </p:cNvPr>
            <p:cNvSpPr txBox="1">
              <a:spLocks noChangeArrowheads="1"/>
            </p:cNvSpPr>
            <p:nvPr/>
          </p:nvSpPr>
          <p:spPr bwMode="auto">
            <a:xfrm>
              <a:off x="3152" y="1261"/>
              <a:ext cx="3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Comic Sans MS" panose="030F0902030302020204" pitchFamily="66" charset="0"/>
                  <a:ea typeface="宋体" panose="02010600030101010101" pitchFamily="2" charset="-122"/>
                </a:rPr>
                <a:t>1</a:t>
              </a:r>
            </a:p>
          </p:txBody>
        </p:sp>
        <p:sp>
          <p:nvSpPr>
            <p:cNvPr id="72716" name="Arc 7">
              <a:extLst>
                <a:ext uri="{FF2B5EF4-FFF2-40B4-BE49-F238E27FC236}">
                  <a16:creationId xmlns:a16="http://schemas.microsoft.com/office/drawing/2014/main" id="{C8360645-C9E4-82F7-0EC4-E160BAC8422F}"/>
                </a:ext>
              </a:extLst>
            </p:cNvPr>
            <p:cNvSpPr>
              <a:spLocks/>
            </p:cNvSpPr>
            <p:nvPr/>
          </p:nvSpPr>
          <p:spPr bwMode="auto">
            <a:xfrm rot="-2524677">
              <a:off x="3334" y="1034"/>
              <a:ext cx="635" cy="27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17" name="Text Box 8">
              <a:extLst>
                <a:ext uri="{FF2B5EF4-FFF2-40B4-BE49-F238E27FC236}">
                  <a16:creationId xmlns:a16="http://schemas.microsoft.com/office/drawing/2014/main" id="{EEE41AB7-152E-FA0D-BBB6-BD29EF6B0BD3}"/>
                </a:ext>
              </a:extLst>
            </p:cNvPr>
            <p:cNvSpPr txBox="1">
              <a:spLocks noChangeArrowheads="1"/>
            </p:cNvSpPr>
            <p:nvPr/>
          </p:nvSpPr>
          <p:spPr bwMode="auto">
            <a:xfrm>
              <a:off x="3969" y="853"/>
              <a:ext cx="2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5</a:t>
              </a:r>
            </a:p>
          </p:txBody>
        </p:sp>
        <p:sp>
          <p:nvSpPr>
            <p:cNvPr id="72718" name="Line 9">
              <a:extLst>
                <a:ext uri="{FF2B5EF4-FFF2-40B4-BE49-F238E27FC236}">
                  <a16:creationId xmlns:a16="http://schemas.microsoft.com/office/drawing/2014/main" id="{3D78B558-D4CB-6793-36CA-E9446D1EA1A2}"/>
                </a:ext>
              </a:extLst>
            </p:cNvPr>
            <p:cNvSpPr>
              <a:spLocks noChangeShapeType="1"/>
            </p:cNvSpPr>
            <p:nvPr/>
          </p:nvSpPr>
          <p:spPr bwMode="auto">
            <a:xfrm>
              <a:off x="3379" y="1351"/>
              <a:ext cx="54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719" name="Oval 10">
              <a:extLst>
                <a:ext uri="{FF2B5EF4-FFF2-40B4-BE49-F238E27FC236}">
                  <a16:creationId xmlns:a16="http://schemas.microsoft.com/office/drawing/2014/main" id="{57716D9E-24E2-1ABB-AFF6-FC407D67DC9A}"/>
                </a:ext>
              </a:extLst>
            </p:cNvPr>
            <p:cNvSpPr>
              <a:spLocks noChangeArrowheads="1"/>
            </p:cNvSpPr>
            <p:nvPr/>
          </p:nvSpPr>
          <p:spPr bwMode="auto">
            <a:xfrm>
              <a:off x="3969" y="1215"/>
              <a:ext cx="272" cy="273"/>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72720" name="Text Box 11">
              <a:extLst>
                <a:ext uri="{FF2B5EF4-FFF2-40B4-BE49-F238E27FC236}">
                  <a16:creationId xmlns:a16="http://schemas.microsoft.com/office/drawing/2014/main" id="{D741AFD1-D8D1-5FFF-C85A-19EF5500F70E}"/>
                </a:ext>
              </a:extLst>
            </p:cNvPr>
            <p:cNvSpPr txBox="1">
              <a:spLocks noChangeArrowheads="1"/>
            </p:cNvSpPr>
            <p:nvPr/>
          </p:nvSpPr>
          <p:spPr bwMode="auto">
            <a:xfrm>
              <a:off x="3969" y="1215"/>
              <a:ext cx="2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2</a:t>
              </a:r>
            </a:p>
          </p:txBody>
        </p:sp>
        <p:sp>
          <p:nvSpPr>
            <p:cNvPr id="72721" name="Arc 12">
              <a:extLst>
                <a:ext uri="{FF2B5EF4-FFF2-40B4-BE49-F238E27FC236}">
                  <a16:creationId xmlns:a16="http://schemas.microsoft.com/office/drawing/2014/main" id="{CCBDA157-F78E-F70A-9933-588BB3384717}"/>
                </a:ext>
              </a:extLst>
            </p:cNvPr>
            <p:cNvSpPr>
              <a:spLocks/>
            </p:cNvSpPr>
            <p:nvPr/>
          </p:nvSpPr>
          <p:spPr bwMode="auto">
            <a:xfrm rot="2221805" flipV="1">
              <a:off x="3334" y="1442"/>
              <a:ext cx="680" cy="318"/>
            </a:xfrm>
            <a:custGeom>
              <a:avLst/>
              <a:gdLst>
                <a:gd name="T0" fmla="*/ 0 w 21589"/>
                <a:gd name="T1" fmla="*/ 0 h 21600"/>
                <a:gd name="T2" fmla="*/ 0 w 21589"/>
                <a:gd name="T3" fmla="*/ 0 h 21600"/>
                <a:gd name="T4" fmla="*/ 0 w 21589"/>
                <a:gd name="T5" fmla="*/ 0 h 21600"/>
                <a:gd name="T6" fmla="*/ 0 60000 65536"/>
                <a:gd name="T7" fmla="*/ 0 60000 65536"/>
                <a:gd name="T8" fmla="*/ 0 60000 65536"/>
                <a:gd name="T9" fmla="*/ 0 w 21589"/>
                <a:gd name="T10" fmla="*/ 0 h 21600"/>
                <a:gd name="T11" fmla="*/ 21589 w 21589"/>
                <a:gd name="T12" fmla="*/ 21600 h 21600"/>
              </a:gdLst>
              <a:ahLst/>
              <a:cxnLst>
                <a:cxn ang="T6">
                  <a:pos x="T0" y="T1"/>
                </a:cxn>
                <a:cxn ang="T7">
                  <a:pos x="T2" y="T3"/>
                </a:cxn>
                <a:cxn ang="T8">
                  <a:pos x="T4" y="T5"/>
                </a:cxn>
              </a:cxnLst>
              <a:rect l="T9" t="T10" r="T11" b="T12"/>
              <a:pathLst>
                <a:path w="21589" h="21600" fill="none" extrusionOk="0">
                  <a:moveTo>
                    <a:pt x="-1" y="0"/>
                  </a:moveTo>
                  <a:cubicBezTo>
                    <a:pt x="11664" y="0"/>
                    <a:pt x="21222" y="9261"/>
                    <a:pt x="21589" y="20919"/>
                  </a:cubicBezTo>
                </a:path>
                <a:path w="21589" h="21600" stroke="0" extrusionOk="0">
                  <a:moveTo>
                    <a:pt x="-1" y="0"/>
                  </a:moveTo>
                  <a:cubicBezTo>
                    <a:pt x="11664" y="0"/>
                    <a:pt x="21222" y="9261"/>
                    <a:pt x="21589" y="20919"/>
                  </a:cubicBezTo>
                  <a:lnTo>
                    <a:pt x="0" y="21600"/>
                  </a:lnTo>
                  <a:lnTo>
                    <a:pt x="-1" y="0"/>
                  </a:lnTo>
                  <a:close/>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22" name="Oval 13">
              <a:extLst>
                <a:ext uri="{FF2B5EF4-FFF2-40B4-BE49-F238E27FC236}">
                  <a16:creationId xmlns:a16="http://schemas.microsoft.com/office/drawing/2014/main" id="{6C0A6AD3-4DA3-1B13-60F3-5286F3DF4035}"/>
                </a:ext>
              </a:extLst>
            </p:cNvPr>
            <p:cNvSpPr>
              <a:spLocks noChangeArrowheads="1"/>
            </p:cNvSpPr>
            <p:nvPr/>
          </p:nvSpPr>
          <p:spPr bwMode="auto">
            <a:xfrm>
              <a:off x="4059" y="1533"/>
              <a:ext cx="272" cy="27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4</a:t>
              </a:r>
            </a:p>
          </p:txBody>
        </p:sp>
        <p:sp>
          <p:nvSpPr>
            <p:cNvPr id="72723" name="Line 14">
              <a:extLst>
                <a:ext uri="{FF2B5EF4-FFF2-40B4-BE49-F238E27FC236}">
                  <a16:creationId xmlns:a16="http://schemas.microsoft.com/office/drawing/2014/main" id="{C45DF71D-2A45-CF51-2F59-216A96BC05AC}"/>
                </a:ext>
              </a:extLst>
            </p:cNvPr>
            <p:cNvSpPr>
              <a:spLocks noChangeShapeType="1"/>
            </p:cNvSpPr>
            <p:nvPr/>
          </p:nvSpPr>
          <p:spPr bwMode="auto">
            <a:xfrm>
              <a:off x="4241" y="989"/>
              <a:ext cx="45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724" name="Oval 15">
              <a:extLst>
                <a:ext uri="{FF2B5EF4-FFF2-40B4-BE49-F238E27FC236}">
                  <a16:creationId xmlns:a16="http://schemas.microsoft.com/office/drawing/2014/main" id="{F0C07CCD-0162-2D2F-1F99-DC42F549384A}"/>
                </a:ext>
              </a:extLst>
            </p:cNvPr>
            <p:cNvSpPr>
              <a:spLocks noChangeArrowheads="1"/>
            </p:cNvSpPr>
            <p:nvPr/>
          </p:nvSpPr>
          <p:spPr bwMode="auto">
            <a:xfrm>
              <a:off x="4694" y="853"/>
              <a:ext cx="273" cy="27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6</a:t>
              </a:r>
            </a:p>
          </p:txBody>
        </p:sp>
        <p:sp>
          <p:nvSpPr>
            <p:cNvPr id="72725" name="Line 16">
              <a:extLst>
                <a:ext uri="{FF2B5EF4-FFF2-40B4-BE49-F238E27FC236}">
                  <a16:creationId xmlns:a16="http://schemas.microsoft.com/office/drawing/2014/main" id="{2CF1C56B-6B7D-3FD3-920F-54D414D3F750}"/>
                </a:ext>
              </a:extLst>
            </p:cNvPr>
            <p:cNvSpPr>
              <a:spLocks noChangeShapeType="1"/>
            </p:cNvSpPr>
            <p:nvPr/>
          </p:nvSpPr>
          <p:spPr bwMode="auto">
            <a:xfrm>
              <a:off x="4241" y="1351"/>
              <a:ext cx="45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726" name="Oval 17">
              <a:extLst>
                <a:ext uri="{FF2B5EF4-FFF2-40B4-BE49-F238E27FC236}">
                  <a16:creationId xmlns:a16="http://schemas.microsoft.com/office/drawing/2014/main" id="{08859085-063B-24D1-FF28-97467E29D0B8}"/>
                </a:ext>
              </a:extLst>
            </p:cNvPr>
            <p:cNvSpPr>
              <a:spLocks noChangeArrowheads="1"/>
            </p:cNvSpPr>
            <p:nvPr/>
          </p:nvSpPr>
          <p:spPr bwMode="auto">
            <a:xfrm>
              <a:off x="4694" y="1215"/>
              <a:ext cx="272" cy="273"/>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3</a:t>
              </a:r>
            </a:p>
          </p:txBody>
        </p:sp>
        <p:sp>
          <p:nvSpPr>
            <p:cNvPr id="72727" name="Line 18">
              <a:extLst>
                <a:ext uri="{FF2B5EF4-FFF2-40B4-BE49-F238E27FC236}">
                  <a16:creationId xmlns:a16="http://schemas.microsoft.com/office/drawing/2014/main" id="{24A62E46-72F1-07B7-6078-7CE6591B1C53}"/>
                </a:ext>
              </a:extLst>
            </p:cNvPr>
            <p:cNvSpPr>
              <a:spLocks noChangeShapeType="1"/>
            </p:cNvSpPr>
            <p:nvPr/>
          </p:nvSpPr>
          <p:spPr bwMode="auto">
            <a:xfrm>
              <a:off x="4967" y="1351"/>
              <a:ext cx="27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728" name="Oval 19">
              <a:extLst>
                <a:ext uri="{FF2B5EF4-FFF2-40B4-BE49-F238E27FC236}">
                  <a16:creationId xmlns:a16="http://schemas.microsoft.com/office/drawing/2014/main" id="{908C4959-E61F-AEB6-CA1A-5DFCF8A2386C}"/>
                </a:ext>
              </a:extLst>
            </p:cNvPr>
            <p:cNvSpPr>
              <a:spLocks noChangeArrowheads="1"/>
            </p:cNvSpPr>
            <p:nvPr/>
          </p:nvSpPr>
          <p:spPr bwMode="auto">
            <a:xfrm>
              <a:off x="5284" y="1215"/>
              <a:ext cx="272" cy="273"/>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8</a:t>
              </a:r>
            </a:p>
          </p:txBody>
        </p:sp>
        <p:sp>
          <p:nvSpPr>
            <p:cNvPr id="72729" name="Line 20">
              <a:extLst>
                <a:ext uri="{FF2B5EF4-FFF2-40B4-BE49-F238E27FC236}">
                  <a16:creationId xmlns:a16="http://schemas.microsoft.com/office/drawing/2014/main" id="{23A8BFE3-D07F-A091-46C4-15BBDDCE9075}"/>
                </a:ext>
              </a:extLst>
            </p:cNvPr>
            <p:cNvSpPr>
              <a:spLocks noChangeShapeType="1"/>
            </p:cNvSpPr>
            <p:nvPr/>
          </p:nvSpPr>
          <p:spPr bwMode="auto">
            <a:xfrm>
              <a:off x="4332" y="1714"/>
              <a:ext cx="40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730" name="Oval 21">
              <a:extLst>
                <a:ext uri="{FF2B5EF4-FFF2-40B4-BE49-F238E27FC236}">
                  <a16:creationId xmlns:a16="http://schemas.microsoft.com/office/drawing/2014/main" id="{DC8DA5BC-353A-60D3-5AAF-95B0AABB251C}"/>
                </a:ext>
              </a:extLst>
            </p:cNvPr>
            <p:cNvSpPr>
              <a:spLocks noChangeArrowheads="1"/>
            </p:cNvSpPr>
            <p:nvPr/>
          </p:nvSpPr>
          <p:spPr bwMode="auto">
            <a:xfrm>
              <a:off x="4785" y="1578"/>
              <a:ext cx="272" cy="318"/>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7</a:t>
              </a:r>
            </a:p>
          </p:txBody>
        </p:sp>
        <p:sp>
          <p:nvSpPr>
            <p:cNvPr id="72731" name="Text Box 22">
              <a:extLst>
                <a:ext uri="{FF2B5EF4-FFF2-40B4-BE49-F238E27FC236}">
                  <a16:creationId xmlns:a16="http://schemas.microsoft.com/office/drawing/2014/main" id="{A58BF8AE-A9AE-3E14-4FFF-3830ADC9A8F6}"/>
                </a:ext>
              </a:extLst>
            </p:cNvPr>
            <p:cNvSpPr txBox="1">
              <a:spLocks noChangeArrowheads="1"/>
            </p:cNvSpPr>
            <p:nvPr/>
          </p:nvSpPr>
          <p:spPr bwMode="auto">
            <a:xfrm>
              <a:off x="3379" y="943"/>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Times New Roman" panose="02020603050405020304" pitchFamily="18" charset="0"/>
                  <a:ea typeface="宋体" panose="02010600030101010101" pitchFamily="2" charset="-122"/>
                </a:rPr>
                <a:t>a</a:t>
              </a:r>
            </a:p>
          </p:txBody>
        </p:sp>
        <p:sp>
          <p:nvSpPr>
            <p:cNvPr id="72732" name="Text Box 23">
              <a:extLst>
                <a:ext uri="{FF2B5EF4-FFF2-40B4-BE49-F238E27FC236}">
                  <a16:creationId xmlns:a16="http://schemas.microsoft.com/office/drawing/2014/main" id="{5782C108-7F01-FDCB-6AB5-A311B91E764A}"/>
                </a:ext>
              </a:extLst>
            </p:cNvPr>
            <p:cNvSpPr txBox="1">
              <a:spLocks noChangeArrowheads="1"/>
            </p:cNvSpPr>
            <p:nvPr/>
          </p:nvSpPr>
          <p:spPr bwMode="auto">
            <a:xfrm>
              <a:off x="4286" y="671"/>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Comic Sans MS" panose="030F0902030302020204" pitchFamily="66" charset="0"/>
                  <a:ea typeface="宋体" panose="02010600030101010101" pitchFamily="2" charset="-122"/>
                </a:rPr>
                <a:t>ε</a:t>
              </a:r>
            </a:p>
          </p:txBody>
        </p:sp>
        <p:sp>
          <p:nvSpPr>
            <p:cNvPr id="72733" name="Text Box 24">
              <a:extLst>
                <a:ext uri="{FF2B5EF4-FFF2-40B4-BE49-F238E27FC236}">
                  <a16:creationId xmlns:a16="http://schemas.microsoft.com/office/drawing/2014/main" id="{894C7BCF-CA8A-3707-AE65-932285F3F6E5}"/>
                </a:ext>
              </a:extLst>
            </p:cNvPr>
            <p:cNvSpPr txBox="1">
              <a:spLocks noChangeArrowheads="1"/>
            </p:cNvSpPr>
            <p:nvPr/>
          </p:nvSpPr>
          <p:spPr bwMode="auto">
            <a:xfrm>
              <a:off x="3515" y="1170"/>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Comic Sans MS" panose="030F0902030302020204" pitchFamily="66" charset="0"/>
                  <a:ea typeface="宋体" panose="02010600030101010101" pitchFamily="2" charset="-122"/>
                </a:rPr>
                <a:t>ε</a:t>
              </a:r>
            </a:p>
          </p:txBody>
        </p:sp>
        <p:sp>
          <p:nvSpPr>
            <p:cNvPr id="72734" name="Text Box 25">
              <a:extLst>
                <a:ext uri="{FF2B5EF4-FFF2-40B4-BE49-F238E27FC236}">
                  <a16:creationId xmlns:a16="http://schemas.microsoft.com/office/drawing/2014/main" id="{17C64BC9-9EB8-2A1A-564D-8ACE25E9AC8F}"/>
                </a:ext>
              </a:extLst>
            </p:cNvPr>
            <p:cNvSpPr txBox="1">
              <a:spLocks noChangeArrowheads="1"/>
            </p:cNvSpPr>
            <p:nvPr/>
          </p:nvSpPr>
          <p:spPr bwMode="auto">
            <a:xfrm>
              <a:off x="4377" y="1170"/>
              <a:ext cx="3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Times New Roman" panose="02020603050405020304" pitchFamily="18" charset="0"/>
                  <a:ea typeface="宋体" panose="02010600030101010101" pitchFamily="2" charset="-122"/>
                </a:rPr>
                <a:t>a</a:t>
              </a:r>
            </a:p>
          </p:txBody>
        </p:sp>
        <p:sp>
          <p:nvSpPr>
            <p:cNvPr id="72735" name="Text Box 26">
              <a:extLst>
                <a:ext uri="{FF2B5EF4-FFF2-40B4-BE49-F238E27FC236}">
                  <a16:creationId xmlns:a16="http://schemas.microsoft.com/office/drawing/2014/main" id="{426439E0-7FF4-C00A-92CF-5BB47B85AE43}"/>
                </a:ext>
              </a:extLst>
            </p:cNvPr>
            <p:cNvSpPr txBox="1">
              <a:spLocks noChangeArrowheads="1"/>
            </p:cNvSpPr>
            <p:nvPr/>
          </p:nvSpPr>
          <p:spPr bwMode="auto">
            <a:xfrm>
              <a:off x="4967" y="1170"/>
              <a:ext cx="2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Comic Sans MS" panose="030F0902030302020204" pitchFamily="66" charset="0"/>
                  <a:ea typeface="宋体" panose="02010600030101010101" pitchFamily="2" charset="-122"/>
                </a:rPr>
                <a:t>ε</a:t>
              </a:r>
            </a:p>
          </p:txBody>
        </p:sp>
        <p:sp>
          <p:nvSpPr>
            <p:cNvPr id="72736" name="Text Box 27">
              <a:extLst>
                <a:ext uri="{FF2B5EF4-FFF2-40B4-BE49-F238E27FC236}">
                  <a16:creationId xmlns:a16="http://schemas.microsoft.com/office/drawing/2014/main" id="{44345E28-CC81-55B6-2D0E-6A20128751FE}"/>
                </a:ext>
              </a:extLst>
            </p:cNvPr>
            <p:cNvSpPr txBox="1">
              <a:spLocks noChangeArrowheads="1"/>
            </p:cNvSpPr>
            <p:nvPr/>
          </p:nvSpPr>
          <p:spPr bwMode="auto">
            <a:xfrm>
              <a:off x="4377" y="1488"/>
              <a:ext cx="3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Comic Sans MS" panose="030F0902030302020204" pitchFamily="66" charset="0"/>
                  <a:ea typeface="宋体" panose="02010600030101010101" pitchFamily="2" charset="-122"/>
                </a:rPr>
                <a:t>ε</a:t>
              </a:r>
            </a:p>
          </p:txBody>
        </p:sp>
        <p:sp>
          <p:nvSpPr>
            <p:cNvPr id="72737" name="Text Box 28">
              <a:extLst>
                <a:ext uri="{FF2B5EF4-FFF2-40B4-BE49-F238E27FC236}">
                  <a16:creationId xmlns:a16="http://schemas.microsoft.com/office/drawing/2014/main" id="{BAF0EFDE-AC3A-80C2-CFAF-7E2F95EDD3FF}"/>
                </a:ext>
              </a:extLst>
            </p:cNvPr>
            <p:cNvSpPr txBox="1">
              <a:spLocks noChangeArrowheads="1"/>
            </p:cNvSpPr>
            <p:nvPr/>
          </p:nvSpPr>
          <p:spPr bwMode="auto">
            <a:xfrm>
              <a:off x="3560" y="1488"/>
              <a:ext cx="3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Times New Roman" panose="02020603050405020304" pitchFamily="18" charset="0"/>
                  <a:ea typeface="宋体" panose="02010600030101010101" pitchFamily="2" charset="-122"/>
                </a:rPr>
                <a:t>a</a:t>
              </a:r>
            </a:p>
          </p:txBody>
        </p:sp>
        <p:sp>
          <p:nvSpPr>
            <p:cNvPr id="72738" name="Line 29">
              <a:extLst>
                <a:ext uri="{FF2B5EF4-FFF2-40B4-BE49-F238E27FC236}">
                  <a16:creationId xmlns:a16="http://schemas.microsoft.com/office/drawing/2014/main" id="{689D65A4-EA22-3D19-248D-F555D119DC0B}"/>
                </a:ext>
              </a:extLst>
            </p:cNvPr>
            <p:cNvSpPr>
              <a:spLocks noChangeShapeType="1"/>
            </p:cNvSpPr>
            <p:nvPr/>
          </p:nvSpPr>
          <p:spPr bwMode="auto">
            <a:xfrm flipH="1">
              <a:off x="4195" y="1034"/>
              <a:ext cx="499" cy="22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739" name="Text Box 30">
              <a:extLst>
                <a:ext uri="{FF2B5EF4-FFF2-40B4-BE49-F238E27FC236}">
                  <a16:creationId xmlns:a16="http://schemas.microsoft.com/office/drawing/2014/main" id="{D39C02E9-378D-EEC6-11DA-E3CE3370C144}"/>
                </a:ext>
              </a:extLst>
            </p:cNvPr>
            <p:cNvSpPr txBox="1">
              <a:spLocks noChangeArrowheads="1"/>
            </p:cNvSpPr>
            <p:nvPr/>
          </p:nvSpPr>
          <p:spPr bwMode="auto">
            <a:xfrm>
              <a:off x="4241" y="989"/>
              <a:ext cx="3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Comic Sans MS" panose="030F0902030302020204" pitchFamily="66" charset="0"/>
                  <a:ea typeface="宋体" panose="02010600030101010101" pitchFamily="2" charset="-122"/>
                </a:rPr>
                <a:t>ε</a:t>
              </a:r>
            </a:p>
          </p:txBody>
        </p:sp>
      </p:grpSp>
      <p:sp>
        <p:nvSpPr>
          <p:cNvPr id="826400" name="Rectangle 32">
            <a:extLst>
              <a:ext uri="{FF2B5EF4-FFF2-40B4-BE49-F238E27FC236}">
                <a16:creationId xmlns:a16="http://schemas.microsoft.com/office/drawing/2014/main" id="{63B1D6E7-C49B-5DF6-FA03-717CAE46BB24}"/>
              </a:ext>
            </a:extLst>
          </p:cNvPr>
          <p:cNvSpPr>
            <a:spLocks noChangeArrowheads="1"/>
          </p:cNvSpPr>
          <p:nvPr/>
        </p:nvSpPr>
        <p:spPr bwMode="auto">
          <a:xfrm>
            <a:off x="3827463" y="2060575"/>
            <a:ext cx="1081087" cy="647700"/>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26401" name="Rectangle 33">
            <a:extLst>
              <a:ext uri="{FF2B5EF4-FFF2-40B4-BE49-F238E27FC236}">
                <a16:creationId xmlns:a16="http://schemas.microsoft.com/office/drawing/2014/main" id="{86DB1A76-ECAE-A5A9-4426-89D47ABE0762}"/>
              </a:ext>
            </a:extLst>
          </p:cNvPr>
          <p:cNvSpPr>
            <a:spLocks noChangeArrowheads="1"/>
          </p:cNvSpPr>
          <p:nvPr/>
        </p:nvSpPr>
        <p:spPr bwMode="auto">
          <a:xfrm>
            <a:off x="5219700" y="3357563"/>
            <a:ext cx="1081088" cy="647700"/>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26402" name="Rectangle 34">
            <a:extLst>
              <a:ext uri="{FF2B5EF4-FFF2-40B4-BE49-F238E27FC236}">
                <a16:creationId xmlns:a16="http://schemas.microsoft.com/office/drawing/2014/main" id="{2D7EFFEF-F51B-DD1D-B667-ED31F9DF8273}"/>
              </a:ext>
            </a:extLst>
          </p:cNvPr>
          <p:cNvSpPr>
            <a:spLocks noChangeArrowheads="1"/>
          </p:cNvSpPr>
          <p:nvPr/>
        </p:nvSpPr>
        <p:spPr bwMode="auto">
          <a:xfrm>
            <a:off x="5076825" y="3357563"/>
            <a:ext cx="2663825" cy="647700"/>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72712" name="灯片编号占位符 34">
            <a:extLst>
              <a:ext uri="{FF2B5EF4-FFF2-40B4-BE49-F238E27FC236}">
                <a16:creationId xmlns:a16="http://schemas.microsoft.com/office/drawing/2014/main" id="{831303BF-6078-67F9-830F-8DB7CCA07A3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543CCEDB-9F45-A44A-8BF1-3F97B813E632}"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61</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26371">
                                            <p:txEl>
                                              <p:pRg st="2" end="2"/>
                                            </p:txEl>
                                          </p:spTgt>
                                        </p:tgtEl>
                                        <p:attrNameLst>
                                          <p:attrName>style.visibility</p:attrName>
                                        </p:attrNameLst>
                                      </p:cBhvr>
                                      <p:to>
                                        <p:strVal val="visible"/>
                                      </p:to>
                                    </p:set>
                                    <p:animEffect transition="in" filter="wipe(left)">
                                      <p:cBhvr>
                                        <p:cTn id="7" dur="500"/>
                                        <p:tgtEl>
                                          <p:spTgt spid="82637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xit" presetSubtype="10" fill="hold" nodeType="clickEffect">
                                  <p:stCondLst>
                                    <p:cond delay="0"/>
                                  </p:stCondLst>
                                  <p:childTnLst>
                                    <p:animEffect transition="out" filter="blinds(horizontal)">
                                      <p:cBhvr>
                                        <p:cTn id="11" dur="500"/>
                                        <p:tgtEl>
                                          <p:spTgt spid="826400"/>
                                        </p:tgtEl>
                                      </p:cBhvr>
                                    </p:animEffect>
                                    <p:set>
                                      <p:cBhvr>
                                        <p:cTn id="12" dur="1" fill="hold">
                                          <p:stCondLst>
                                            <p:cond delay="499"/>
                                          </p:stCondLst>
                                        </p:cTn>
                                        <p:tgtEl>
                                          <p:spTgt spid="826400"/>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26371">
                                            <p:txEl>
                                              <p:pRg st="3" end="3"/>
                                            </p:txEl>
                                          </p:spTgt>
                                        </p:tgtEl>
                                        <p:attrNameLst>
                                          <p:attrName>style.visibility</p:attrName>
                                        </p:attrNameLst>
                                      </p:cBhvr>
                                      <p:to>
                                        <p:strVal val="visible"/>
                                      </p:to>
                                    </p:set>
                                    <p:animEffect transition="in" filter="wipe(left)">
                                      <p:cBhvr>
                                        <p:cTn id="17" dur="500"/>
                                        <p:tgtEl>
                                          <p:spTgt spid="82637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26371">
                                            <p:txEl>
                                              <p:pRg st="4" end="4"/>
                                            </p:txEl>
                                          </p:spTgt>
                                        </p:tgtEl>
                                        <p:attrNameLst>
                                          <p:attrName>style.visibility</p:attrName>
                                        </p:attrNameLst>
                                      </p:cBhvr>
                                      <p:to>
                                        <p:strVal val="visible"/>
                                      </p:to>
                                    </p:set>
                                    <p:animEffect transition="in" filter="wipe(left)">
                                      <p:cBhvr>
                                        <p:cTn id="22" dur="500"/>
                                        <p:tgtEl>
                                          <p:spTgt spid="826371">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xit" presetSubtype="10" fill="hold" nodeType="clickEffect">
                                  <p:stCondLst>
                                    <p:cond delay="0"/>
                                  </p:stCondLst>
                                  <p:childTnLst>
                                    <p:animEffect transition="out" filter="blinds(horizontal)">
                                      <p:cBhvr>
                                        <p:cTn id="26" dur="500"/>
                                        <p:tgtEl>
                                          <p:spTgt spid="826401"/>
                                        </p:tgtEl>
                                      </p:cBhvr>
                                    </p:animEffect>
                                    <p:set>
                                      <p:cBhvr>
                                        <p:cTn id="27" dur="1" fill="hold">
                                          <p:stCondLst>
                                            <p:cond delay="499"/>
                                          </p:stCondLst>
                                        </p:cTn>
                                        <p:tgtEl>
                                          <p:spTgt spid="826401"/>
                                        </p:tgtEl>
                                        <p:attrNameLst>
                                          <p:attrName>style.visibility</p:attrName>
                                        </p:attrNameLst>
                                      </p:cBhvr>
                                      <p:to>
                                        <p:strVal val="hidden"/>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xit" presetSubtype="10" fill="hold" nodeType="clickEffect">
                                  <p:stCondLst>
                                    <p:cond delay="0"/>
                                  </p:stCondLst>
                                  <p:childTnLst>
                                    <p:animEffect transition="out" filter="blinds(horizontal)">
                                      <p:cBhvr>
                                        <p:cTn id="31" dur="500"/>
                                        <p:tgtEl>
                                          <p:spTgt spid="826402"/>
                                        </p:tgtEl>
                                      </p:cBhvr>
                                    </p:animEffect>
                                    <p:set>
                                      <p:cBhvr>
                                        <p:cTn id="32" dur="1" fill="hold">
                                          <p:stCondLst>
                                            <p:cond delay="499"/>
                                          </p:stCondLst>
                                        </p:cTn>
                                        <p:tgtEl>
                                          <p:spTgt spid="826402"/>
                                        </p:tgtEl>
                                        <p:attrNameLst>
                                          <p:attrName>style.visibility</p:attrName>
                                        </p:attrNameLst>
                                      </p:cBhvr>
                                      <p:to>
                                        <p:strVal val="hidden"/>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826372"/>
                                        </p:tgtEl>
                                        <p:attrNameLst>
                                          <p:attrName>style.visibility</p:attrName>
                                        </p:attrNameLst>
                                      </p:cBhvr>
                                      <p:to>
                                        <p:strVal val="visible"/>
                                      </p:to>
                                    </p:set>
                                    <p:animEffect transition="in" filter="blinds(horizontal)">
                                      <p:cBhvr>
                                        <p:cTn id="37" dur="500"/>
                                        <p:tgtEl>
                                          <p:spTgt spid="826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6372" grpId="0" animBg="1"/>
      <p:bldP spid="826400" grpId="0" animBg="1"/>
      <p:bldP spid="826401" grpId="0" animBg="1"/>
      <p:bldP spid="82640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7757338A-B08E-9143-413E-839A1BEFFF5D}"/>
              </a:ext>
            </a:extLst>
          </p:cNvPr>
          <p:cNvSpPr>
            <a:spLocks noGrp="1" noChangeArrowheads="1"/>
          </p:cNvSpPr>
          <p:nvPr>
            <p:ph type="body" sz="half" idx="1"/>
          </p:nvPr>
        </p:nvSpPr>
        <p:spPr>
          <a:xfrm>
            <a:off x="755650" y="1125538"/>
            <a:ext cx="6707188" cy="935037"/>
          </a:xfrm>
        </p:spPr>
        <p:txBody>
          <a:bodyPr/>
          <a:lstStyle/>
          <a:p>
            <a:pPr eaLnBrk="1" hangingPunct="1">
              <a:buFont typeface="Wingdings" pitchFamily="2" charset="2"/>
              <a:buNone/>
            </a:pPr>
            <a:r>
              <a:rPr kumimoji="1" lang="en-US" altLang="zh-CN" sz="2400">
                <a:ea typeface="宋体" panose="02010600030101010101" pitchFamily="2" charset="-122"/>
              </a:rPr>
              <a:t>1</a:t>
            </a:r>
            <a:r>
              <a:rPr kumimoji="1" lang="zh-CN" altLang="en-US" sz="2400">
                <a:ea typeface="宋体" panose="02010600030101010101" pitchFamily="2" charset="-122"/>
              </a:rPr>
              <a:t>）构造状态转换矩阵；</a:t>
            </a:r>
          </a:p>
          <a:p>
            <a:pPr eaLnBrk="1" hangingPunct="1">
              <a:buFont typeface="Wingdings" pitchFamily="2" charset="2"/>
              <a:buNone/>
            </a:pPr>
            <a:r>
              <a:rPr kumimoji="1" lang="zh-CN" altLang="en-US" sz="2400">
                <a:ea typeface="宋体" panose="02010600030101010101" pitchFamily="2" charset="-122"/>
              </a:rPr>
              <a:t>      设∑</a:t>
            </a:r>
            <a:r>
              <a:rPr kumimoji="1" lang="en-US" altLang="zh-CN" sz="2400">
                <a:ea typeface="宋体" panose="02010600030101010101" pitchFamily="2" charset="-122"/>
              </a:rPr>
              <a:t>={a,b},</a:t>
            </a:r>
            <a:r>
              <a:rPr kumimoji="1" lang="zh-CN" altLang="en-US" sz="2400">
                <a:ea typeface="宋体" panose="02010600030101010101" pitchFamily="2" charset="-122"/>
              </a:rPr>
              <a:t>构造一张表，表的形式为：</a:t>
            </a:r>
            <a:endParaRPr lang="zh-CN" altLang="en-US" sz="2400">
              <a:ea typeface="宋体" panose="02010600030101010101" pitchFamily="2" charset="-122"/>
            </a:endParaRPr>
          </a:p>
          <a:p>
            <a:pPr eaLnBrk="1" hangingPunct="1"/>
            <a:endParaRPr lang="en-US" altLang="zh-CN" sz="2400">
              <a:ea typeface="宋体" panose="02010600030101010101" pitchFamily="2" charset="-122"/>
            </a:endParaRPr>
          </a:p>
        </p:txBody>
      </p:sp>
      <p:sp>
        <p:nvSpPr>
          <p:cNvPr id="73731" name="Rectangle 3">
            <a:extLst>
              <a:ext uri="{FF2B5EF4-FFF2-40B4-BE49-F238E27FC236}">
                <a16:creationId xmlns:a16="http://schemas.microsoft.com/office/drawing/2014/main" id="{1B878B5C-4C3F-0E71-DF2A-3550E956AF4A}"/>
              </a:ext>
            </a:extLst>
          </p:cNvPr>
          <p:cNvSpPr>
            <a:spLocks noChangeArrowheads="1"/>
          </p:cNvSpPr>
          <p:nvPr/>
        </p:nvSpPr>
        <p:spPr bwMode="auto">
          <a:xfrm>
            <a:off x="446088" y="547688"/>
            <a:ext cx="82296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lnSpc>
                <a:spcPct val="90000"/>
              </a:lnSpc>
              <a:buFont typeface="Wingdings" pitchFamily="2" charset="2"/>
              <a:buNone/>
            </a:pPr>
            <a:r>
              <a:rPr lang="zh-CN" altLang="en-US" sz="2800">
                <a:ea typeface="宋体" panose="02010600030101010101" pitchFamily="2" charset="-122"/>
              </a:rPr>
              <a:t>（</a:t>
            </a:r>
            <a:r>
              <a:rPr lang="en-US" altLang="zh-CN" sz="2800">
                <a:ea typeface="宋体" panose="02010600030101010101" pitchFamily="2" charset="-122"/>
              </a:rPr>
              <a:t>2</a:t>
            </a:r>
            <a:r>
              <a:rPr lang="zh-CN" altLang="en-US" sz="2800">
                <a:ea typeface="宋体" panose="02010600030101010101" pitchFamily="2" charset="-122"/>
              </a:rPr>
              <a:t>）将</a:t>
            </a:r>
            <a:r>
              <a:rPr lang="en-US" altLang="zh-CN" sz="2800">
                <a:ea typeface="宋体" panose="02010600030101010101" pitchFamily="2" charset="-122"/>
              </a:rPr>
              <a:t>M</a:t>
            </a:r>
            <a:r>
              <a:rPr lang="en-US" altLang="zh-CN">
                <a:ea typeface="宋体" panose="02010600030101010101" pitchFamily="2" charset="-122"/>
                <a:sym typeface="Symbol" pitchFamily="2" charset="2"/>
              </a:rPr>
              <a:t></a:t>
            </a:r>
            <a:r>
              <a:rPr lang="zh-CN" altLang="en-US" sz="2800">
                <a:ea typeface="宋体" panose="02010600030101010101" pitchFamily="2" charset="-122"/>
              </a:rPr>
              <a:t>进一步变换为</a:t>
            </a:r>
            <a:r>
              <a:rPr lang="en-US" altLang="zh-CN" sz="2800">
                <a:ea typeface="宋体" panose="02010600030101010101" pitchFamily="2" charset="-122"/>
              </a:rPr>
              <a:t>DFA</a:t>
            </a:r>
            <a:r>
              <a:rPr lang="zh-CN" altLang="en-US" sz="2800">
                <a:ea typeface="宋体" panose="02010600030101010101" pitchFamily="2" charset="-122"/>
              </a:rPr>
              <a:t>（续）</a:t>
            </a:r>
          </a:p>
        </p:txBody>
      </p:sp>
      <p:graphicFrame>
        <p:nvGraphicFramePr>
          <p:cNvPr id="827396" name="Group 4">
            <a:extLst>
              <a:ext uri="{FF2B5EF4-FFF2-40B4-BE49-F238E27FC236}">
                <a16:creationId xmlns:a16="http://schemas.microsoft.com/office/drawing/2014/main" id="{CA10F347-930C-355C-5BCE-3365AA7CDBB7}"/>
              </a:ext>
            </a:extLst>
          </p:cNvPr>
          <p:cNvGraphicFramePr>
            <a:graphicFrameLocks noGrp="1"/>
          </p:cNvGraphicFramePr>
          <p:nvPr>
            <p:ph sz="half" idx="2"/>
          </p:nvPr>
        </p:nvGraphicFramePr>
        <p:xfrm>
          <a:off x="900113" y="2073275"/>
          <a:ext cx="7210425" cy="1554163"/>
        </p:xfrm>
        <a:graphic>
          <a:graphicData uri="http://schemas.openxmlformats.org/drawingml/2006/table">
            <a:tbl>
              <a:tblPr/>
              <a:tblGrid>
                <a:gridCol w="2403475">
                  <a:extLst>
                    <a:ext uri="{9D8B030D-6E8A-4147-A177-3AD203B41FA5}">
                      <a16:colId xmlns:a16="http://schemas.microsoft.com/office/drawing/2014/main" val="20000"/>
                    </a:ext>
                  </a:extLst>
                </a:gridCol>
                <a:gridCol w="2403475">
                  <a:extLst>
                    <a:ext uri="{9D8B030D-6E8A-4147-A177-3AD203B41FA5}">
                      <a16:colId xmlns:a16="http://schemas.microsoft.com/office/drawing/2014/main" val="20001"/>
                    </a:ext>
                  </a:extLst>
                </a:gridCol>
                <a:gridCol w="2403475">
                  <a:extLst>
                    <a:ext uri="{9D8B030D-6E8A-4147-A177-3AD203B41FA5}">
                      <a16:colId xmlns:a16="http://schemas.microsoft.com/office/drawing/2014/main" val="20002"/>
                    </a:ext>
                  </a:extLst>
                </a:gridCol>
              </a:tblGrid>
              <a:tr h="518054">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800" b="1" i="0" u="none" strike="noStrike" cap="none" normalizeH="0" baseline="0">
                          <a:ln>
                            <a:noFill/>
                          </a:ln>
                          <a:solidFill>
                            <a:srgbClr val="003366"/>
                          </a:solidFill>
                          <a:effectLst/>
                          <a:latin typeface="Arial" panose="020B0604020202020204" pitchFamily="34" charset="0"/>
                          <a:ea typeface="宋体" panose="02010600030101010101" pitchFamily="2" charset="-122"/>
                        </a:rPr>
                        <a:t>I</a:t>
                      </a:r>
                    </a:p>
                  </a:txBody>
                  <a:tcPr marT="45688" marB="456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800" b="1" i="0" u="none" strike="noStrike" cap="none" normalizeH="0" baseline="0">
                          <a:ln>
                            <a:noFill/>
                          </a:ln>
                          <a:solidFill>
                            <a:srgbClr val="003366"/>
                          </a:solidFill>
                          <a:effectLst/>
                          <a:latin typeface="Arial" panose="020B0604020202020204" pitchFamily="34" charset="0"/>
                          <a:ea typeface="宋体" panose="02010600030101010101" pitchFamily="2" charset="-122"/>
                        </a:rPr>
                        <a:t>I</a:t>
                      </a:r>
                      <a:r>
                        <a:rPr kumimoji="0" lang="en-US" altLang="zh-CN" sz="2800" b="1" i="0" u="none" strike="noStrike" cap="none" normalizeH="0" baseline="-25000">
                          <a:ln>
                            <a:noFill/>
                          </a:ln>
                          <a:solidFill>
                            <a:srgbClr val="003366"/>
                          </a:solidFill>
                          <a:effectLst/>
                          <a:latin typeface="Arial" panose="020B0604020202020204" pitchFamily="34" charset="0"/>
                          <a:ea typeface="宋体" panose="02010600030101010101" pitchFamily="2" charset="-122"/>
                        </a:rPr>
                        <a:t>a</a:t>
                      </a: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zh-CN" sz="2800" b="1" i="0" u="none" strike="noStrike" cap="none" normalizeH="0" baseline="0">
                          <a:ln>
                            <a:noFill/>
                          </a:ln>
                          <a:solidFill>
                            <a:srgbClr val="003366"/>
                          </a:solidFill>
                          <a:effectLst/>
                          <a:latin typeface="Arial" panose="020B0604020202020204" pitchFamily="34" charset="0"/>
                          <a:ea typeface="宋体" panose="02010600030101010101" pitchFamily="2" charset="-122"/>
                        </a:rPr>
                        <a:t>I</a:t>
                      </a:r>
                      <a:r>
                        <a:rPr kumimoji="0" lang="en-US" altLang="zh-CN" sz="2800" b="1" i="0" u="none" strike="noStrike" cap="none" normalizeH="0" baseline="-25000">
                          <a:ln>
                            <a:noFill/>
                          </a:ln>
                          <a:solidFill>
                            <a:srgbClr val="003366"/>
                          </a:solidFill>
                          <a:effectLst/>
                          <a:latin typeface="Arial" panose="020B0604020202020204" pitchFamily="34" charset="0"/>
                          <a:ea typeface="宋体" panose="02010600030101010101" pitchFamily="2" charset="-122"/>
                        </a:rPr>
                        <a:t>b</a:t>
                      </a:r>
                      <a:endParaRPr kumimoji="0" lang="en-US" altLang="zh-CN" sz="2800" b="1" i="0" u="none" strike="noStrike" cap="none" normalizeH="0" baseline="0">
                        <a:ln>
                          <a:noFill/>
                        </a:ln>
                        <a:solidFill>
                          <a:srgbClr val="003366"/>
                        </a:solidFill>
                        <a:effectLst/>
                        <a:latin typeface="Arial" panose="020B0604020202020204" pitchFamily="34" charset="0"/>
                        <a:ea typeface="宋体" panose="02010600030101010101" pitchFamily="2" charset="-122"/>
                      </a:endParaRPr>
                    </a:p>
                  </a:txBody>
                  <a:tcPr marT="45688" marB="456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054">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ε_CLOSURE({X})</a:t>
                      </a:r>
                    </a:p>
                  </a:txBody>
                  <a:tcPr marT="45688" marB="456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Arial" panose="020B0604020202020204" pitchFamily="34" charset="0"/>
                        <a:ea typeface="宋体" panose="02010600030101010101" pitchFamily="2" charset="-122"/>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Arial" panose="020B0604020202020204" pitchFamily="34" charset="0"/>
                        <a:ea typeface="宋体" panose="02010600030101010101" pitchFamily="2" charset="-122"/>
                      </a:endParaRPr>
                    </a:p>
                  </a:txBody>
                  <a:tcPr marT="45688" marB="456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054">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Arial" panose="020B0604020202020204" pitchFamily="34" charset="0"/>
                        <a:ea typeface="宋体" panose="02010600030101010101" pitchFamily="2" charset="-122"/>
                      </a:endParaRPr>
                    </a:p>
                  </a:txBody>
                  <a:tcPr marT="45688" marB="456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Arial" panose="020B0604020202020204" pitchFamily="34" charset="0"/>
                        <a:ea typeface="宋体" panose="02010600030101010101" pitchFamily="2" charset="-122"/>
                      </a:endParaRPr>
                    </a:p>
                  </a:txBody>
                  <a:tcPr marT="45688" marB="4568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anose="05000000000000000000"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anose="05000000000000000000"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anose="05000000000000000000"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zh-CN" sz="2800" b="1" i="0" u="none" strike="noStrike" cap="none" normalizeH="0" baseline="0">
                        <a:ln>
                          <a:noFill/>
                        </a:ln>
                        <a:solidFill>
                          <a:srgbClr val="003366"/>
                        </a:solidFill>
                        <a:effectLst/>
                        <a:latin typeface="Arial" panose="020B0604020202020204" pitchFamily="34" charset="0"/>
                        <a:ea typeface="宋体" panose="02010600030101010101" pitchFamily="2" charset="-122"/>
                      </a:endParaRPr>
                    </a:p>
                  </a:txBody>
                  <a:tcPr marT="45688" marB="456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bl>
          </a:graphicData>
        </a:graphic>
      </p:graphicFrame>
      <p:sp>
        <p:nvSpPr>
          <p:cNvPr id="73749" name="Text Box 26">
            <a:extLst>
              <a:ext uri="{FF2B5EF4-FFF2-40B4-BE49-F238E27FC236}">
                <a16:creationId xmlns:a16="http://schemas.microsoft.com/office/drawing/2014/main" id="{58C70E85-65B9-648F-57CE-38C1647717ED}"/>
              </a:ext>
            </a:extLst>
          </p:cNvPr>
          <p:cNvSpPr txBox="1">
            <a:spLocks noChangeArrowheads="1"/>
          </p:cNvSpPr>
          <p:nvPr/>
        </p:nvSpPr>
        <p:spPr bwMode="auto">
          <a:xfrm>
            <a:off x="755650" y="3860800"/>
            <a:ext cx="8135938"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342900" indent="-342900">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lnSpc>
                <a:spcPct val="115000"/>
              </a:lnSpc>
              <a:buFont typeface="Wingdings" pitchFamily="2" charset="2"/>
              <a:buNone/>
            </a:pPr>
            <a:r>
              <a:rPr kumimoji="1" lang="en-US" altLang="zh-CN" sz="2400">
                <a:ea typeface="宋体" panose="02010600030101010101" pitchFamily="2" charset="-122"/>
              </a:rPr>
              <a:t>2</a:t>
            </a:r>
            <a:r>
              <a:rPr kumimoji="1" lang="zh-CN" altLang="en-US" sz="2400">
                <a:ea typeface="宋体" panose="02010600030101010101" pitchFamily="2" charset="-122"/>
              </a:rPr>
              <a:t>）把表中第一列的每个子集看做一个新的状态，重新命名，其中，第一行第一列的子集对应的状态是</a:t>
            </a:r>
            <a:r>
              <a:rPr kumimoji="1" lang="en-US" altLang="zh-CN" sz="2400">
                <a:ea typeface="宋体" panose="02010600030101010101" pitchFamily="2" charset="-122"/>
              </a:rPr>
              <a:t>DFA</a:t>
            </a:r>
            <a:r>
              <a:rPr kumimoji="1" lang="zh-CN" altLang="en-US" sz="2400">
                <a:ea typeface="宋体" panose="02010600030101010101" pitchFamily="2" charset="-122"/>
              </a:rPr>
              <a:t>的初态，含有原终态</a:t>
            </a:r>
            <a:r>
              <a:rPr kumimoji="1" lang="en-US" altLang="zh-CN" sz="2400">
                <a:ea typeface="宋体" panose="02010600030101010101" pitchFamily="2" charset="-122"/>
              </a:rPr>
              <a:t>Y</a:t>
            </a:r>
            <a:r>
              <a:rPr kumimoji="1" lang="zh-CN" altLang="en-US" sz="2400">
                <a:ea typeface="宋体" panose="02010600030101010101" pitchFamily="2" charset="-122"/>
              </a:rPr>
              <a:t>的子集是</a:t>
            </a:r>
            <a:r>
              <a:rPr kumimoji="1" lang="en-US" altLang="zh-CN" sz="2400">
                <a:ea typeface="宋体" panose="02010600030101010101" pitchFamily="2" charset="-122"/>
              </a:rPr>
              <a:t>DFA</a:t>
            </a:r>
            <a:r>
              <a:rPr kumimoji="1" lang="zh-CN" altLang="en-US" sz="2400">
                <a:ea typeface="宋体" panose="02010600030101010101" pitchFamily="2" charset="-122"/>
              </a:rPr>
              <a:t>的终态</a:t>
            </a:r>
          </a:p>
          <a:p>
            <a:pPr eaLnBrk="1" hangingPunct="1">
              <a:lnSpc>
                <a:spcPct val="115000"/>
              </a:lnSpc>
              <a:buFont typeface="Wingdings" pitchFamily="2" charset="2"/>
              <a:buNone/>
            </a:pPr>
            <a:endParaRPr kumimoji="1" lang="zh-CN" altLang="en-US" sz="2400">
              <a:ea typeface="宋体" panose="02010600030101010101" pitchFamily="2" charset="-122"/>
            </a:endParaRPr>
          </a:p>
          <a:p>
            <a:pPr eaLnBrk="1" hangingPunct="1">
              <a:lnSpc>
                <a:spcPct val="115000"/>
              </a:lnSpc>
              <a:buFont typeface="Wingdings" pitchFamily="2" charset="2"/>
              <a:buNone/>
            </a:pPr>
            <a:r>
              <a:rPr kumimoji="1" lang="en-US" altLang="zh-CN" sz="2400">
                <a:ea typeface="宋体" panose="02010600030101010101" pitchFamily="2" charset="-122"/>
              </a:rPr>
              <a:t>3</a:t>
            </a:r>
            <a:r>
              <a:rPr kumimoji="1" lang="zh-CN" altLang="en-US" sz="2400">
                <a:ea typeface="宋体" panose="02010600030101010101" pitchFamily="2" charset="-122"/>
              </a:rPr>
              <a:t>）画出新的 </a:t>
            </a:r>
            <a:r>
              <a:rPr kumimoji="1" lang="en-US" altLang="zh-CN" sz="2400">
                <a:ea typeface="宋体" panose="02010600030101010101" pitchFamily="2" charset="-122"/>
              </a:rPr>
              <a:t>DFA</a:t>
            </a:r>
          </a:p>
        </p:txBody>
      </p:sp>
      <p:sp>
        <p:nvSpPr>
          <p:cNvPr id="73750" name="灯片编号占位符 5">
            <a:extLst>
              <a:ext uri="{FF2B5EF4-FFF2-40B4-BE49-F238E27FC236}">
                <a16:creationId xmlns:a16="http://schemas.microsoft.com/office/drawing/2014/main" id="{4656D6E7-3425-B5FA-0BA5-B993B083B46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BDE89791-3417-674C-B786-35F3D8F0006D}"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62</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B9566BE2-843C-37B3-7290-A74CEDBD2309}"/>
              </a:ext>
            </a:extLst>
          </p:cNvPr>
          <p:cNvSpPr>
            <a:spLocks noChangeArrowheads="1"/>
          </p:cNvSpPr>
          <p:nvPr/>
        </p:nvSpPr>
        <p:spPr bwMode="auto">
          <a:xfrm>
            <a:off x="136525" y="12858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endParaRPr kumimoji="1" lang="zh-CN" altLang="zh-CN" sz="1800">
              <a:solidFill>
                <a:schemeClr val="tx1"/>
              </a:solidFill>
              <a:latin typeface="Times New Roman" panose="02020603050405020304" pitchFamily="18" charset="0"/>
              <a:ea typeface="宋体" panose="02010600030101010101" pitchFamily="2" charset="-122"/>
            </a:endParaRPr>
          </a:p>
        </p:txBody>
      </p:sp>
      <p:sp>
        <p:nvSpPr>
          <p:cNvPr id="74755" name="Rectangle 3">
            <a:extLst>
              <a:ext uri="{FF2B5EF4-FFF2-40B4-BE49-F238E27FC236}">
                <a16:creationId xmlns:a16="http://schemas.microsoft.com/office/drawing/2014/main" id="{E88A0588-CAC0-32F9-D34A-3533DE5E1A8F}"/>
              </a:ext>
            </a:extLst>
          </p:cNvPr>
          <p:cNvSpPr>
            <a:spLocks noChangeArrowheads="1"/>
          </p:cNvSpPr>
          <p:nvPr/>
        </p:nvSpPr>
        <p:spPr bwMode="auto">
          <a:xfrm>
            <a:off x="323850" y="620713"/>
            <a:ext cx="82089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457200" indent="-457200">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zh-CN" altLang="en-US" sz="2400">
                <a:ea typeface="宋体" panose="02010600030101010101" pitchFamily="2" charset="-122"/>
              </a:rPr>
              <a:t>例</a:t>
            </a:r>
            <a:r>
              <a:rPr kumimoji="1" lang="en-US" altLang="zh-CN" sz="2400">
                <a:ea typeface="宋体" panose="02010600030101010101" pitchFamily="2" charset="-122"/>
              </a:rPr>
              <a:t>1</a:t>
            </a:r>
            <a:r>
              <a:rPr kumimoji="1" lang="zh-CN" altLang="en-US" sz="2400">
                <a:ea typeface="宋体" panose="02010600030101010101" pitchFamily="2" charset="-122"/>
              </a:rPr>
              <a:t>：正规式</a:t>
            </a:r>
            <a:r>
              <a:rPr kumimoji="1" lang="en-US" altLang="zh-CN" sz="2400">
                <a:ea typeface="宋体" panose="02010600030101010101" pitchFamily="2" charset="-122"/>
              </a:rPr>
              <a:t>V = (a│b)*(aa│bb) (a│b)*</a:t>
            </a:r>
            <a:r>
              <a:rPr kumimoji="1" lang="zh-CN" altLang="en-US" sz="2400">
                <a:ea typeface="宋体" panose="02010600030101010101" pitchFamily="2" charset="-122"/>
              </a:rPr>
              <a:t>的</a:t>
            </a:r>
            <a:r>
              <a:rPr kumimoji="1" lang="en-US" altLang="zh-CN" sz="2400">
                <a:ea typeface="宋体" panose="02010600030101010101" pitchFamily="2" charset="-122"/>
              </a:rPr>
              <a:t>NFA</a:t>
            </a:r>
            <a:r>
              <a:rPr kumimoji="1" lang="zh-CN" altLang="en-US" sz="2400">
                <a:ea typeface="宋体" panose="02010600030101010101" pitchFamily="2" charset="-122"/>
              </a:rPr>
              <a:t>状态转换图为</a:t>
            </a:r>
          </a:p>
        </p:txBody>
      </p:sp>
      <p:sp>
        <p:nvSpPr>
          <p:cNvPr id="74756" name="Oval 4">
            <a:extLst>
              <a:ext uri="{FF2B5EF4-FFF2-40B4-BE49-F238E27FC236}">
                <a16:creationId xmlns:a16="http://schemas.microsoft.com/office/drawing/2014/main" id="{299AECB1-163A-EAA7-4D2C-589CA77602D5}"/>
              </a:ext>
            </a:extLst>
          </p:cNvPr>
          <p:cNvSpPr>
            <a:spLocks noChangeArrowheads="1"/>
          </p:cNvSpPr>
          <p:nvPr/>
        </p:nvSpPr>
        <p:spPr bwMode="auto">
          <a:xfrm>
            <a:off x="1811338" y="1722438"/>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74757" name="Oval 5">
            <a:extLst>
              <a:ext uri="{FF2B5EF4-FFF2-40B4-BE49-F238E27FC236}">
                <a16:creationId xmlns:a16="http://schemas.microsoft.com/office/drawing/2014/main" id="{D58EDB96-93BE-FA70-8ED9-373FC92EA255}"/>
              </a:ext>
            </a:extLst>
          </p:cNvPr>
          <p:cNvSpPr>
            <a:spLocks noChangeArrowheads="1"/>
          </p:cNvSpPr>
          <p:nvPr/>
        </p:nvSpPr>
        <p:spPr bwMode="auto">
          <a:xfrm>
            <a:off x="2747963" y="1722438"/>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74758" name="Oval 6">
            <a:extLst>
              <a:ext uri="{FF2B5EF4-FFF2-40B4-BE49-F238E27FC236}">
                <a16:creationId xmlns:a16="http://schemas.microsoft.com/office/drawing/2014/main" id="{216DD581-2B31-B8A1-1C61-976D4D8964D1}"/>
              </a:ext>
            </a:extLst>
          </p:cNvPr>
          <p:cNvSpPr>
            <a:spLocks noChangeArrowheads="1"/>
          </p:cNvSpPr>
          <p:nvPr/>
        </p:nvSpPr>
        <p:spPr bwMode="auto">
          <a:xfrm>
            <a:off x="3540125" y="1722438"/>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74759" name="Oval 7">
            <a:extLst>
              <a:ext uri="{FF2B5EF4-FFF2-40B4-BE49-F238E27FC236}">
                <a16:creationId xmlns:a16="http://schemas.microsoft.com/office/drawing/2014/main" id="{27A99EFB-E98C-504F-4925-A17C13DC63B1}"/>
              </a:ext>
            </a:extLst>
          </p:cNvPr>
          <p:cNvSpPr>
            <a:spLocks noChangeArrowheads="1"/>
          </p:cNvSpPr>
          <p:nvPr/>
        </p:nvSpPr>
        <p:spPr bwMode="auto">
          <a:xfrm>
            <a:off x="4044950" y="1435100"/>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74760" name="Oval 8">
            <a:extLst>
              <a:ext uri="{FF2B5EF4-FFF2-40B4-BE49-F238E27FC236}">
                <a16:creationId xmlns:a16="http://schemas.microsoft.com/office/drawing/2014/main" id="{DAB03AD5-B939-212B-B2C2-013C4356E397}"/>
              </a:ext>
            </a:extLst>
          </p:cNvPr>
          <p:cNvSpPr>
            <a:spLocks noChangeArrowheads="1"/>
          </p:cNvSpPr>
          <p:nvPr/>
        </p:nvSpPr>
        <p:spPr bwMode="auto">
          <a:xfrm>
            <a:off x="4116388" y="2082800"/>
            <a:ext cx="292100" cy="2159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zh-CN" sz="2400" b="0">
              <a:solidFill>
                <a:schemeClr val="tx2"/>
              </a:solidFill>
              <a:latin typeface="Arial Black" panose="020B0604020202020204" pitchFamily="34" charset="0"/>
              <a:ea typeface="宋体" panose="02010600030101010101" pitchFamily="2" charset="-122"/>
            </a:endParaRPr>
          </a:p>
        </p:txBody>
      </p:sp>
      <p:sp>
        <p:nvSpPr>
          <p:cNvPr id="74761" name="Oval 9">
            <a:extLst>
              <a:ext uri="{FF2B5EF4-FFF2-40B4-BE49-F238E27FC236}">
                <a16:creationId xmlns:a16="http://schemas.microsoft.com/office/drawing/2014/main" id="{16A69B7C-C2D5-7864-9B28-C6F4DCE19789}"/>
              </a:ext>
            </a:extLst>
          </p:cNvPr>
          <p:cNvSpPr>
            <a:spLocks noChangeArrowheads="1"/>
          </p:cNvSpPr>
          <p:nvPr/>
        </p:nvSpPr>
        <p:spPr bwMode="auto">
          <a:xfrm>
            <a:off x="4764088" y="1651000"/>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74762" name="Oval 10">
            <a:extLst>
              <a:ext uri="{FF2B5EF4-FFF2-40B4-BE49-F238E27FC236}">
                <a16:creationId xmlns:a16="http://schemas.microsoft.com/office/drawing/2014/main" id="{67954684-C3AE-BFE6-8C38-C364926832CB}"/>
              </a:ext>
            </a:extLst>
          </p:cNvPr>
          <p:cNvSpPr>
            <a:spLocks noChangeArrowheads="1"/>
          </p:cNvSpPr>
          <p:nvPr/>
        </p:nvSpPr>
        <p:spPr bwMode="auto">
          <a:xfrm>
            <a:off x="5340350" y="1651000"/>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74763" name="Oval 11">
            <a:extLst>
              <a:ext uri="{FF2B5EF4-FFF2-40B4-BE49-F238E27FC236}">
                <a16:creationId xmlns:a16="http://schemas.microsoft.com/office/drawing/2014/main" id="{B08B8CFF-BF28-08E0-3B19-B2380FDB2069}"/>
              </a:ext>
            </a:extLst>
          </p:cNvPr>
          <p:cNvSpPr>
            <a:spLocks noChangeArrowheads="1"/>
          </p:cNvSpPr>
          <p:nvPr/>
        </p:nvSpPr>
        <p:spPr bwMode="auto">
          <a:xfrm>
            <a:off x="5988050" y="1651000"/>
            <a:ext cx="266700" cy="266700"/>
          </a:xfrm>
          <a:prstGeom prst="ellipse">
            <a:avLst/>
          </a:prstGeom>
          <a:solidFill>
            <a:schemeClr val="accent1"/>
          </a:solidFill>
          <a:ln w="57150" cmpd="thickThin">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74764" name="Line 12">
            <a:extLst>
              <a:ext uri="{FF2B5EF4-FFF2-40B4-BE49-F238E27FC236}">
                <a16:creationId xmlns:a16="http://schemas.microsoft.com/office/drawing/2014/main" id="{944E9694-0CA8-7C7A-D54F-390C6659E835}"/>
              </a:ext>
            </a:extLst>
          </p:cNvPr>
          <p:cNvSpPr>
            <a:spLocks noChangeShapeType="1"/>
          </p:cNvSpPr>
          <p:nvPr/>
        </p:nvSpPr>
        <p:spPr bwMode="auto">
          <a:xfrm>
            <a:off x="2171700" y="1866900"/>
            <a:ext cx="533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5" name="Line 13">
            <a:extLst>
              <a:ext uri="{FF2B5EF4-FFF2-40B4-BE49-F238E27FC236}">
                <a16:creationId xmlns:a16="http://schemas.microsoft.com/office/drawing/2014/main" id="{5C6765A8-9CFD-2296-3216-E96D151EF81E}"/>
              </a:ext>
            </a:extLst>
          </p:cNvPr>
          <p:cNvSpPr>
            <a:spLocks noChangeShapeType="1"/>
          </p:cNvSpPr>
          <p:nvPr/>
        </p:nvSpPr>
        <p:spPr bwMode="auto">
          <a:xfrm>
            <a:off x="3036888" y="1866900"/>
            <a:ext cx="4572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6" name="Line 14">
            <a:extLst>
              <a:ext uri="{FF2B5EF4-FFF2-40B4-BE49-F238E27FC236}">
                <a16:creationId xmlns:a16="http://schemas.microsoft.com/office/drawing/2014/main" id="{7DB02C79-49BF-38A5-41D0-13DE3D1B0DEF}"/>
              </a:ext>
            </a:extLst>
          </p:cNvPr>
          <p:cNvSpPr>
            <a:spLocks noChangeShapeType="1"/>
          </p:cNvSpPr>
          <p:nvPr/>
        </p:nvSpPr>
        <p:spPr bwMode="auto">
          <a:xfrm>
            <a:off x="5053013" y="1795463"/>
            <a:ext cx="3048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7" name="Line 15">
            <a:extLst>
              <a:ext uri="{FF2B5EF4-FFF2-40B4-BE49-F238E27FC236}">
                <a16:creationId xmlns:a16="http://schemas.microsoft.com/office/drawing/2014/main" id="{551BF65B-7C7D-0F4C-6420-61F0D38A3AEB}"/>
              </a:ext>
            </a:extLst>
          </p:cNvPr>
          <p:cNvSpPr>
            <a:spLocks noChangeShapeType="1"/>
          </p:cNvSpPr>
          <p:nvPr/>
        </p:nvSpPr>
        <p:spPr bwMode="auto">
          <a:xfrm>
            <a:off x="5627688" y="1795463"/>
            <a:ext cx="3810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8" name="Rectangle 16">
            <a:extLst>
              <a:ext uri="{FF2B5EF4-FFF2-40B4-BE49-F238E27FC236}">
                <a16:creationId xmlns:a16="http://schemas.microsoft.com/office/drawing/2014/main" id="{91DFE869-B2A2-6882-2B67-F551CB289A67}"/>
              </a:ext>
            </a:extLst>
          </p:cNvPr>
          <p:cNvSpPr>
            <a:spLocks noChangeArrowheads="1"/>
          </p:cNvSpPr>
          <p:nvPr/>
        </p:nvSpPr>
        <p:spPr bwMode="auto">
          <a:xfrm>
            <a:off x="1811338" y="1722438"/>
            <a:ext cx="3127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400">
                <a:solidFill>
                  <a:schemeClr val="tx2"/>
                </a:solidFill>
                <a:latin typeface="Times New Roman" panose="02020603050405020304" pitchFamily="18" charset="0"/>
                <a:ea typeface="宋体" panose="02010600030101010101" pitchFamily="2" charset="-122"/>
              </a:rPr>
              <a:t>X</a:t>
            </a:r>
          </a:p>
        </p:txBody>
      </p:sp>
      <p:sp>
        <p:nvSpPr>
          <p:cNvPr id="74769" name="Rectangle 17">
            <a:extLst>
              <a:ext uri="{FF2B5EF4-FFF2-40B4-BE49-F238E27FC236}">
                <a16:creationId xmlns:a16="http://schemas.microsoft.com/office/drawing/2014/main" id="{E23CA010-4DAC-2746-E1AC-2DB89D57086A}"/>
              </a:ext>
            </a:extLst>
          </p:cNvPr>
          <p:cNvSpPr>
            <a:spLocks noChangeArrowheads="1"/>
          </p:cNvSpPr>
          <p:nvPr/>
        </p:nvSpPr>
        <p:spPr bwMode="auto">
          <a:xfrm>
            <a:off x="2747963" y="1722438"/>
            <a:ext cx="273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400">
                <a:solidFill>
                  <a:schemeClr val="tx2"/>
                </a:solidFill>
                <a:latin typeface="Times New Roman" panose="02020603050405020304" pitchFamily="18" charset="0"/>
                <a:ea typeface="宋体" panose="02010600030101010101" pitchFamily="2" charset="-122"/>
              </a:rPr>
              <a:t>5</a:t>
            </a:r>
          </a:p>
        </p:txBody>
      </p:sp>
      <p:sp>
        <p:nvSpPr>
          <p:cNvPr id="74770" name="Rectangle 18">
            <a:extLst>
              <a:ext uri="{FF2B5EF4-FFF2-40B4-BE49-F238E27FC236}">
                <a16:creationId xmlns:a16="http://schemas.microsoft.com/office/drawing/2014/main" id="{4157FB60-1B00-E9E1-1ADE-22B9D8F58CD6}"/>
              </a:ext>
            </a:extLst>
          </p:cNvPr>
          <p:cNvSpPr>
            <a:spLocks noChangeArrowheads="1"/>
          </p:cNvSpPr>
          <p:nvPr/>
        </p:nvSpPr>
        <p:spPr bwMode="auto">
          <a:xfrm>
            <a:off x="3540125" y="1722438"/>
            <a:ext cx="273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400">
                <a:solidFill>
                  <a:schemeClr val="tx2"/>
                </a:solidFill>
                <a:latin typeface="Times New Roman" panose="02020603050405020304" pitchFamily="18" charset="0"/>
                <a:ea typeface="宋体" panose="02010600030101010101" pitchFamily="2" charset="-122"/>
              </a:rPr>
              <a:t>1</a:t>
            </a:r>
          </a:p>
        </p:txBody>
      </p:sp>
      <p:sp>
        <p:nvSpPr>
          <p:cNvPr id="74771" name="Rectangle 19">
            <a:extLst>
              <a:ext uri="{FF2B5EF4-FFF2-40B4-BE49-F238E27FC236}">
                <a16:creationId xmlns:a16="http://schemas.microsoft.com/office/drawing/2014/main" id="{484210B2-F793-E0D8-46C2-A1CB3823169D}"/>
              </a:ext>
            </a:extLst>
          </p:cNvPr>
          <p:cNvSpPr>
            <a:spLocks noChangeArrowheads="1"/>
          </p:cNvSpPr>
          <p:nvPr/>
        </p:nvSpPr>
        <p:spPr bwMode="auto">
          <a:xfrm>
            <a:off x="4044950" y="1435100"/>
            <a:ext cx="273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400">
                <a:solidFill>
                  <a:schemeClr val="tx2"/>
                </a:solidFill>
                <a:latin typeface="Times New Roman" panose="02020603050405020304" pitchFamily="18" charset="0"/>
                <a:ea typeface="宋体" panose="02010600030101010101" pitchFamily="2" charset="-122"/>
              </a:rPr>
              <a:t>3</a:t>
            </a:r>
          </a:p>
        </p:txBody>
      </p:sp>
      <p:sp>
        <p:nvSpPr>
          <p:cNvPr id="74772" name="Rectangle 20">
            <a:extLst>
              <a:ext uri="{FF2B5EF4-FFF2-40B4-BE49-F238E27FC236}">
                <a16:creationId xmlns:a16="http://schemas.microsoft.com/office/drawing/2014/main" id="{31813CD8-5946-2615-AE7C-93BFA9B2D2EB}"/>
              </a:ext>
            </a:extLst>
          </p:cNvPr>
          <p:cNvSpPr>
            <a:spLocks noChangeArrowheads="1"/>
          </p:cNvSpPr>
          <p:nvPr/>
        </p:nvSpPr>
        <p:spPr bwMode="auto">
          <a:xfrm>
            <a:off x="4116388" y="2011363"/>
            <a:ext cx="273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400">
                <a:solidFill>
                  <a:schemeClr val="tx2"/>
                </a:solidFill>
                <a:latin typeface="Times New Roman" panose="02020603050405020304" pitchFamily="18" charset="0"/>
                <a:ea typeface="宋体" panose="02010600030101010101" pitchFamily="2" charset="-122"/>
              </a:rPr>
              <a:t>4</a:t>
            </a:r>
          </a:p>
        </p:txBody>
      </p:sp>
      <p:sp>
        <p:nvSpPr>
          <p:cNvPr id="74773" name="Rectangle 21">
            <a:extLst>
              <a:ext uri="{FF2B5EF4-FFF2-40B4-BE49-F238E27FC236}">
                <a16:creationId xmlns:a16="http://schemas.microsoft.com/office/drawing/2014/main" id="{0C27AD97-CA3F-654C-53A3-B33E0855D075}"/>
              </a:ext>
            </a:extLst>
          </p:cNvPr>
          <p:cNvSpPr>
            <a:spLocks noChangeArrowheads="1"/>
          </p:cNvSpPr>
          <p:nvPr/>
        </p:nvSpPr>
        <p:spPr bwMode="auto">
          <a:xfrm>
            <a:off x="4764088" y="1651000"/>
            <a:ext cx="273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400">
                <a:solidFill>
                  <a:schemeClr val="tx2"/>
                </a:solidFill>
                <a:latin typeface="Times New Roman" panose="02020603050405020304" pitchFamily="18" charset="0"/>
                <a:ea typeface="宋体" panose="02010600030101010101" pitchFamily="2" charset="-122"/>
              </a:rPr>
              <a:t>2</a:t>
            </a:r>
          </a:p>
        </p:txBody>
      </p:sp>
      <p:sp>
        <p:nvSpPr>
          <p:cNvPr id="74774" name="Rectangle 22">
            <a:extLst>
              <a:ext uri="{FF2B5EF4-FFF2-40B4-BE49-F238E27FC236}">
                <a16:creationId xmlns:a16="http://schemas.microsoft.com/office/drawing/2014/main" id="{0AFF9188-191A-FF18-EF3C-52EE34921661}"/>
              </a:ext>
            </a:extLst>
          </p:cNvPr>
          <p:cNvSpPr>
            <a:spLocks noChangeArrowheads="1"/>
          </p:cNvSpPr>
          <p:nvPr/>
        </p:nvSpPr>
        <p:spPr bwMode="auto">
          <a:xfrm>
            <a:off x="5340350" y="1651000"/>
            <a:ext cx="273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400">
                <a:solidFill>
                  <a:schemeClr val="tx2"/>
                </a:solidFill>
                <a:latin typeface="Times New Roman" panose="02020603050405020304" pitchFamily="18" charset="0"/>
                <a:ea typeface="宋体" panose="02010600030101010101" pitchFamily="2" charset="-122"/>
              </a:rPr>
              <a:t>6</a:t>
            </a:r>
          </a:p>
        </p:txBody>
      </p:sp>
      <p:sp>
        <p:nvSpPr>
          <p:cNvPr id="74775" name="Rectangle 23">
            <a:extLst>
              <a:ext uri="{FF2B5EF4-FFF2-40B4-BE49-F238E27FC236}">
                <a16:creationId xmlns:a16="http://schemas.microsoft.com/office/drawing/2014/main" id="{2CE666DA-0AAC-B9D2-9217-488D9B291331}"/>
              </a:ext>
            </a:extLst>
          </p:cNvPr>
          <p:cNvSpPr>
            <a:spLocks noChangeArrowheads="1"/>
          </p:cNvSpPr>
          <p:nvPr/>
        </p:nvSpPr>
        <p:spPr bwMode="auto">
          <a:xfrm>
            <a:off x="5988050" y="1651000"/>
            <a:ext cx="3127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400">
                <a:solidFill>
                  <a:schemeClr val="tx2"/>
                </a:solidFill>
                <a:latin typeface="Times New Roman" panose="02020603050405020304" pitchFamily="18" charset="0"/>
                <a:ea typeface="宋体" panose="02010600030101010101" pitchFamily="2" charset="-122"/>
              </a:rPr>
              <a:t>Y</a:t>
            </a:r>
          </a:p>
        </p:txBody>
      </p:sp>
      <p:sp>
        <p:nvSpPr>
          <p:cNvPr id="74776" name="Rectangle 24">
            <a:extLst>
              <a:ext uri="{FF2B5EF4-FFF2-40B4-BE49-F238E27FC236}">
                <a16:creationId xmlns:a16="http://schemas.microsoft.com/office/drawing/2014/main" id="{BE17980D-345B-BF19-5ADE-8D38DADADC3C}"/>
              </a:ext>
            </a:extLst>
          </p:cNvPr>
          <p:cNvSpPr>
            <a:spLocks noChangeArrowheads="1"/>
          </p:cNvSpPr>
          <p:nvPr/>
        </p:nvSpPr>
        <p:spPr bwMode="auto">
          <a:xfrm>
            <a:off x="2747963" y="1219200"/>
            <a:ext cx="2746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b="0">
                <a:solidFill>
                  <a:schemeClr val="tx2"/>
                </a:solidFill>
                <a:latin typeface="Times New Roman" panose="02020603050405020304" pitchFamily="18" charset="0"/>
                <a:ea typeface="宋体" panose="02010600030101010101" pitchFamily="2" charset="-122"/>
              </a:rPr>
              <a:t>a</a:t>
            </a:r>
          </a:p>
        </p:txBody>
      </p:sp>
      <p:sp>
        <p:nvSpPr>
          <p:cNvPr id="74777" name="Rectangle 25">
            <a:extLst>
              <a:ext uri="{FF2B5EF4-FFF2-40B4-BE49-F238E27FC236}">
                <a16:creationId xmlns:a16="http://schemas.microsoft.com/office/drawing/2014/main" id="{A9DE2462-CDD3-B38E-9F34-831EAE549D5A}"/>
              </a:ext>
            </a:extLst>
          </p:cNvPr>
          <p:cNvSpPr>
            <a:spLocks noChangeArrowheads="1"/>
          </p:cNvSpPr>
          <p:nvPr/>
        </p:nvSpPr>
        <p:spPr bwMode="auto">
          <a:xfrm>
            <a:off x="2747963" y="2155825"/>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b</a:t>
            </a:r>
          </a:p>
        </p:txBody>
      </p:sp>
      <p:sp>
        <p:nvSpPr>
          <p:cNvPr id="74778" name="Rectangle 26">
            <a:extLst>
              <a:ext uri="{FF2B5EF4-FFF2-40B4-BE49-F238E27FC236}">
                <a16:creationId xmlns:a16="http://schemas.microsoft.com/office/drawing/2014/main" id="{987F04B4-654B-FAA6-C836-CA586659B746}"/>
              </a:ext>
            </a:extLst>
          </p:cNvPr>
          <p:cNvSpPr>
            <a:spLocks noChangeArrowheads="1"/>
          </p:cNvSpPr>
          <p:nvPr/>
        </p:nvSpPr>
        <p:spPr bwMode="auto">
          <a:xfrm>
            <a:off x="3756025" y="1435100"/>
            <a:ext cx="2889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a</a:t>
            </a:r>
          </a:p>
        </p:txBody>
      </p:sp>
      <p:sp>
        <p:nvSpPr>
          <p:cNvPr id="74779" name="Rectangle 27">
            <a:extLst>
              <a:ext uri="{FF2B5EF4-FFF2-40B4-BE49-F238E27FC236}">
                <a16:creationId xmlns:a16="http://schemas.microsoft.com/office/drawing/2014/main" id="{3CA3A21F-6779-7CC4-AD85-965E20171324}"/>
              </a:ext>
            </a:extLst>
          </p:cNvPr>
          <p:cNvSpPr>
            <a:spLocks noChangeArrowheads="1"/>
          </p:cNvSpPr>
          <p:nvPr/>
        </p:nvSpPr>
        <p:spPr bwMode="auto">
          <a:xfrm>
            <a:off x="4332288" y="1363663"/>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a</a:t>
            </a:r>
          </a:p>
        </p:txBody>
      </p:sp>
      <p:sp>
        <p:nvSpPr>
          <p:cNvPr id="74780" name="Rectangle 28">
            <a:extLst>
              <a:ext uri="{FF2B5EF4-FFF2-40B4-BE49-F238E27FC236}">
                <a16:creationId xmlns:a16="http://schemas.microsoft.com/office/drawing/2014/main" id="{7733F12D-83C7-0F7E-AFC6-4A8C567EA3FC}"/>
              </a:ext>
            </a:extLst>
          </p:cNvPr>
          <p:cNvSpPr>
            <a:spLocks noChangeArrowheads="1"/>
          </p:cNvSpPr>
          <p:nvPr/>
        </p:nvSpPr>
        <p:spPr bwMode="auto">
          <a:xfrm>
            <a:off x="3900488" y="1795463"/>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b="0">
                <a:solidFill>
                  <a:schemeClr val="tx2"/>
                </a:solidFill>
                <a:latin typeface="Times New Roman" panose="02020603050405020304" pitchFamily="18" charset="0"/>
                <a:ea typeface="宋体" panose="02010600030101010101" pitchFamily="2" charset="-122"/>
              </a:rPr>
              <a:t>b</a:t>
            </a:r>
          </a:p>
        </p:txBody>
      </p:sp>
      <p:sp>
        <p:nvSpPr>
          <p:cNvPr id="74781" name="Rectangle 29">
            <a:extLst>
              <a:ext uri="{FF2B5EF4-FFF2-40B4-BE49-F238E27FC236}">
                <a16:creationId xmlns:a16="http://schemas.microsoft.com/office/drawing/2014/main" id="{110931FF-D641-992B-3DC9-8693A8F6EF50}"/>
              </a:ext>
            </a:extLst>
          </p:cNvPr>
          <p:cNvSpPr>
            <a:spLocks noChangeArrowheads="1"/>
          </p:cNvSpPr>
          <p:nvPr/>
        </p:nvSpPr>
        <p:spPr bwMode="auto">
          <a:xfrm>
            <a:off x="4403725" y="2011363"/>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b</a:t>
            </a:r>
          </a:p>
        </p:txBody>
      </p:sp>
      <p:sp>
        <p:nvSpPr>
          <p:cNvPr id="74782" name="Rectangle 30">
            <a:extLst>
              <a:ext uri="{FF2B5EF4-FFF2-40B4-BE49-F238E27FC236}">
                <a16:creationId xmlns:a16="http://schemas.microsoft.com/office/drawing/2014/main" id="{67328CB2-5AAB-81FE-52C5-E723B19BDDE5}"/>
              </a:ext>
            </a:extLst>
          </p:cNvPr>
          <p:cNvSpPr>
            <a:spLocks noChangeArrowheads="1"/>
          </p:cNvSpPr>
          <p:nvPr/>
        </p:nvSpPr>
        <p:spPr bwMode="auto">
          <a:xfrm>
            <a:off x="5340350" y="1147763"/>
            <a:ext cx="2746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b="0">
                <a:solidFill>
                  <a:schemeClr val="tx2"/>
                </a:solidFill>
                <a:latin typeface="Times New Roman" panose="02020603050405020304" pitchFamily="18" charset="0"/>
                <a:ea typeface="宋体" panose="02010600030101010101" pitchFamily="2" charset="-122"/>
              </a:rPr>
              <a:t>a</a:t>
            </a:r>
          </a:p>
        </p:txBody>
      </p:sp>
      <p:sp>
        <p:nvSpPr>
          <p:cNvPr id="74783" name="Rectangle 31">
            <a:extLst>
              <a:ext uri="{FF2B5EF4-FFF2-40B4-BE49-F238E27FC236}">
                <a16:creationId xmlns:a16="http://schemas.microsoft.com/office/drawing/2014/main" id="{21C93E62-5AF6-C63C-8A9F-89E3EF3D9AC4}"/>
              </a:ext>
            </a:extLst>
          </p:cNvPr>
          <p:cNvSpPr>
            <a:spLocks noChangeArrowheads="1"/>
          </p:cNvSpPr>
          <p:nvPr/>
        </p:nvSpPr>
        <p:spPr bwMode="auto">
          <a:xfrm>
            <a:off x="5268913" y="20828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b</a:t>
            </a:r>
          </a:p>
        </p:txBody>
      </p:sp>
      <p:sp>
        <p:nvSpPr>
          <p:cNvPr id="74784" name="Freeform 32">
            <a:extLst>
              <a:ext uri="{FF2B5EF4-FFF2-40B4-BE49-F238E27FC236}">
                <a16:creationId xmlns:a16="http://schemas.microsoft.com/office/drawing/2014/main" id="{8C4F0BA5-2370-5786-5F64-FF804B4DA88F}"/>
              </a:ext>
            </a:extLst>
          </p:cNvPr>
          <p:cNvSpPr>
            <a:spLocks/>
          </p:cNvSpPr>
          <p:nvPr/>
        </p:nvSpPr>
        <p:spPr bwMode="auto">
          <a:xfrm>
            <a:off x="2747963" y="1506538"/>
            <a:ext cx="306387" cy="230187"/>
          </a:xfrm>
          <a:custGeom>
            <a:avLst/>
            <a:gdLst>
              <a:gd name="T0" fmla="*/ 2147483646 w 193"/>
              <a:gd name="T1" fmla="*/ 2147483646 h 145"/>
              <a:gd name="T2" fmla="*/ 0 w 193"/>
              <a:gd name="T3" fmla="*/ 0 h 145"/>
              <a:gd name="T4" fmla="*/ 2147483646 w 193"/>
              <a:gd name="T5" fmla="*/ 0 h 145"/>
              <a:gd name="T6" fmla="*/ 2147483646 w 193"/>
              <a:gd name="T7" fmla="*/ 2147483646 h 145"/>
              <a:gd name="T8" fmla="*/ 0 60000 65536"/>
              <a:gd name="T9" fmla="*/ 0 60000 65536"/>
              <a:gd name="T10" fmla="*/ 0 60000 65536"/>
              <a:gd name="T11" fmla="*/ 0 60000 65536"/>
              <a:gd name="T12" fmla="*/ 0 w 193"/>
              <a:gd name="T13" fmla="*/ 0 h 145"/>
              <a:gd name="T14" fmla="*/ 193 w 193"/>
              <a:gd name="T15" fmla="*/ 145 h 145"/>
            </a:gdLst>
            <a:ahLst/>
            <a:cxnLst>
              <a:cxn ang="T8">
                <a:pos x="T0" y="T1"/>
              </a:cxn>
              <a:cxn ang="T9">
                <a:pos x="T2" y="T3"/>
              </a:cxn>
              <a:cxn ang="T10">
                <a:pos x="T4" y="T5"/>
              </a:cxn>
              <a:cxn ang="T11">
                <a:pos x="T6" y="T7"/>
              </a:cxn>
            </a:cxnLst>
            <a:rect l="T12" t="T13" r="T14" b="T15"/>
            <a:pathLst>
              <a:path w="193" h="145">
                <a:moveTo>
                  <a:pt x="96" y="96"/>
                </a:moveTo>
                <a:lnTo>
                  <a:pt x="0" y="0"/>
                </a:lnTo>
                <a:lnTo>
                  <a:pt x="192" y="0"/>
                </a:lnTo>
                <a:lnTo>
                  <a:pt x="144" y="144"/>
                </a:lnTo>
              </a:path>
            </a:pathLst>
          </a:custGeom>
          <a:noFill/>
          <a:ln w="12700" cap="rnd" cmpd="sng">
            <a:solidFill>
              <a:schemeClr val="tx1"/>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4785" name="Freeform 33">
            <a:extLst>
              <a:ext uri="{FF2B5EF4-FFF2-40B4-BE49-F238E27FC236}">
                <a16:creationId xmlns:a16="http://schemas.microsoft.com/office/drawing/2014/main" id="{536CE811-BABF-8248-3301-575D58AEA02E}"/>
              </a:ext>
            </a:extLst>
          </p:cNvPr>
          <p:cNvSpPr>
            <a:spLocks/>
          </p:cNvSpPr>
          <p:nvPr/>
        </p:nvSpPr>
        <p:spPr bwMode="auto">
          <a:xfrm>
            <a:off x="2676525" y="2011363"/>
            <a:ext cx="306388" cy="230187"/>
          </a:xfrm>
          <a:custGeom>
            <a:avLst/>
            <a:gdLst>
              <a:gd name="T0" fmla="*/ 2147483646 w 193"/>
              <a:gd name="T1" fmla="*/ 0 h 145"/>
              <a:gd name="T2" fmla="*/ 0 w 193"/>
              <a:gd name="T3" fmla="*/ 2147483646 h 145"/>
              <a:gd name="T4" fmla="*/ 2147483646 w 193"/>
              <a:gd name="T5" fmla="*/ 2147483646 h 145"/>
              <a:gd name="T6" fmla="*/ 2147483646 w 193"/>
              <a:gd name="T7" fmla="*/ 0 h 145"/>
              <a:gd name="T8" fmla="*/ 0 60000 65536"/>
              <a:gd name="T9" fmla="*/ 0 60000 65536"/>
              <a:gd name="T10" fmla="*/ 0 60000 65536"/>
              <a:gd name="T11" fmla="*/ 0 60000 65536"/>
              <a:gd name="T12" fmla="*/ 0 w 193"/>
              <a:gd name="T13" fmla="*/ 0 h 145"/>
              <a:gd name="T14" fmla="*/ 193 w 193"/>
              <a:gd name="T15" fmla="*/ 145 h 145"/>
            </a:gdLst>
            <a:ahLst/>
            <a:cxnLst>
              <a:cxn ang="T8">
                <a:pos x="T0" y="T1"/>
              </a:cxn>
              <a:cxn ang="T9">
                <a:pos x="T2" y="T3"/>
              </a:cxn>
              <a:cxn ang="T10">
                <a:pos x="T4" y="T5"/>
              </a:cxn>
              <a:cxn ang="T11">
                <a:pos x="T6" y="T7"/>
              </a:cxn>
            </a:cxnLst>
            <a:rect l="T12" t="T13" r="T14" b="T15"/>
            <a:pathLst>
              <a:path w="193" h="145">
                <a:moveTo>
                  <a:pt x="96" y="0"/>
                </a:moveTo>
                <a:lnTo>
                  <a:pt x="0" y="144"/>
                </a:lnTo>
                <a:lnTo>
                  <a:pt x="192" y="144"/>
                </a:lnTo>
                <a:lnTo>
                  <a:pt x="144" y="0"/>
                </a:lnTo>
              </a:path>
            </a:pathLst>
          </a:custGeom>
          <a:noFill/>
          <a:ln w="12700" cap="rnd" cmpd="sng">
            <a:solidFill>
              <a:schemeClr val="tx1"/>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4786" name="Line 34">
            <a:extLst>
              <a:ext uri="{FF2B5EF4-FFF2-40B4-BE49-F238E27FC236}">
                <a16:creationId xmlns:a16="http://schemas.microsoft.com/office/drawing/2014/main" id="{0F3BEE9D-5300-E59E-BB65-E5E331FF2BB2}"/>
              </a:ext>
            </a:extLst>
          </p:cNvPr>
          <p:cNvSpPr>
            <a:spLocks noChangeShapeType="1"/>
          </p:cNvSpPr>
          <p:nvPr/>
        </p:nvSpPr>
        <p:spPr bwMode="auto">
          <a:xfrm flipV="1">
            <a:off x="3829050" y="1579563"/>
            <a:ext cx="228600" cy="2286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7" name="Line 35">
            <a:extLst>
              <a:ext uri="{FF2B5EF4-FFF2-40B4-BE49-F238E27FC236}">
                <a16:creationId xmlns:a16="http://schemas.microsoft.com/office/drawing/2014/main" id="{945F5672-64B1-90A3-3160-D545388AF4C5}"/>
              </a:ext>
            </a:extLst>
          </p:cNvPr>
          <p:cNvSpPr>
            <a:spLocks noChangeShapeType="1"/>
          </p:cNvSpPr>
          <p:nvPr/>
        </p:nvSpPr>
        <p:spPr bwMode="auto">
          <a:xfrm>
            <a:off x="4332288" y="1579563"/>
            <a:ext cx="381000" cy="2286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8" name="Line 36">
            <a:extLst>
              <a:ext uri="{FF2B5EF4-FFF2-40B4-BE49-F238E27FC236}">
                <a16:creationId xmlns:a16="http://schemas.microsoft.com/office/drawing/2014/main" id="{6A00394C-4458-36B0-FAD3-0552BA33A8B1}"/>
              </a:ext>
            </a:extLst>
          </p:cNvPr>
          <p:cNvSpPr>
            <a:spLocks noChangeShapeType="1"/>
          </p:cNvSpPr>
          <p:nvPr/>
        </p:nvSpPr>
        <p:spPr bwMode="auto">
          <a:xfrm>
            <a:off x="3829050" y="1939925"/>
            <a:ext cx="304800" cy="2286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89" name="Line 37">
            <a:extLst>
              <a:ext uri="{FF2B5EF4-FFF2-40B4-BE49-F238E27FC236}">
                <a16:creationId xmlns:a16="http://schemas.microsoft.com/office/drawing/2014/main" id="{C95E9320-47C3-825E-3342-BF4447589AB2}"/>
              </a:ext>
            </a:extLst>
          </p:cNvPr>
          <p:cNvSpPr>
            <a:spLocks noChangeShapeType="1"/>
          </p:cNvSpPr>
          <p:nvPr/>
        </p:nvSpPr>
        <p:spPr bwMode="auto">
          <a:xfrm flipV="1">
            <a:off x="4403725" y="1939925"/>
            <a:ext cx="381000" cy="2286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90" name="Freeform 38">
            <a:extLst>
              <a:ext uri="{FF2B5EF4-FFF2-40B4-BE49-F238E27FC236}">
                <a16:creationId xmlns:a16="http://schemas.microsoft.com/office/drawing/2014/main" id="{44FA1370-64D3-1177-99B4-96FF980C27C4}"/>
              </a:ext>
            </a:extLst>
          </p:cNvPr>
          <p:cNvSpPr>
            <a:spLocks/>
          </p:cNvSpPr>
          <p:nvPr/>
        </p:nvSpPr>
        <p:spPr bwMode="auto">
          <a:xfrm>
            <a:off x="5340350" y="1435100"/>
            <a:ext cx="230188" cy="230188"/>
          </a:xfrm>
          <a:custGeom>
            <a:avLst/>
            <a:gdLst>
              <a:gd name="T0" fmla="*/ 2147483646 w 145"/>
              <a:gd name="T1" fmla="*/ 2147483646 h 145"/>
              <a:gd name="T2" fmla="*/ 0 w 145"/>
              <a:gd name="T3" fmla="*/ 0 h 145"/>
              <a:gd name="T4" fmla="*/ 2147483646 w 145"/>
              <a:gd name="T5" fmla="*/ 0 h 145"/>
              <a:gd name="T6" fmla="*/ 2147483646 w 145"/>
              <a:gd name="T7" fmla="*/ 2147483646 h 145"/>
              <a:gd name="T8" fmla="*/ 0 60000 65536"/>
              <a:gd name="T9" fmla="*/ 0 60000 65536"/>
              <a:gd name="T10" fmla="*/ 0 60000 65536"/>
              <a:gd name="T11" fmla="*/ 0 60000 65536"/>
              <a:gd name="T12" fmla="*/ 0 w 145"/>
              <a:gd name="T13" fmla="*/ 0 h 145"/>
              <a:gd name="T14" fmla="*/ 145 w 145"/>
              <a:gd name="T15" fmla="*/ 145 h 145"/>
            </a:gdLst>
            <a:ahLst/>
            <a:cxnLst>
              <a:cxn ang="T8">
                <a:pos x="T0" y="T1"/>
              </a:cxn>
              <a:cxn ang="T9">
                <a:pos x="T2" y="T3"/>
              </a:cxn>
              <a:cxn ang="T10">
                <a:pos x="T4" y="T5"/>
              </a:cxn>
              <a:cxn ang="T11">
                <a:pos x="T6" y="T7"/>
              </a:cxn>
            </a:cxnLst>
            <a:rect l="T12" t="T13" r="T14" b="T15"/>
            <a:pathLst>
              <a:path w="145" h="145">
                <a:moveTo>
                  <a:pt x="48" y="96"/>
                </a:moveTo>
                <a:lnTo>
                  <a:pt x="0" y="0"/>
                </a:lnTo>
                <a:lnTo>
                  <a:pt x="144" y="0"/>
                </a:lnTo>
                <a:lnTo>
                  <a:pt x="144" y="144"/>
                </a:lnTo>
              </a:path>
            </a:pathLst>
          </a:custGeom>
          <a:noFill/>
          <a:ln w="12700" cap="rnd" cmpd="sng">
            <a:solidFill>
              <a:schemeClr val="tx1"/>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4791" name="Freeform 39">
            <a:extLst>
              <a:ext uri="{FF2B5EF4-FFF2-40B4-BE49-F238E27FC236}">
                <a16:creationId xmlns:a16="http://schemas.microsoft.com/office/drawing/2014/main" id="{AFA66F41-C4D7-2612-288B-7FDCE8CB4943}"/>
              </a:ext>
            </a:extLst>
          </p:cNvPr>
          <p:cNvSpPr>
            <a:spLocks/>
          </p:cNvSpPr>
          <p:nvPr/>
        </p:nvSpPr>
        <p:spPr bwMode="auto">
          <a:xfrm>
            <a:off x="5268913" y="1939925"/>
            <a:ext cx="230187" cy="230188"/>
          </a:xfrm>
          <a:custGeom>
            <a:avLst/>
            <a:gdLst>
              <a:gd name="T0" fmla="*/ 2147483646 w 145"/>
              <a:gd name="T1" fmla="*/ 0 h 145"/>
              <a:gd name="T2" fmla="*/ 0 w 145"/>
              <a:gd name="T3" fmla="*/ 2147483646 h 145"/>
              <a:gd name="T4" fmla="*/ 2147483646 w 145"/>
              <a:gd name="T5" fmla="*/ 2147483646 h 145"/>
              <a:gd name="T6" fmla="*/ 2147483646 w 145"/>
              <a:gd name="T7" fmla="*/ 0 h 145"/>
              <a:gd name="T8" fmla="*/ 0 60000 65536"/>
              <a:gd name="T9" fmla="*/ 0 60000 65536"/>
              <a:gd name="T10" fmla="*/ 0 60000 65536"/>
              <a:gd name="T11" fmla="*/ 0 60000 65536"/>
              <a:gd name="T12" fmla="*/ 0 w 145"/>
              <a:gd name="T13" fmla="*/ 0 h 145"/>
              <a:gd name="T14" fmla="*/ 145 w 145"/>
              <a:gd name="T15" fmla="*/ 145 h 145"/>
            </a:gdLst>
            <a:ahLst/>
            <a:cxnLst>
              <a:cxn ang="T8">
                <a:pos x="T0" y="T1"/>
              </a:cxn>
              <a:cxn ang="T9">
                <a:pos x="T2" y="T3"/>
              </a:cxn>
              <a:cxn ang="T10">
                <a:pos x="T4" y="T5"/>
              </a:cxn>
              <a:cxn ang="T11">
                <a:pos x="T6" y="T7"/>
              </a:cxn>
            </a:cxnLst>
            <a:rect l="T12" t="T13" r="T14" b="T15"/>
            <a:pathLst>
              <a:path w="145" h="145">
                <a:moveTo>
                  <a:pt x="96" y="0"/>
                </a:moveTo>
                <a:lnTo>
                  <a:pt x="0" y="144"/>
                </a:lnTo>
                <a:lnTo>
                  <a:pt x="144" y="144"/>
                </a:lnTo>
                <a:lnTo>
                  <a:pt x="144" y="0"/>
                </a:lnTo>
              </a:path>
            </a:pathLst>
          </a:custGeom>
          <a:noFill/>
          <a:ln w="12700" cap="rnd" cmpd="sng">
            <a:solidFill>
              <a:schemeClr val="tx1"/>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4792" name="Rectangle 40">
            <a:extLst>
              <a:ext uri="{FF2B5EF4-FFF2-40B4-BE49-F238E27FC236}">
                <a16:creationId xmlns:a16="http://schemas.microsoft.com/office/drawing/2014/main" id="{A7A1EF96-5AD4-144B-1360-7F140C16C1FF}"/>
              </a:ext>
            </a:extLst>
          </p:cNvPr>
          <p:cNvSpPr>
            <a:spLocks noChangeArrowheads="1"/>
          </p:cNvSpPr>
          <p:nvPr/>
        </p:nvSpPr>
        <p:spPr bwMode="auto">
          <a:xfrm>
            <a:off x="2171700" y="1506538"/>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ε</a:t>
            </a:r>
          </a:p>
        </p:txBody>
      </p:sp>
      <p:sp>
        <p:nvSpPr>
          <p:cNvPr id="74793" name="Rectangle 41">
            <a:extLst>
              <a:ext uri="{FF2B5EF4-FFF2-40B4-BE49-F238E27FC236}">
                <a16:creationId xmlns:a16="http://schemas.microsoft.com/office/drawing/2014/main" id="{98FE87A6-F273-7A65-52C7-FF192510E6DB}"/>
              </a:ext>
            </a:extLst>
          </p:cNvPr>
          <p:cNvSpPr>
            <a:spLocks noChangeArrowheads="1"/>
          </p:cNvSpPr>
          <p:nvPr/>
        </p:nvSpPr>
        <p:spPr bwMode="auto">
          <a:xfrm>
            <a:off x="3036888" y="1506538"/>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ε</a:t>
            </a:r>
          </a:p>
        </p:txBody>
      </p:sp>
      <p:sp>
        <p:nvSpPr>
          <p:cNvPr id="74794" name="Rectangle 42">
            <a:extLst>
              <a:ext uri="{FF2B5EF4-FFF2-40B4-BE49-F238E27FC236}">
                <a16:creationId xmlns:a16="http://schemas.microsoft.com/office/drawing/2014/main" id="{9FA3E0E0-7BB7-295B-959B-A35CACA7998F}"/>
              </a:ext>
            </a:extLst>
          </p:cNvPr>
          <p:cNvSpPr>
            <a:spLocks noChangeArrowheads="1"/>
          </p:cNvSpPr>
          <p:nvPr/>
        </p:nvSpPr>
        <p:spPr bwMode="auto">
          <a:xfrm>
            <a:off x="5053013" y="1435100"/>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b="0">
                <a:solidFill>
                  <a:schemeClr val="tx2"/>
                </a:solidFill>
                <a:latin typeface="Times New Roman" panose="02020603050405020304" pitchFamily="18" charset="0"/>
                <a:ea typeface="宋体" panose="02010600030101010101" pitchFamily="2" charset="-122"/>
              </a:rPr>
              <a:t>ε</a:t>
            </a:r>
          </a:p>
        </p:txBody>
      </p:sp>
      <p:sp>
        <p:nvSpPr>
          <p:cNvPr id="74795" name="Rectangle 43">
            <a:extLst>
              <a:ext uri="{FF2B5EF4-FFF2-40B4-BE49-F238E27FC236}">
                <a16:creationId xmlns:a16="http://schemas.microsoft.com/office/drawing/2014/main" id="{54A7CFF6-DF42-3313-16EE-11409A49B6E9}"/>
              </a:ext>
            </a:extLst>
          </p:cNvPr>
          <p:cNvSpPr>
            <a:spLocks noChangeArrowheads="1"/>
          </p:cNvSpPr>
          <p:nvPr/>
        </p:nvSpPr>
        <p:spPr bwMode="auto">
          <a:xfrm>
            <a:off x="5627688" y="1506538"/>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ε</a:t>
            </a:r>
          </a:p>
        </p:txBody>
      </p:sp>
      <p:sp>
        <p:nvSpPr>
          <p:cNvPr id="74796" name="Rectangle 44">
            <a:extLst>
              <a:ext uri="{FF2B5EF4-FFF2-40B4-BE49-F238E27FC236}">
                <a16:creationId xmlns:a16="http://schemas.microsoft.com/office/drawing/2014/main" id="{6472419A-81CC-798D-A548-B4E25663986C}"/>
              </a:ext>
            </a:extLst>
          </p:cNvPr>
          <p:cNvSpPr>
            <a:spLocks noChangeArrowheads="1"/>
          </p:cNvSpPr>
          <p:nvPr/>
        </p:nvSpPr>
        <p:spPr bwMode="auto">
          <a:xfrm>
            <a:off x="539750" y="2420938"/>
            <a:ext cx="5256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2075" tIns="46038" rIns="92075" bIns="46038">
            <a:spAutoFit/>
          </a:bodyPr>
          <a:lstStyle>
            <a:lvl1pPr marL="457200" indent="-457200">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a:ea typeface="宋体" panose="02010600030101010101" pitchFamily="2" charset="-122"/>
              </a:rPr>
              <a:t>1</a:t>
            </a:r>
            <a:r>
              <a:rPr kumimoji="1" lang="zh-CN" altLang="en-US" sz="2400">
                <a:ea typeface="宋体" panose="02010600030101010101" pitchFamily="2" charset="-122"/>
              </a:rPr>
              <a:t>）利用 子集法构造状态转换矩阵      </a:t>
            </a:r>
          </a:p>
        </p:txBody>
      </p:sp>
      <p:sp>
        <p:nvSpPr>
          <p:cNvPr id="74797" name="Line 45">
            <a:extLst>
              <a:ext uri="{FF2B5EF4-FFF2-40B4-BE49-F238E27FC236}">
                <a16:creationId xmlns:a16="http://schemas.microsoft.com/office/drawing/2014/main" id="{894CED3E-4B51-28C8-CB0D-C1AAB1E403AE}"/>
              </a:ext>
            </a:extLst>
          </p:cNvPr>
          <p:cNvSpPr>
            <a:spLocks noChangeShapeType="1"/>
          </p:cNvSpPr>
          <p:nvPr/>
        </p:nvSpPr>
        <p:spPr bwMode="auto">
          <a:xfrm>
            <a:off x="5675313" y="2997200"/>
            <a:ext cx="0" cy="3455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98" name="Rectangle 46">
            <a:extLst>
              <a:ext uri="{FF2B5EF4-FFF2-40B4-BE49-F238E27FC236}">
                <a16:creationId xmlns:a16="http://schemas.microsoft.com/office/drawing/2014/main" id="{61FA4E77-2DB0-E3A4-3B06-94D6EDB621A2}"/>
              </a:ext>
            </a:extLst>
          </p:cNvPr>
          <p:cNvSpPr>
            <a:spLocks noChangeArrowheads="1"/>
          </p:cNvSpPr>
          <p:nvPr/>
        </p:nvSpPr>
        <p:spPr bwMode="auto">
          <a:xfrm>
            <a:off x="1747838" y="2925763"/>
            <a:ext cx="282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I</a:t>
            </a:r>
          </a:p>
        </p:txBody>
      </p:sp>
      <p:sp>
        <p:nvSpPr>
          <p:cNvPr id="74799" name="Line 47">
            <a:extLst>
              <a:ext uri="{FF2B5EF4-FFF2-40B4-BE49-F238E27FC236}">
                <a16:creationId xmlns:a16="http://schemas.microsoft.com/office/drawing/2014/main" id="{89F57E64-4727-5BAA-0F45-5C96835693FE}"/>
              </a:ext>
            </a:extLst>
          </p:cNvPr>
          <p:cNvSpPr>
            <a:spLocks noChangeShapeType="1"/>
          </p:cNvSpPr>
          <p:nvPr/>
        </p:nvSpPr>
        <p:spPr bwMode="auto">
          <a:xfrm>
            <a:off x="1211263" y="3357563"/>
            <a:ext cx="6480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00" name="Rectangle 48">
            <a:extLst>
              <a:ext uri="{FF2B5EF4-FFF2-40B4-BE49-F238E27FC236}">
                <a16:creationId xmlns:a16="http://schemas.microsoft.com/office/drawing/2014/main" id="{6A1DDB6E-9831-3906-500F-A2908A0DE0B3}"/>
              </a:ext>
            </a:extLst>
          </p:cNvPr>
          <p:cNvSpPr>
            <a:spLocks noChangeArrowheads="1"/>
          </p:cNvSpPr>
          <p:nvPr/>
        </p:nvSpPr>
        <p:spPr bwMode="auto">
          <a:xfrm>
            <a:off x="4235450" y="2925763"/>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400">
                <a:solidFill>
                  <a:schemeClr val="tx2"/>
                </a:solidFill>
                <a:latin typeface="Times New Roman" panose="02020603050405020304" pitchFamily="18" charset="0"/>
                <a:ea typeface="宋体" panose="02010600030101010101" pitchFamily="2" charset="-122"/>
              </a:rPr>
              <a:t>I</a:t>
            </a:r>
            <a:r>
              <a:rPr kumimoji="1" lang="en-US" altLang="zh-CN" sz="2400" baseline="-25000">
                <a:solidFill>
                  <a:schemeClr val="tx2"/>
                </a:solidFill>
                <a:latin typeface="Times New Roman" panose="02020603050405020304" pitchFamily="18" charset="0"/>
                <a:ea typeface="宋体" panose="02010600030101010101" pitchFamily="2" charset="-122"/>
              </a:rPr>
              <a:t>a</a:t>
            </a:r>
          </a:p>
        </p:txBody>
      </p:sp>
      <p:sp>
        <p:nvSpPr>
          <p:cNvPr id="74801" name="Rectangle 49">
            <a:extLst>
              <a:ext uri="{FF2B5EF4-FFF2-40B4-BE49-F238E27FC236}">
                <a16:creationId xmlns:a16="http://schemas.microsoft.com/office/drawing/2014/main" id="{B8A30E4A-DDD7-8B00-0CDD-F6A5C38D7CD6}"/>
              </a:ext>
            </a:extLst>
          </p:cNvPr>
          <p:cNvSpPr>
            <a:spLocks noChangeArrowheads="1"/>
          </p:cNvSpPr>
          <p:nvPr/>
        </p:nvSpPr>
        <p:spPr bwMode="auto">
          <a:xfrm>
            <a:off x="6475413" y="2925763"/>
            <a:ext cx="415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400">
                <a:solidFill>
                  <a:schemeClr val="tx2"/>
                </a:solidFill>
                <a:latin typeface="Times New Roman" panose="02020603050405020304" pitchFamily="18" charset="0"/>
                <a:ea typeface="宋体" panose="02010600030101010101" pitchFamily="2" charset="-122"/>
              </a:rPr>
              <a:t>I</a:t>
            </a:r>
            <a:r>
              <a:rPr kumimoji="1" lang="en-US" altLang="zh-CN" sz="2400" baseline="-25000">
                <a:solidFill>
                  <a:schemeClr val="tx2"/>
                </a:solidFill>
                <a:latin typeface="Times New Roman" panose="02020603050405020304" pitchFamily="18" charset="0"/>
                <a:ea typeface="宋体" panose="02010600030101010101" pitchFamily="2" charset="-122"/>
              </a:rPr>
              <a:t>b</a:t>
            </a:r>
          </a:p>
        </p:txBody>
      </p:sp>
      <p:sp>
        <p:nvSpPr>
          <p:cNvPr id="828466" name="Rectangle 50">
            <a:extLst>
              <a:ext uri="{FF2B5EF4-FFF2-40B4-BE49-F238E27FC236}">
                <a16:creationId xmlns:a16="http://schemas.microsoft.com/office/drawing/2014/main" id="{79460C8E-4E6D-28C1-F5AE-42D1455ACD6B}"/>
              </a:ext>
            </a:extLst>
          </p:cNvPr>
          <p:cNvSpPr>
            <a:spLocks noChangeArrowheads="1"/>
          </p:cNvSpPr>
          <p:nvPr/>
        </p:nvSpPr>
        <p:spPr bwMode="auto">
          <a:xfrm>
            <a:off x="1458913" y="3390900"/>
            <a:ext cx="1139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{X, 5, 1 }</a:t>
            </a:r>
          </a:p>
        </p:txBody>
      </p:sp>
      <p:sp>
        <p:nvSpPr>
          <p:cNvPr id="828467" name="Rectangle 51">
            <a:extLst>
              <a:ext uri="{FF2B5EF4-FFF2-40B4-BE49-F238E27FC236}">
                <a16:creationId xmlns:a16="http://schemas.microsoft.com/office/drawing/2014/main" id="{4579357C-DDC6-819F-BE68-A0A257DF2743}"/>
              </a:ext>
            </a:extLst>
          </p:cNvPr>
          <p:cNvSpPr>
            <a:spLocks noChangeArrowheads="1"/>
          </p:cNvSpPr>
          <p:nvPr/>
        </p:nvSpPr>
        <p:spPr bwMode="auto">
          <a:xfrm>
            <a:off x="3876675" y="3390900"/>
            <a:ext cx="1082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{5, 3, 1 }</a:t>
            </a:r>
          </a:p>
        </p:txBody>
      </p:sp>
      <p:sp>
        <p:nvSpPr>
          <p:cNvPr id="828468" name="Rectangle 52">
            <a:extLst>
              <a:ext uri="{FF2B5EF4-FFF2-40B4-BE49-F238E27FC236}">
                <a16:creationId xmlns:a16="http://schemas.microsoft.com/office/drawing/2014/main" id="{5C6FD69F-ED3D-1C25-F026-6CA0712E177D}"/>
              </a:ext>
            </a:extLst>
          </p:cNvPr>
          <p:cNvSpPr>
            <a:spLocks noChangeArrowheads="1"/>
          </p:cNvSpPr>
          <p:nvPr/>
        </p:nvSpPr>
        <p:spPr bwMode="auto">
          <a:xfrm>
            <a:off x="6188075" y="3390900"/>
            <a:ext cx="1082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{5, 4, 1 }</a:t>
            </a:r>
          </a:p>
        </p:txBody>
      </p:sp>
      <p:sp>
        <p:nvSpPr>
          <p:cNvPr id="828469" name="Rectangle 53">
            <a:extLst>
              <a:ext uri="{FF2B5EF4-FFF2-40B4-BE49-F238E27FC236}">
                <a16:creationId xmlns:a16="http://schemas.microsoft.com/office/drawing/2014/main" id="{1EDBF674-8227-2711-EBF7-33FD86B6008E}"/>
              </a:ext>
            </a:extLst>
          </p:cNvPr>
          <p:cNvSpPr>
            <a:spLocks noChangeArrowheads="1"/>
          </p:cNvSpPr>
          <p:nvPr/>
        </p:nvSpPr>
        <p:spPr bwMode="auto">
          <a:xfrm>
            <a:off x="1468438" y="3810000"/>
            <a:ext cx="1082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{5, 3, 1 }</a:t>
            </a:r>
          </a:p>
        </p:txBody>
      </p:sp>
      <p:sp>
        <p:nvSpPr>
          <p:cNvPr id="828470" name="Rectangle 54">
            <a:extLst>
              <a:ext uri="{FF2B5EF4-FFF2-40B4-BE49-F238E27FC236}">
                <a16:creationId xmlns:a16="http://schemas.microsoft.com/office/drawing/2014/main" id="{5428A0DA-1C6B-06CF-2493-BE2410647D5C}"/>
              </a:ext>
            </a:extLst>
          </p:cNvPr>
          <p:cNvSpPr>
            <a:spLocks noChangeArrowheads="1"/>
          </p:cNvSpPr>
          <p:nvPr/>
        </p:nvSpPr>
        <p:spPr bwMode="auto">
          <a:xfrm>
            <a:off x="3741738" y="3810000"/>
            <a:ext cx="1901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{5, 3, 1, 2, 6, Y }</a:t>
            </a:r>
          </a:p>
        </p:txBody>
      </p:sp>
      <p:sp>
        <p:nvSpPr>
          <p:cNvPr id="828471" name="Rectangle 55">
            <a:extLst>
              <a:ext uri="{FF2B5EF4-FFF2-40B4-BE49-F238E27FC236}">
                <a16:creationId xmlns:a16="http://schemas.microsoft.com/office/drawing/2014/main" id="{534EF413-453F-20BE-6C0A-D83383CFFE29}"/>
              </a:ext>
            </a:extLst>
          </p:cNvPr>
          <p:cNvSpPr>
            <a:spLocks noChangeArrowheads="1"/>
          </p:cNvSpPr>
          <p:nvPr/>
        </p:nvSpPr>
        <p:spPr bwMode="auto">
          <a:xfrm>
            <a:off x="6126163" y="3810000"/>
            <a:ext cx="1082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{5, 4, 1 }</a:t>
            </a:r>
          </a:p>
        </p:txBody>
      </p:sp>
      <p:sp>
        <p:nvSpPr>
          <p:cNvPr id="828472" name="Rectangle 56">
            <a:extLst>
              <a:ext uri="{FF2B5EF4-FFF2-40B4-BE49-F238E27FC236}">
                <a16:creationId xmlns:a16="http://schemas.microsoft.com/office/drawing/2014/main" id="{AB0ED2EB-B020-FD6C-1C2E-9FA359CB0761}"/>
              </a:ext>
            </a:extLst>
          </p:cNvPr>
          <p:cNvSpPr>
            <a:spLocks noChangeArrowheads="1"/>
          </p:cNvSpPr>
          <p:nvPr/>
        </p:nvSpPr>
        <p:spPr bwMode="auto">
          <a:xfrm>
            <a:off x="1458913" y="4221163"/>
            <a:ext cx="1019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{5, 4,1 }</a:t>
            </a:r>
          </a:p>
        </p:txBody>
      </p:sp>
      <p:sp>
        <p:nvSpPr>
          <p:cNvPr id="828473" name="Rectangle 57">
            <a:extLst>
              <a:ext uri="{FF2B5EF4-FFF2-40B4-BE49-F238E27FC236}">
                <a16:creationId xmlns:a16="http://schemas.microsoft.com/office/drawing/2014/main" id="{C44E32F7-64C0-21B4-DB01-5C582FC0292F}"/>
              </a:ext>
            </a:extLst>
          </p:cNvPr>
          <p:cNvSpPr>
            <a:spLocks noChangeArrowheads="1"/>
          </p:cNvSpPr>
          <p:nvPr/>
        </p:nvSpPr>
        <p:spPr bwMode="auto">
          <a:xfrm>
            <a:off x="3948113" y="4221163"/>
            <a:ext cx="1082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{5, 3, 1 }</a:t>
            </a:r>
          </a:p>
        </p:txBody>
      </p:sp>
      <p:sp>
        <p:nvSpPr>
          <p:cNvPr id="828474" name="Rectangle 58">
            <a:extLst>
              <a:ext uri="{FF2B5EF4-FFF2-40B4-BE49-F238E27FC236}">
                <a16:creationId xmlns:a16="http://schemas.microsoft.com/office/drawing/2014/main" id="{CB223A0A-9D8E-5EB0-A870-F02AEE3D670B}"/>
              </a:ext>
            </a:extLst>
          </p:cNvPr>
          <p:cNvSpPr>
            <a:spLocks noChangeArrowheads="1"/>
          </p:cNvSpPr>
          <p:nvPr/>
        </p:nvSpPr>
        <p:spPr bwMode="auto">
          <a:xfrm>
            <a:off x="5819775" y="4221163"/>
            <a:ext cx="1901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{5, 4, 1, 2, 6, Y }</a:t>
            </a:r>
          </a:p>
        </p:txBody>
      </p:sp>
      <p:sp>
        <p:nvSpPr>
          <p:cNvPr id="828475" name="Rectangle 59">
            <a:extLst>
              <a:ext uri="{FF2B5EF4-FFF2-40B4-BE49-F238E27FC236}">
                <a16:creationId xmlns:a16="http://schemas.microsoft.com/office/drawing/2014/main" id="{ECA6D33A-4260-EF37-221A-E8EF66605AED}"/>
              </a:ext>
            </a:extLst>
          </p:cNvPr>
          <p:cNvSpPr>
            <a:spLocks noChangeArrowheads="1"/>
          </p:cNvSpPr>
          <p:nvPr/>
        </p:nvSpPr>
        <p:spPr bwMode="auto">
          <a:xfrm>
            <a:off x="1243013" y="4687888"/>
            <a:ext cx="1901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{5, 3, 1, 2, 6, Y }</a:t>
            </a:r>
          </a:p>
        </p:txBody>
      </p:sp>
      <p:sp>
        <p:nvSpPr>
          <p:cNvPr id="828476" name="Rectangle 60">
            <a:extLst>
              <a:ext uri="{FF2B5EF4-FFF2-40B4-BE49-F238E27FC236}">
                <a16:creationId xmlns:a16="http://schemas.microsoft.com/office/drawing/2014/main" id="{0CA818EB-C726-AEEC-A612-DFAE10074D22}"/>
              </a:ext>
            </a:extLst>
          </p:cNvPr>
          <p:cNvSpPr>
            <a:spLocks noChangeArrowheads="1"/>
          </p:cNvSpPr>
          <p:nvPr/>
        </p:nvSpPr>
        <p:spPr bwMode="auto">
          <a:xfrm>
            <a:off x="3660775" y="4687888"/>
            <a:ext cx="1901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{5, 3, 1, 2, 6, Y }</a:t>
            </a:r>
          </a:p>
        </p:txBody>
      </p:sp>
      <p:sp>
        <p:nvSpPr>
          <p:cNvPr id="828477" name="Rectangle 61">
            <a:extLst>
              <a:ext uri="{FF2B5EF4-FFF2-40B4-BE49-F238E27FC236}">
                <a16:creationId xmlns:a16="http://schemas.microsoft.com/office/drawing/2014/main" id="{B7B76D6D-8681-A1FC-B982-464CC7E6B7A8}"/>
              </a:ext>
            </a:extLst>
          </p:cNvPr>
          <p:cNvSpPr>
            <a:spLocks noChangeArrowheads="1"/>
          </p:cNvSpPr>
          <p:nvPr/>
        </p:nvSpPr>
        <p:spPr bwMode="auto">
          <a:xfrm>
            <a:off x="5827713" y="4687888"/>
            <a:ext cx="1647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{5, 4, 1, 6, Y }</a:t>
            </a:r>
          </a:p>
        </p:txBody>
      </p:sp>
      <p:sp>
        <p:nvSpPr>
          <p:cNvPr id="828478" name="Rectangle 62">
            <a:extLst>
              <a:ext uri="{FF2B5EF4-FFF2-40B4-BE49-F238E27FC236}">
                <a16:creationId xmlns:a16="http://schemas.microsoft.com/office/drawing/2014/main" id="{B3F64181-46D0-6B8A-A87D-BA1C7E04A923}"/>
              </a:ext>
            </a:extLst>
          </p:cNvPr>
          <p:cNvSpPr>
            <a:spLocks noChangeArrowheads="1"/>
          </p:cNvSpPr>
          <p:nvPr/>
        </p:nvSpPr>
        <p:spPr bwMode="auto">
          <a:xfrm>
            <a:off x="1268413" y="5164138"/>
            <a:ext cx="1838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{5, 4, 1, 2, 6, Y}</a:t>
            </a:r>
          </a:p>
        </p:txBody>
      </p:sp>
      <p:sp>
        <p:nvSpPr>
          <p:cNvPr id="828479" name="Rectangle 63">
            <a:extLst>
              <a:ext uri="{FF2B5EF4-FFF2-40B4-BE49-F238E27FC236}">
                <a16:creationId xmlns:a16="http://schemas.microsoft.com/office/drawing/2014/main" id="{688A22D1-15DC-CF44-4E1D-52B5B7B381C1}"/>
              </a:ext>
            </a:extLst>
          </p:cNvPr>
          <p:cNvSpPr>
            <a:spLocks noChangeArrowheads="1"/>
          </p:cNvSpPr>
          <p:nvPr/>
        </p:nvSpPr>
        <p:spPr bwMode="auto">
          <a:xfrm>
            <a:off x="3756025" y="5164138"/>
            <a:ext cx="1647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{5, 3, 1, 6, Y }</a:t>
            </a:r>
          </a:p>
        </p:txBody>
      </p:sp>
      <p:sp>
        <p:nvSpPr>
          <p:cNvPr id="828480" name="Rectangle 64">
            <a:extLst>
              <a:ext uri="{FF2B5EF4-FFF2-40B4-BE49-F238E27FC236}">
                <a16:creationId xmlns:a16="http://schemas.microsoft.com/office/drawing/2014/main" id="{BC1A7318-4EDB-0526-D5CB-67D4EC783785}"/>
              </a:ext>
            </a:extLst>
          </p:cNvPr>
          <p:cNvSpPr>
            <a:spLocks noChangeArrowheads="1"/>
          </p:cNvSpPr>
          <p:nvPr/>
        </p:nvSpPr>
        <p:spPr bwMode="auto">
          <a:xfrm>
            <a:off x="5772150" y="5164138"/>
            <a:ext cx="1901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{5, 4, 1, 2, 6, Y }</a:t>
            </a:r>
          </a:p>
        </p:txBody>
      </p:sp>
      <p:sp>
        <p:nvSpPr>
          <p:cNvPr id="828481" name="Rectangle 65">
            <a:extLst>
              <a:ext uri="{FF2B5EF4-FFF2-40B4-BE49-F238E27FC236}">
                <a16:creationId xmlns:a16="http://schemas.microsoft.com/office/drawing/2014/main" id="{310CEFE5-4E6E-C1E7-0426-C769DA43B5E7}"/>
              </a:ext>
            </a:extLst>
          </p:cNvPr>
          <p:cNvSpPr>
            <a:spLocks noChangeArrowheads="1"/>
          </p:cNvSpPr>
          <p:nvPr/>
        </p:nvSpPr>
        <p:spPr bwMode="auto">
          <a:xfrm>
            <a:off x="1262063" y="5570538"/>
            <a:ext cx="1647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{5, 4, 1,  6, Y}</a:t>
            </a:r>
          </a:p>
        </p:txBody>
      </p:sp>
      <p:sp>
        <p:nvSpPr>
          <p:cNvPr id="828482" name="Rectangle 66">
            <a:extLst>
              <a:ext uri="{FF2B5EF4-FFF2-40B4-BE49-F238E27FC236}">
                <a16:creationId xmlns:a16="http://schemas.microsoft.com/office/drawing/2014/main" id="{5B383ACC-B093-66E7-0364-6154956CBCCE}"/>
              </a:ext>
            </a:extLst>
          </p:cNvPr>
          <p:cNvSpPr>
            <a:spLocks noChangeArrowheads="1"/>
          </p:cNvSpPr>
          <p:nvPr/>
        </p:nvSpPr>
        <p:spPr bwMode="auto">
          <a:xfrm>
            <a:off x="3822700" y="5570538"/>
            <a:ext cx="1647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{5, 3, 1, 6, Y }</a:t>
            </a:r>
          </a:p>
        </p:txBody>
      </p:sp>
      <p:sp>
        <p:nvSpPr>
          <p:cNvPr id="828483" name="Rectangle 67">
            <a:extLst>
              <a:ext uri="{FF2B5EF4-FFF2-40B4-BE49-F238E27FC236}">
                <a16:creationId xmlns:a16="http://schemas.microsoft.com/office/drawing/2014/main" id="{6ACBF417-C56B-5FFA-A493-87E3C7A8CB2B}"/>
              </a:ext>
            </a:extLst>
          </p:cNvPr>
          <p:cNvSpPr>
            <a:spLocks noChangeArrowheads="1"/>
          </p:cNvSpPr>
          <p:nvPr/>
        </p:nvSpPr>
        <p:spPr bwMode="auto">
          <a:xfrm>
            <a:off x="5838825" y="5570538"/>
            <a:ext cx="1901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{5, 4, 1, 2, 6, Y }</a:t>
            </a:r>
          </a:p>
        </p:txBody>
      </p:sp>
      <p:sp>
        <p:nvSpPr>
          <p:cNvPr id="828484" name="Rectangle 68">
            <a:extLst>
              <a:ext uri="{FF2B5EF4-FFF2-40B4-BE49-F238E27FC236}">
                <a16:creationId xmlns:a16="http://schemas.microsoft.com/office/drawing/2014/main" id="{783D853A-CB48-6A55-3E26-F51066BB2CF5}"/>
              </a:ext>
            </a:extLst>
          </p:cNvPr>
          <p:cNvSpPr>
            <a:spLocks noChangeArrowheads="1"/>
          </p:cNvSpPr>
          <p:nvPr/>
        </p:nvSpPr>
        <p:spPr bwMode="auto">
          <a:xfrm>
            <a:off x="1316038" y="6021388"/>
            <a:ext cx="1647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{5, 3, 1, 6, Y }</a:t>
            </a:r>
          </a:p>
        </p:txBody>
      </p:sp>
      <p:sp>
        <p:nvSpPr>
          <p:cNvPr id="828485" name="Rectangle 69">
            <a:extLst>
              <a:ext uri="{FF2B5EF4-FFF2-40B4-BE49-F238E27FC236}">
                <a16:creationId xmlns:a16="http://schemas.microsoft.com/office/drawing/2014/main" id="{25893075-D6FB-AA50-390D-8BFC951C55F5}"/>
              </a:ext>
            </a:extLst>
          </p:cNvPr>
          <p:cNvSpPr>
            <a:spLocks noChangeArrowheads="1"/>
          </p:cNvSpPr>
          <p:nvPr/>
        </p:nvSpPr>
        <p:spPr bwMode="auto">
          <a:xfrm>
            <a:off x="3660775" y="6021388"/>
            <a:ext cx="1901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{5, 3, 1, 2, 6, Y }</a:t>
            </a:r>
          </a:p>
        </p:txBody>
      </p:sp>
      <p:sp>
        <p:nvSpPr>
          <p:cNvPr id="828486" name="Rectangle 70">
            <a:extLst>
              <a:ext uri="{FF2B5EF4-FFF2-40B4-BE49-F238E27FC236}">
                <a16:creationId xmlns:a16="http://schemas.microsoft.com/office/drawing/2014/main" id="{81E96FC8-ED41-A337-37C8-99227BC8CE67}"/>
              </a:ext>
            </a:extLst>
          </p:cNvPr>
          <p:cNvSpPr>
            <a:spLocks noChangeArrowheads="1"/>
          </p:cNvSpPr>
          <p:nvPr/>
        </p:nvSpPr>
        <p:spPr bwMode="auto">
          <a:xfrm>
            <a:off x="5827713" y="6021388"/>
            <a:ext cx="1647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{5, 4, 1, 6, Y }</a:t>
            </a:r>
          </a:p>
        </p:txBody>
      </p:sp>
      <p:sp>
        <p:nvSpPr>
          <p:cNvPr id="74823" name="Line 71">
            <a:extLst>
              <a:ext uri="{FF2B5EF4-FFF2-40B4-BE49-F238E27FC236}">
                <a16:creationId xmlns:a16="http://schemas.microsoft.com/office/drawing/2014/main" id="{0DF771BB-FE7D-4DAA-9FB4-706EFBB24B49}"/>
              </a:ext>
            </a:extLst>
          </p:cNvPr>
          <p:cNvSpPr>
            <a:spLocks noChangeShapeType="1"/>
          </p:cNvSpPr>
          <p:nvPr/>
        </p:nvSpPr>
        <p:spPr bwMode="auto">
          <a:xfrm>
            <a:off x="1211263" y="2963863"/>
            <a:ext cx="6480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24" name="Line 72">
            <a:extLst>
              <a:ext uri="{FF2B5EF4-FFF2-40B4-BE49-F238E27FC236}">
                <a16:creationId xmlns:a16="http://schemas.microsoft.com/office/drawing/2014/main" id="{85C46A58-EF18-F8D3-B57B-F37515598A52}"/>
              </a:ext>
            </a:extLst>
          </p:cNvPr>
          <p:cNvSpPr>
            <a:spLocks noChangeShapeType="1"/>
          </p:cNvSpPr>
          <p:nvPr/>
        </p:nvSpPr>
        <p:spPr bwMode="auto">
          <a:xfrm>
            <a:off x="1211263" y="3789363"/>
            <a:ext cx="6480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25" name="Line 73">
            <a:extLst>
              <a:ext uri="{FF2B5EF4-FFF2-40B4-BE49-F238E27FC236}">
                <a16:creationId xmlns:a16="http://schemas.microsoft.com/office/drawing/2014/main" id="{7D6EB7B2-7B35-447E-1767-3936FE346FCE}"/>
              </a:ext>
            </a:extLst>
          </p:cNvPr>
          <p:cNvSpPr>
            <a:spLocks noChangeShapeType="1"/>
          </p:cNvSpPr>
          <p:nvPr/>
        </p:nvSpPr>
        <p:spPr bwMode="auto">
          <a:xfrm>
            <a:off x="1211263" y="4221163"/>
            <a:ext cx="6480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26" name="Line 74">
            <a:extLst>
              <a:ext uri="{FF2B5EF4-FFF2-40B4-BE49-F238E27FC236}">
                <a16:creationId xmlns:a16="http://schemas.microsoft.com/office/drawing/2014/main" id="{1CB60A18-0185-F3FD-B94A-0264F325DC7B}"/>
              </a:ext>
            </a:extLst>
          </p:cNvPr>
          <p:cNvSpPr>
            <a:spLocks noChangeShapeType="1"/>
          </p:cNvSpPr>
          <p:nvPr/>
        </p:nvSpPr>
        <p:spPr bwMode="auto">
          <a:xfrm>
            <a:off x="1211263" y="4672013"/>
            <a:ext cx="6480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27" name="Line 75">
            <a:extLst>
              <a:ext uri="{FF2B5EF4-FFF2-40B4-BE49-F238E27FC236}">
                <a16:creationId xmlns:a16="http://schemas.microsoft.com/office/drawing/2014/main" id="{D9E3D7CA-F53E-F316-29C3-774EBDD13D9F}"/>
              </a:ext>
            </a:extLst>
          </p:cNvPr>
          <p:cNvSpPr>
            <a:spLocks noChangeShapeType="1"/>
          </p:cNvSpPr>
          <p:nvPr/>
        </p:nvSpPr>
        <p:spPr bwMode="auto">
          <a:xfrm>
            <a:off x="1211263" y="5157788"/>
            <a:ext cx="6480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28" name="Line 76">
            <a:extLst>
              <a:ext uri="{FF2B5EF4-FFF2-40B4-BE49-F238E27FC236}">
                <a16:creationId xmlns:a16="http://schemas.microsoft.com/office/drawing/2014/main" id="{5FE107BB-229E-802E-46E0-43E61B5164E3}"/>
              </a:ext>
            </a:extLst>
          </p:cNvPr>
          <p:cNvSpPr>
            <a:spLocks noChangeShapeType="1"/>
          </p:cNvSpPr>
          <p:nvPr/>
        </p:nvSpPr>
        <p:spPr bwMode="auto">
          <a:xfrm>
            <a:off x="1211263" y="5589588"/>
            <a:ext cx="6480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29" name="Line 77">
            <a:extLst>
              <a:ext uri="{FF2B5EF4-FFF2-40B4-BE49-F238E27FC236}">
                <a16:creationId xmlns:a16="http://schemas.microsoft.com/office/drawing/2014/main" id="{7CA95817-68CB-30AB-BF2B-2D89990413D3}"/>
              </a:ext>
            </a:extLst>
          </p:cNvPr>
          <p:cNvSpPr>
            <a:spLocks noChangeShapeType="1"/>
          </p:cNvSpPr>
          <p:nvPr/>
        </p:nvSpPr>
        <p:spPr bwMode="auto">
          <a:xfrm>
            <a:off x="1211263" y="6021388"/>
            <a:ext cx="6480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30" name="Line 78">
            <a:extLst>
              <a:ext uri="{FF2B5EF4-FFF2-40B4-BE49-F238E27FC236}">
                <a16:creationId xmlns:a16="http://schemas.microsoft.com/office/drawing/2014/main" id="{2850D162-1964-DEDD-D39F-FCBBDF96A03F}"/>
              </a:ext>
            </a:extLst>
          </p:cNvPr>
          <p:cNvSpPr>
            <a:spLocks noChangeShapeType="1"/>
          </p:cNvSpPr>
          <p:nvPr/>
        </p:nvSpPr>
        <p:spPr bwMode="auto">
          <a:xfrm>
            <a:off x="1211263" y="6453188"/>
            <a:ext cx="64801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31" name="Line 79">
            <a:extLst>
              <a:ext uri="{FF2B5EF4-FFF2-40B4-BE49-F238E27FC236}">
                <a16:creationId xmlns:a16="http://schemas.microsoft.com/office/drawing/2014/main" id="{5C1DC1DF-925D-10C3-ACDC-45CB84EE2BE5}"/>
              </a:ext>
            </a:extLst>
          </p:cNvPr>
          <p:cNvSpPr>
            <a:spLocks noChangeShapeType="1"/>
          </p:cNvSpPr>
          <p:nvPr/>
        </p:nvSpPr>
        <p:spPr bwMode="auto">
          <a:xfrm>
            <a:off x="7705725" y="2933700"/>
            <a:ext cx="0" cy="3529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32" name="Line 80">
            <a:extLst>
              <a:ext uri="{FF2B5EF4-FFF2-40B4-BE49-F238E27FC236}">
                <a16:creationId xmlns:a16="http://schemas.microsoft.com/office/drawing/2014/main" id="{9B142CDC-B41A-4B7D-19B0-69169A46B13A}"/>
              </a:ext>
            </a:extLst>
          </p:cNvPr>
          <p:cNvSpPr>
            <a:spLocks noChangeShapeType="1"/>
          </p:cNvSpPr>
          <p:nvPr/>
        </p:nvSpPr>
        <p:spPr bwMode="auto">
          <a:xfrm>
            <a:off x="1211263" y="2933700"/>
            <a:ext cx="0" cy="3529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33" name="Line 81">
            <a:extLst>
              <a:ext uri="{FF2B5EF4-FFF2-40B4-BE49-F238E27FC236}">
                <a16:creationId xmlns:a16="http://schemas.microsoft.com/office/drawing/2014/main" id="{53F365F5-CE90-DC74-C618-FC3A67678B88}"/>
              </a:ext>
            </a:extLst>
          </p:cNvPr>
          <p:cNvSpPr>
            <a:spLocks noChangeShapeType="1"/>
          </p:cNvSpPr>
          <p:nvPr/>
        </p:nvSpPr>
        <p:spPr bwMode="auto">
          <a:xfrm>
            <a:off x="3371850" y="2924175"/>
            <a:ext cx="0" cy="3529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834" name="灯片编号占位符 81">
            <a:extLst>
              <a:ext uri="{FF2B5EF4-FFF2-40B4-BE49-F238E27FC236}">
                <a16:creationId xmlns:a16="http://schemas.microsoft.com/office/drawing/2014/main" id="{CC1FD1C4-21AA-5328-A48C-CE57EBA285E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DF1064A0-BEB0-6D40-B38E-970197AAAD9C}"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63</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28466"/>
                                        </p:tgtEl>
                                        <p:attrNameLst>
                                          <p:attrName>style.visibility</p:attrName>
                                        </p:attrNameLst>
                                      </p:cBhvr>
                                      <p:to>
                                        <p:strVal val="visible"/>
                                      </p:to>
                                    </p:set>
                                    <p:animEffect transition="in" filter="blinds(horizontal)">
                                      <p:cBhvr>
                                        <p:cTn id="7" dur="500"/>
                                        <p:tgtEl>
                                          <p:spTgt spid="8284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28467"/>
                                        </p:tgtEl>
                                        <p:attrNameLst>
                                          <p:attrName>style.visibility</p:attrName>
                                        </p:attrNameLst>
                                      </p:cBhvr>
                                      <p:to>
                                        <p:strVal val="visible"/>
                                      </p:to>
                                    </p:set>
                                    <p:animEffect transition="in" filter="blinds(horizontal)">
                                      <p:cBhvr>
                                        <p:cTn id="12" dur="500"/>
                                        <p:tgtEl>
                                          <p:spTgt spid="82846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828468"/>
                                        </p:tgtEl>
                                        <p:attrNameLst>
                                          <p:attrName>style.visibility</p:attrName>
                                        </p:attrNameLst>
                                      </p:cBhvr>
                                      <p:to>
                                        <p:strVal val="visible"/>
                                      </p:to>
                                    </p:set>
                                    <p:animEffect transition="in" filter="blinds(horizontal)">
                                      <p:cBhvr>
                                        <p:cTn id="17" dur="500"/>
                                        <p:tgtEl>
                                          <p:spTgt spid="8284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828469"/>
                                        </p:tgtEl>
                                        <p:attrNameLst>
                                          <p:attrName>style.visibility</p:attrName>
                                        </p:attrNameLst>
                                      </p:cBhvr>
                                      <p:to>
                                        <p:strVal val="visible"/>
                                      </p:to>
                                    </p:set>
                                    <p:animEffect transition="in" filter="blinds(horizontal)">
                                      <p:cBhvr>
                                        <p:cTn id="22" dur="500"/>
                                        <p:tgtEl>
                                          <p:spTgt spid="82846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828470"/>
                                        </p:tgtEl>
                                        <p:attrNameLst>
                                          <p:attrName>style.visibility</p:attrName>
                                        </p:attrNameLst>
                                      </p:cBhvr>
                                      <p:to>
                                        <p:strVal val="visible"/>
                                      </p:to>
                                    </p:set>
                                    <p:animEffect transition="in" filter="blinds(horizontal)">
                                      <p:cBhvr>
                                        <p:cTn id="27" dur="500"/>
                                        <p:tgtEl>
                                          <p:spTgt spid="82847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828471"/>
                                        </p:tgtEl>
                                        <p:attrNameLst>
                                          <p:attrName>style.visibility</p:attrName>
                                        </p:attrNameLst>
                                      </p:cBhvr>
                                      <p:to>
                                        <p:strVal val="visible"/>
                                      </p:to>
                                    </p:set>
                                    <p:animEffect transition="in" filter="blinds(horizontal)">
                                      <p:cBhvr>
                                        <p:cTn id="32" dur="500"/>
                                        <p:tgtEl>
                                          <p:spTgt spid="82847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828472"/>
                                        </p:tgtEl>
                                        <p:attrNameLst>
                                          <p:attrName>style.visibility</p:attrName>
                                        </p:attrNameLst>
                                      </p:cBhvr>
                                      <p:to>
                                        <p:strVal val="visible"/>
                                      </p:to>
                                    </p:set>
                                    <p:animEffect transition="in" filter="blinds(horizontal)">
                                      <p:cBhvr>
                                        <p:cTn id="37" dur="500"/>
                                        <p:tgtEl>
                                          <p:spTgt spid="82847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828473"/>
                                        </p:tgtEl>
                                        <p:attrNameLst>
                                          <p:attrName>style.visibility</p:attrName>
                                        </p:attrNameLst>
                                      </p:cBhvr>
                                      <p:to>
                                        <p:strVal val="visible"/>
                                      </p:to>
                                    </p:set>
                                    <p:animEffect transition="in" filter="blinds(horizontal)">
                                      <p:cBhvr>
                                        <p:cTn id="42" dur="500"/>
                                        <p:tgtEl>
                                          <p:spTgt spid="82847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828474"/>
                                        </p:tgtEl>
                                        <p:attrNameLst>
                                          <p:attrName>style.visibility</p:attrName>
                                        </p:attrNameLst>
                                      </p:cBhvr>
                                      <p:to>
                                        <p:strVal val="visible"/>
                                      </p:to>
                                    </p:set>
                                    <p:animEffect transition="in" filter="blinds(horizontal)">
                                      <p:cBhvr>
                                        <p:cTn id="47" dur="500"/>
                                        <p:tgtEl>
                                          <p:spTgt spid="82847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828475"/>
                                        </p:tgtEl>
                                        <p:attrNameLst>
                                          <p:attrName>style.visibility</p:attrName>
                                        </p:attrNameLst>
                                      </p:cBhvr>
                                      <p:to>
                                        <p:strVal val="visible"/>
                                      </p:to>
                                    </p:set>
                                    <p:animEffect transition="in" filter="blinds(horizontal)">
                                      <p:cBhvr>
                                        <p:cTn id="52" dur="500"/>
                                        <p:tgtEl>
                                          <p:spTgt spid="82847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828476"/>
                                        </p:tgtEl>
                                        <p:attrNameLst>
                                          <p:attrName>style.visibility</p:attrName>
                                        </p:attrNameLst>
                                      </p:cBhvr>
                                      <p:to>
                                        <p:strVal val="visible"/>
                                      </p:to>
                                    </p:set>
                                    <p:animEffect transition="in" filter="blinds(horizontal)">
                                      <p:cBhvr>
                                        <p:cTn id="57" dur="500"/>
                                        <p:tgtEl>
                                          <p:spTgt spid="82847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828477"/>
                                        </p:tgtEl>
                                        <p:attrNameLst>
                                          <p:attrName>style.visibility</p:attrName>
                                        </p:attrNameLst>
                                      </p:cBhvr>
                                      <p:to>
                                        <p:strVal val="visible"/>
                                      </p:to>
                                    </p:set>
                                    <p:animEffect transition="in" filter="blinds(horizontal)">
                                      <p:cBhvr>
                                        <p:cTn id="62" dur="500"/>
                                        <p:tgtEl>
                                          <p:spTgt spid="82847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828478"/>
                                        </p:tgtEl>
                                        <p:attrNameLst>
                                          <p:attrName>style.visibility</p:attrName>
                                        </p:attrNameLst>
                                      </p:cBhvr>
                                      <p:to>
                                        <p:strVal val="visible"/>
                                      </p:to>
                                    </p:set>
                                    <p:animEffect transition="in" filter="blinds(horizontal)">
                                      <p:cBhvr>
                                        <p:cTn id="67" dur="500"/>
                                        <p:tgtEl>
                                          <p:spTgt spid="82847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nodeType="clickEffect">
                                  <p:stCondLst>
                                    <p:cond delay="0"/>
                                  </p:stCondLst>
                                  <p:childTnLst>
                                    <p:set>
                                      <p:cBhvr>
                                        <p:cTn id="71" dur="1" fill="hold">
                                          <p:stCondLst>
                                            <p:cond delay="0"/>
                                          </p:stCondLst>
                                        </p:cTn>
                                        <p:tgtEl>
                                          <p:spTgt spid="828479"/>
                                        </p:tgtEl>
                                        <p:attrNameLst>
                                          <p:attrName>style.visibility</p:attrName>
                                        </p:attrNameLst>
                                      </p:cBhvr>
                                      <p:to>
                                        <p:strVal val="visible"/>
                                      </p:to>
                                    </p:set>
                                    <p:animEffect transition="in" filter="blinds(horizontal)">
                                      <p:cBhvr>
                                        <p:cTn id="72" dur="500"/>
                                        <p:tgtEl>
                                          <p:spTgt spid="828479"/>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nodeType="clickEffect">
                                  <p:stCondLst>
                                    <p:cond delay="0"/>
                                  </p:stCondLst>
                                  <p:childTnLst>
                                    <p:set>
                                      <p:cBhvr>
                                        <p:cTn id="76" dur="1" fill="hold">
                                          <p:stCondLst>
                                            <p:cond delay="0"/>
                                          </p:stCondLst>
                                        </p:cTn>
                                        <p:tgtEl>
                                          <p:spTgt spid="828480"/>
                                        </p:tgtEl>
                                        <p:attrNameLst>
                                          <p:attrName>style.visibility</p:attrName>
                                        </p:attrNameLst>
                                      </p:cBhvr>
                                      <p:to>
                                        <p:strVal val="visible"/>
                                      </p:to>
                                    </p:set>
                                    <p:animEffect transition="in" filter="blinds(horizontal)">
                                      <p:cBhvr>
                                        <p:cTn id="77" dur="500"/>
                                        <p:tgtEl>
                                          <p:spTgt spid="828480"/>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nodeType="clickEffect">
                                  <p:stCondLst>
                                    <p:cond delay="0"/>
                                  </p:stCondLst>
                                  <p:childTnLst>
                                    <p:set>
                                      <p:cBhvr>
                                        <p:cTn id="81" dur="1" fill="hold">
                                          <p:stCondLst>
                                            <p:cond delay="0"/>
                                          </p:stCondLst>
                                        </p:cTn>
                                        <p:tgtEl>
                                          <p:spTgt spid="828481"/>
                                        </p:tgtEl>
                                        <p:attrNameLst>
                                          <p:attrName>style.visibility</p:attrName>
                                        </p:attrNameLst>
                                      </p:cBhvr>
                                      <p:to>
                                        <p:strVal val="visible"/>
                                      </p:to>
                                    </p:set>
                                    <p:animEffect transition="in" filter="blinds(horizontal)">
                                      <p:cBhvr>
                                        <p:cTn id="82" dur="500"/>
                                        <p:tgtEl>
                                          <p:spTgt spid="828481"/>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nodeType="clickEffect">
                                  <p:stCondLst>
                                    <p:cond delay="0"/>
                                  </p:stCondLst>
                                  <p:childTnLst>
                                    <p:set>
                                      <p:cBhvr>
                                        <p:cTn id="86" dur="1" fill="hold">
                                          <p:stCondLst>
                                            <p:cond delay="0"/>
                                          </p:stCondLst>
                                        </p:cTn>
                                        <p:tgtEl>
                                          <p:spTgt spid="828482"/>
                                        </p:tgtEl>
                                        <p:attrNameLst>
                                          <p:attrName>style.visibility</p:attrName>
                                        </p:attrNameLst>
                                      </p:cBhvr>
                                      <p:to>
                                        <p:strVal val="visible"/>
                                      </p:to>
                                    </p:set>
                                    <p:animEffect transition="in" filter="blinds(horizontal)">
                                      <p:cBhvr>
                                        <p:cTn id="87" dur="500"/>
                                        <p:tgtEl>
                                          <p:spTgt spid="828482"/>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3" presetClass="entr" presetSubtype="10" fill="hold" nodeType="clickEffect">
                                  <p:stCondLst>
                                    <p:cond delay="0"/>
                                  </p:stCondLst>
                                  <p:childTnLst>
                                    <p:set>
                                      <p:cBhvr>
                                        <p:cTn id="91" dur="1" fill="hold">
                                          <p:stCondLst>
                                            <p:cond delay="0"/>
                                          </p:stCondLst>
                                        </p:cTn>
                                        <p:tgtEl>
                                          <p:spTgt spid="828483"/>
                                        </p:tgtEl>
                                        <p:attrNameLst>
                                          <p:attrName>style.visibility</p:attrName>
                                        </p:attrNameLst>
                                      </p:cBhvr>
                                      <p:to>
                                        <p:strVal val="visible"/>
                                      </p:to>
                                    </p:set>
                                    <p:animEffect transition="in" filter="blinds(horizontal)">
                                      <p:cBhvr>
                                        <p:cTn id="92" dur="500"/>
                                        <p:tgtEl>
                                          <p:spTgt spid="828483"/>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3" presetClass="entr" presetSubtype="10" fill="hold" nodeType="clickEffect">
                                  <p:stCondLst>
                                    <p:cond delay="0"/>
                                  </p:stCondLst>
                                  <p:childTnLst>
                                    <p:set>
                                      <p:cBhvr>
                                        <p:cTn id="96" dur="1" fill="hold">
                                          <p:stCondLst>
                                            <p:cond delay="0"/>
                                          </p:stCondLst>
                                        </p:cTn>
                                        <p:tgtEl>
                                          <p:spTgt spid="828484"/>
                                        </p:tgtEl>
                                        <p:attrNameLst>
                                          <p:attrName>style.visibility</p:attrName>
                                        </p:attrNameLst>
                                      </p:cBhvr>
                                      <p:to>
                                        <p:strVal val="visible"/>
                                      </p:to>
                                    </p:set>
                                    <p:animEffect transition="in" filter="blinds(horizontal)">
                                      <p:cBhvr>
                                        <p:cTn id="97" dur="500"/>
                                        <p:tgtEl>
                                          <p:spTgt spid="828484"/>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3" presetClass="entr" presetSubtype="10" fill="hold" nodeType="clickEffect">
                                  <p:stCondLst>
                                    <p:cond delay="0"/>
                                  </p:stCondLst>
                                  <p:childTnLst>
                                    <p:set>
                                      <p:cBhvr>
                                        <p:cTn id="101" dur="1" fill="hold">
                                          <p:stCondLst>
                                            <p:cond delay="0"/>
                                          </p:stCondLst>
                                        </p:cTn>
                                        <p:tgtEl>
                                          <p:spTgt spid="828485"/>
                                        </p:tgtEl>
                                        <p:attrNameLst>
                                          <p:attrName>style.visibility</p:attrName>
                                        </p:attrNameLst>
                                      </p:cBhvr>
                                      <p:to>
                                        <p:strVal val="visible"/>
                                      </p:to>
                                    </p:set>
                                    <p:animEffect transition="in" filter="blinds(horizontal)">
                                      <p:cBhvr>
                                        <p:cTn id="102" dur="500"/>
                                        <p:tgtEl>
                                          <p:spTgt spid="828485"/>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3" presetClass="entr" presetSubtype="10" fill="hold" nodeType="clickEffect">
                                  <p:stCondLst>
                                    <p:cond delay="0"/>
                                  </p:stCondLst>
                                  <p:childTnLst>
                                    <p:set>
                                      <p:cBhvr>
                                        <p:cTn id="106" dur="1" fill="hold">
                                          <p:stCondLst>
                                            <p:cond delay="0"/>
                                          </p:stCondLst>
                                        </p:cTn>
                                        <p:tgtEl>
                                          <p:spTgt spid="828486"/>
                                        </p:tgtEl>
                                        <p:attrNameLst>
                                          <p:attrName>style.visibility</p:attrName>
                                        </p:attrNameLst>
                                      </p:cBhvr>
                                      <p:to>
                                        <p:strVal val="visible"/>
                                      </p:to>
                                    </p:set>
                                    <p:animEffect transition="in" filter="blinds(horizontal)">
                                      <p:cBhvr>
                                        <p:cTn id="107" dur="500"/>
                                        <p:tgtEl>
                                          <p:spTgt spid="8284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8466" grpId="0"/>
      <p:bldP spid="828467" grpId="0"/>
      <p:bldP spid="828468" grpId="0"/>
      <p:bldP spid="828469" grpId="0"/>
      <p:bldP spid="828470" grpId="0"/>
      <p:bldP spid="828471" grpId="0"/>
      <p:bldP spid="828472" grpId="0"/>
      <p:bldP spid="828473" grpId="0"/>
      <p:bldP spid="828474" grpId="0"/>
      <p:bldP spid="828475" grpId="0"/>
      <p:bldP spid="828476" grpId="0"/>
      <p:bldP spid="828477" grpId="0"/>
      <p:bldP spid="828478" grpId="0"/>
      <p:bldP spid="828479" grpId="0"/>
      <p:bldP spid="828480" grpId="0"/>
      <p:bldP spid="828481" grpId="0"/>
      <p:bldP spid="828482" grpId="0"/>
      <p:bldP spid="828483" grpId="0"/>
      <p:bldP spid="828484" grpId="0"/>
      <p:bldP spid="828485" grpId="0"/>
      <p:bldP spid="82848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8493A67A-693E-910D-DDE7-6278808EF359}"/>
              </a:ext>
            </a:extLst>
          </p:cNvPr>
          <p:cNvSpPr>
            <a:spLocks noChangeArrowheads="1"/>
          </p:cNvSpPr>
          <p:nvPr/>
        </p:nvSpPr>
        <p:spPr bwMode="auto">
          <a:xfrm>
            <a:off x="395288" y="260350"/>
            <a:ext cx="63373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2075" tIns="46038" rIns="92075" bIns="46038">
            <a:spAutoFit/>
          </a:bodyPr>
          <a:lstStyle>
            <a:lvl1pPr marL="457200" indent="-457200">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endParaRPr kumimoji="1" lang="en-US" altLang="zh-CN" sz="2400">
              <a:ea typeface="宋体" panose="02010600030101010101" pitchFamily="2" charset="-122"/>
            </a:endParaRPr>
          </a:p>
          <a:p>
            <a:pPr eaLnBrk="1" hangingPunct="1">
              <a:spcBef>
                <a:spcPct val="0"/>
              </a:spcBef>
              <a:buClrTx/>
              <a:buSzTx/>
              <a:buFontTx/>
              <a:buNone/>
            </a:pPr>
            <a:r>
              <a:rPr kumimoji="1" lang="en-US" altLang="zh-CN" sz="2400">
                <a:ea typeface="宋体" panose="02010600030101010101" pitchFamily="2" charset="-122"/>
              </a:rPr>
              <a:t>3</a:t>
            </a:r>
            <a:r>
              <a:rPr kumimoji="1" lang="zh-CN" altLang="en-US" sz="2400">
                <a:ea typeface="宋体" panose="02010600030101010101" pitchFamily="2" charset="-122"/>
              </a:rPr>
              <a:t>）对状态子集重新命名得新状态转换矩阵      </a:t>
            </a:r>
          </a:p>
        </p:txBody>
      </p:sp>
      <p:sp>
        <p:nvSpPr>
          <p:cNvPr id="75779" name="Rectangle 3">
            <a:extLst>
              <a:ext uri="{FF2B5EF4-FFF2-40B4-BE49-F238E27FC236}">
                <a16:creationId xmlns:a16="http://schemas.microsoft.com/office/drawing/2014/main" id="{D737D458-AC0E-C7A6-7416-9C5D19A38AD1}"/>
              </a:ext>
            </a:extLst>
          </p:cNvPr>
          <p:cNvSpPr>
            <a:spLocks noChangeArrowheads="1"/>
          </p:cNvSpPr>
          <p:nvPr/>
        </p:nvSpPr>
        <p:spPr bwMode="auto">
          <a:xfrm>
            <a:off x="244475" y="1123950"/>
            <a:ext cx="5168900" cy="3187700"/>
          </a:xfrm>
          <a:prstGeom prst="rect">
            <a:avLst/>
          </a:prstGeom>
          <a:solidFill>
            <a:schemeClr val="accent1"/>
          </a:solidFill>
          <a:ln w="12700">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75780" name="Line 4">
            <a:extLst>
              <a:ext uri="{FF2B5EF4-FFF2-40B4-BE49-F238E27FC236}">
                <a16:creationId xmlns:a16="http://schemas.microsoft.com/office/drawing/2014/main" id="{25C25CDB-8F75-99FE-1D67-DCBCD24511C8}"/>
              </a:ext>
            </a:extLst>
          </p:cNvPr>
          <p:cNvSpPr>
            <a:spLocks noChangeShapeType="1"/>
          </p:cNvSpPr>
          <p:nvPr/>
        </p:nvSpPr>
        <p:spPr bwMode="auto">
          <a:xfrm>
            <a:off x="250825" y="1484313"/>
            <a:ext cx="5181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1" name="Line 5">
            <a:extLst>
              <a:ext uri="{FF2B5EF4-FFF2-40B4-BE49-F238E27FC236}">
                <a16:creationId xmlns:a16="http://schemas.microsoft.com/office/drawing/2014/main" id="{45278F34-7418-5984-3888-6404CD38B6AB}"/>
              </a:ext>
            </a:extLst>
          </p:cNvPr>
          <p:cNvSpPr>
            <a:spLocks noChangeShapeType="1"/>
          </p:cNvSpPr>
          <p:nvPr/>
        </p:nvSpPr>
        <p:spPr bwMode="auto">
          <a:xfrm>
            <a:off x="250825" y="2635250"/>
            <a:ext cx="5181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2" name="Line 6">
            <a:extLst>
              <a:ext uri="{FF2B5EF4-FFF2-40B4-BE49-F238E27FC236}">
                <a16:creationId xmlns:a16="http://schemas.microsoft.com/office/drawing/2014/main" id="{54D6B0E7-62E6-9A02-1E5C-85421AE1874A}"/>
              </a:ext>
            </a:extLst>
          </p:cNvPr>
          <p:cNvSpPr>
            <a:spLocks noChangeShapeType="1"/>
          </p:cNvSpPr>
          <p:nvPr/>
        </p:nvSpPr>
        <p:spPr bwMode="auto">
          <a:xfrm>
            <a:off x="250825" y="1887538"/>
            <a:ext cx="5181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3" name="Line 7">
            <a:extLst>
              <a:ext uri="{FF2B5EF4-FFF2-40B4-BE49-F238E27FC236}">
                <a16:creationId xmlns:a16="http://schemas.microsoft.com/office/drawing/2014/main" id="{573CE946-9ED9-92B0-2C49-C70234FC1D3F}"/>
              </a:ext>
            </a:extLst>
          </p:cNvPr>
          <p:cNvSpPr>
            <a:spLocks noChangeShapeType="1"/>
          </p:cNvSpPr>
          <p:nvPr/>
        </p:nvSpPr>
        <p:spPr bwMode="auto">
          <a:xfrm>
            <a:off x="250825" y="2203450"/>
            <a:ext cx="5181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4" name="Line 8">
            <a:extLst>
              <a:ext uri="{FF2B5EF4-FFF2-40B4-BE49-F238E27FC236}">
                <a16:creationId xmlns:a16="http://schemas.microsoft.com/office/drawing/2014/main" id="{2EFE5427-1B4E-CF7A-90CE-CF5BDB35B320}"/>
              </a:ext>
            </a:extLst>
          </p:cNvPr>
          <p:cNvSpPr>
            <a:spLocks noChangeShapeType="1"/>
          </p:cNvSpPr>
          <p:nvPr/>
        </p:nvSpPr>
        <p:spPr bwMode="auto">
          <a:xfrm>
            <a:off x="250825" y="2995613"/>
            <a:ext cx="5181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5" name="Line 9">
            <a:extLst>
              <a:ext uri="{FF2B5EF4-FFF2-40B4-BE49-F238E27FC236}">
                <a16:creationId xmlns:a16="http://schemas.microsoft.com/office/drawing/2014/main" id="{FECDA26C-4DA5-08E5-B0A3-BCDC79F17DE6}"/>
              </a:ext>
            </a:extLst>
          </p:cNvPr>
          <p:cNvSpPr>
            <a:spLocks noChangeShapeType="1"/>
          </p:cNvSpPr>
          <p:nvPr/>
        </p:nvSpPr>
        <p:spPr bwMode="auto">
          <a:xfrm flipV="1">
            <a:off x="250825" y="3429000"/>
            <a:ext cx="5184775" cy="158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6" name="Line 10">
            <a:extLst>
              <a:ext uri="{FF2B5EF4-FFF2-40B4-BE49-F238E27FC236}">
                <a16:creationId xmlns:a16="http://schemas.microsoft.com/office/drawing/2014/main" id="{7A917D87-713E-0999-4527-D152D29A8EA3}"/>
              </a:ext>
            </a:extLst>
          </p:cNvPr>
          <p:cNvSpPr>
            <a:spLocks noChangeShapeType="1"/>
          </p:cNvSpPr>
          <p:nvPr/>
        </p:nvSpPr>
        <p:spPr bwMode="auto">
          <a:xfrm>
            <a:off x="250825" y="3860800"/>
            <a:ext cx="5181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7" name="Line 11">
            <a:extLst>
              <a:ext uri="{FF2B5EF4-FFF2-40B4-BE49-F238E27FC236}">
                <a16:creationId xmlns:a16="http://schemas.microsoft.com/office/drawing/2014/main" id="{EFD3CB51-A1AC-A57D-2DC2-E46412B04673}"/>
              </a:ext>
            </a:extLst>
          </p:cNvPr>
          <p:cNvSpPr>
            <a:spLocks noChangeShapeType="1"/>
          </p:cNvSpPr>
          <p:nvPr/>
        </p:nvSpPr>
        <p:spPr bwMode="auto">
          <a:xfrm>
            <a:off x="250825" y="4292600"/>
            <a:ext cx="5181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8" name="Line 12">
            <a:extLst>
              <a:ext uri="{FF2B5EF4-FFF2-40B4-BE49-F238E27FC236}">
                <a16:creationId xmlns:a16="http://schemas.microsoft.com/office/drawing/2014/main" id="{7AC04E14-2058-DE78-3082-78A7844395F0}"/>
              </a:ext>
            </a:extLst>
          </p:cNvPr>
          <p:cNvSpPr>
            <a:spLocks noChangeShapeType="1"/>
          </p:cNvSpPr>
          <p:nvPr/>
        </p:nvSpPr>
        <p:spPr bwMode="auto">
          <a:xfrm>
            <a:off x="2149475" y="1082675"/>
            <a:ext cx="0" cy="3200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89" name="Line 13">
            <a:extLst>
              <a:ext uri="{FF2B5EF4-FFF2-40B4-BE49-F238E27FC236}">
                <a16:creationId xmlns:a16="http://schemas.microsoft.com/office/drawing/2014/main" id="{6ADE6863-ADE2-05F4-831C-BBA8D906BE58}"/>
              </a:ext>
            </a:extLst>
          </p:cNvPr>
          <p:cNvSpPr>
            <a:spLocks noChangeShapeType="1"/>
          </p:cNvSpPr>
          <p:nvPr/>
        </p:nvSpPr>
        <p:spPr bwMode="auto">
          <a:xfrm>
            <a:off x="3749675" y="1082675"/>
            <a:ext cx="0" cy="3200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790" name="Rectangle 14">
            <a:extLst>
              <a:ext uri="{FF2B5EF4-FFF2-40B4-BE49-F238E27FC236}">
                <a16:creationId xmlns:a16="http://schemas.microsoft.com/office/drawing/2014/main" id="{924EF791-3A6F-D107-30CD-20F6ACE85222}"/>
              </a:ext>
            </a:extLst>
          </p:cNvPr>
          <p:cNvSpPr>
            <a:spLocks noChangeArrowheads="1"/>
          </p:cNvSpPr>
          <p:nvPr/>
        </p:nvSpPr>
        <p:spPr bwMode="auto">
          <a:xfrm>
            <a:off x="1071563" y="1052513"/>
            <a:ext cx="303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400">
                <a:solidFill>
                  <a:schemeClr val="tx2"/>
                </a:solidFill>
                <a:latin typeface="Times New Roman" panose="02020603050405020304" pitchFamily="18" charset="0"/>
                <a:ea typeface="宋体" panose="02010600030101010101" pitchFamily="2" charset="-122"/>
              </a:rPr>
              <a:t>I</a:t>
            </a:r>
          </a:p>
        </p:txBody>
      </p:sp>
      <p:sp>
        <p:nvSpPr>
          <p:cNvPr id="75791" name="Rectangle 15">
            <a:extLst>
              <a:ext uri="{FF2B5EF4-FFF2-40B4-BE49-F238E27FC236}">
                <a16:creationId xmlns:a16="http://schemas.microsoft.com/office/drawing/2014/main" id="{5D876258-8D74-BD4C-061D-0D1734F8F277}"/>
              </a:ext>
            </a:extLst>
          </p:cNvPr>
          <p:cNvSpPr>
            <a:spLocks noChangeArrowheads="1"/>
          </p:cNvSpPr>
          <p:nvPr/>
        </p:nvSpPr>
        <p:spPr bwMode="auto">
          <a:xfrm>
            <a:off x="2747963" y="1052513"/>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400">
                <a:solidFill>
                  <a:schemeClr val="tx2"/>
                </a:solidFill>
                <a:latin typeface="Times New Roman" panose="02020603050405020304" pitchFamily="18" charset="0"/>
                <a:ea typeface="宋体" panose="02010600030101010101" pitchFamily="2" charset="-122"/>
              </a:rPr>
              <a:t>I</a:t>
            </a:r>
            <a:r>
              <a:rPr kumimoji="1" lang="en-US" altLang="zh-CN" sz="2400" baseline="-25000">
                <a:solidFill>
                  <a:schemeClr val="tx2"/>
                </a:solidFill>
                <a:latin typeface="Times New Roman" panose="02020603050405020304" pitchFamily="18" charset="0"/>
                <a:ea typeface="宋体" panose="02010600030101010101" pitchFamily="2" charset="-122"/>
              </a:rPr>
              <a:t>a</a:t>
            </a:r>
          </a:p>
        </p:txBody>
      </p:sp>
      <p:sp>
        <p:nvSpPr>
          <p:cNvPr id="75792" name="Rectangle 16">
            <a:extLst>
              <a:ext uri="{FF2B5EF4-FFF2-40B4-BE49-F238E27FC236}">
                <a16:creationId xmlns:a16="http://schemas.microsoft.com/office/drawing/2014/main" id="{CA77C906-53A5-3EBA-147A-D2D43AC49013}"/>
              </a:ext>
            </a:extLst>
          </p:cNvPr>
          <p:cNvSpPr>
            <a:spLocks noChangeArrowheads="1"/>
          </p:cNvSpPr>
          <p:nvPr/>
        </p:nvSpPr>
        <p:spPr bwMode="auto">
          <a:xfrm>
            <a:off x="4424363" y="1052513"/>
            <a:ext cx="415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400">
                <a:solidFill>
                  <a:schemeClr val="tx2"/>
                </a:solidFill>
                <a:latin typeface="Times New Roman" panose="02020603050405020304" pitchFamily="18" charset="0"/>
                <a:ea typeface="宋体" panose="02010600030101010101" pitchFamily="2" charset="-122"/>
              </a:rPr>
              <a:t>I</a:t>
            </a:r>
            <a:r>
              <a:rPr kumimoji="1" lang="en-US" altLang="zh-CN" sz="2400" baseline="-25000">
                <a:solidFill>
                  <a:schemeClr val="tx2"/>
                </a:solidFill>
                <a:latin typeface="Times New Roman" panose="02020603050405020304" pitchFamily="18" charset="0"/>
                <a:ea typeface="宋体" panose="02010600030101010101" pitchFamily="2" charset="-122"/>
              </a:rPr>
              <a:t>b</a:t>
            </a:r>
          </a:p>
        </p:txBody>
      </p:sp>
      <p:sp>
        <p:nvSpPr>
          <p:cNvPr id="75793" name="Rectangle 17">
            <a:extLst>
              <a:ext uri="{FF2B5EF4-FFF2-40B4-BE49-F238E27FC236}">
                <a16:creationId xmlns:a16="http://schemas.microsoft.com/office/drawing/2014/main" id="{FD685462-F247-425D-B00A-579EAEBCD2B0}"/>
              </a:ext>
            </a:extLst>
          </p:cNvPr>
          <p:cNvSpPr>
            <a:spLocks noChangeArrowheads="1"/>
          </p:cNvSpPr>
          <p:nvPr/>
        </p:nvSpPr>
        <p:spPr bwMode="auto">
          <a:xfrm>
            <a:off x="457200" y="1562100"/>
            <a:ext cx="1406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{X, 5, 1 }</a:t>
            </a:r>
            <a:endParaRPr kumimoji="1" lang="en-US" altLang="zh-CN" sz="1600">
              <a:solidFill>
                <a:srgbClr val="FF3300"/>
              </a:solidFill>
              <a:latin typeface="Times New Roman" panose="02020603050405020304" pitchFamily="18" charset="0"/>
              <a:ea typeface="宋体" panose="02010600030101010101" pitchFamily="2" charset="-122"/>
            </a:endParaRPr>
          </a:p>
        </p:txBody>
      </p:sp>
      <p:sp>
        <p:nvSpPr>
          <p:cNvPr id="75794" name="Rectangle 18">
            <a:extLst>
              <a:ext uri="{FF2B5EF4-FFF2-40B4-BE49-F238E27FC236}">
                <a16:creationId xmlns:a16="http://schemas.microsoft.com/office/drawing/2014/main" id="{31AFEC28-3400-DE90-3D87-BDF235C9F2D8}"/>
              </a:ext>
            </a:extLst>
          </p:cNvPr>
          <p:cNvSpPr>
            <a:spLocks noChangeArrowheads="1"/>
          </p:cNvSpPr>
          <p:nvPr/>
        </p:nvSpPr>
        <p:spPr bwMode="auto">
          <a:xfrm>
            <a:off x="457200" y="1943100"/>
            <a:ext cx="1479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{5, 3, 1 }</a:t>
            </a:r>
            <a:endParaRPr kumimoji="1" lang="en-US" altLang="zh-CN" sz="1600">
              <a:solidFill>
                <a:srgbClr val="FF3300"/>
              </a:solidFill>
              <a:latin typeface="Times New Roman" panose="02020603050405020304" pitchFamily="18" charset="0"/>
              <a:ea typeface="宋体" panose="02010600030101010101" pitchFamily="2" charset="-122"/>
            </a:endParaRPr>
          </a:p>
        </p:txBody>
      </p:sp>
      <p:sp>
        <p:nvSpPr>
          <p:cNvPr id="75795" name="Rectangle 19">
            <a:extLst>
              <a:ext uri="{FF2B5EF4-FFF2-40B4-BE49-F238E27FC236}">
                <a16:creationId xmlns:a16="http://schemas.microsoft.com/office/drawing/2014/main" id="{EC9F4939-D4EC-BFDF-9097-339C8B8DE935}"/>
              </a:ext>
            </a:extLst>
          </p:cNvPr>
          <p:cNvSpPr>
            <a:spLocks noChangeArrowheads="1"/>
          </p:cNvSpPr>
          <p:nvPr/>
        </p:nvSpPr>
        <p:spPr bwMode="auto">
          <a:xfrm>
            <a:off x="457200" y="2324100"/>
            <a:ext cx="15509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{5, 4,1 }</a:t>
            </a:r>
            <a:endParaRPr kumimoji="1" lang="en-US" altLang="zh-CN" sz="1600">
              <a:solidFill>
                <a:srgbClr val="FF3300"/>
              </a:solidFill>
              <a:latin typeface="Times New Roman" panose="02020603050405020304" pitchFamily="18" charset="0"/>
              <a:ea typeface="宋体" panose="02010600030101010101" pitchFamily="2" charset="-122"/>
            </a:endParaRPr>
          </a:p>
        </p:txBody>
      </p:sp>
      <p:sp>
        <p:nvSpPr>
          <p:cNvPr id="75796" name="Rectangle 20">
            <a:extLst>
              <a:ext uri="{FF2B5EF4-FFF2-40B4-BE49-F238E27FC236}">
                <a16:creationId xmlns:a16="http://schemas.microsoft.com/office/drawing/2014/main" id="{C13E4846-AB26-DAB8-6848-DCA4BBAD995D}"/>
              </a:ext>
            </a:extLst>
          </p:cNvPr>
          <p:cNvSpPr>
            <a:spLocks noChangeArrowheads="1"/>
          </p:cNvSpPr>
          <p:nvPr/>
        </p:nvSpPr>
        <p:spPr bwMode="auto">
          <a:xfrm>
            <a:off x="457200" y="2705100"/>
            <a:ext cx="18383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{5, 3, 1, 2, 6, Y }</a:t>
            </a:r>
            <a:endParaRPr kumimoji="1" lang="en-US" altLang="zh-CN" sz="1600">
              <a:solidFill>
                <a:srgbClr val="FF3300"/>
              </a:solidFill>
              <a:latin typeface="Times New Roman" panose="02020603050405020304" pitchFamily="18" charset="0"/>
              <a:ea typeface="宋体" panose="02010600030101010101" pitchFamily="2" charset="-122"/>
            </a:endParaRPr>
          </a:p>
        </p:txBody>
      </p:sp>
      <p:sp>
        <p:nvSpPr>
          <p:cNvPr id="75797" name="Rectangle 21">
            <a:extLst>
              <a:ext uri="{FF2B5EF4-FFF2-40B4-BE49-F238E27FC236}">
                <a16:creationId xmlns:a16="http://schemas.microsoft.com/office/drawing/2014/main" id="{EA20E922-499C-A050-A2A7-F5A039C595D8}"/>
              </a:ext>
            </a:extLst>
          </p:cNvPr>
          <p:cNvSpPr>
            <a:spLocks noChangeArrowheads="1"/>
          </p:cNvSpPr>
          <p:nvPr/>
        </p:nvSpPr>
        <p:spPr bwMode="auto">
          <a:xfrm>
            <a:off x="457200" y="3162300"/>
            <a:ext cx="17668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{5, 4, 1, 6, Y }</a:t>
            </a:r>
            <a:endParaRPr kumimoji="1" lang="en-US" altLang="zh-CN" sz="1600">
              <a:solidFill>
                <a:srgbClr val="FF3300"/>
              </a:solidFill>
              <a:latin typeface="Times New Roman" panose="02020603050405020304" pitchFamily="18" charset="0"/>
              <a:ea typeface="宋体" panose="02010600030101010101" pitchFamily="2" charset="-122"/>
            </a:endParaRPr>
          </a:p>
        </p:txBody>
      </p:sp>
      <p:sp>
        <p:nvSpPr>
          <p:cNvPr id="75798" name="Rectangle 22">
            <a:extLst>
              <a:ext uri="{FF2B5EF4-FFF2-40B4-BE49-F238E27FC236}">
                <a16:creationId xmlns:a16="http://schemas.microsoft.com/office/drawing/2014/main" id="{4FF26E8B-8FD8-FA9F-A82B-A29CAADCCB4B}"/>
              </a:ext>
            </a:extLst>
          </p:cNvPr>
          <p:cNvSpPr>
            <a:spLocks noChangeArrowheads="1"/>
          </p:cNvSpPr>
          <p:nvPr/>
        </p:nvSpPr>
        <p:spPr bwMode="auto">
          <a:xfrm>
            <a:off x="457200" y="3543300"/>
            <a:ext cx="19827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{5, 4, 1, 2, 6, Y}</a:t>
            </a:r>
            <a:endParaRPr kumimoji="1" lang="en-US" altLang="zh-CN" sz="1600">
              <a:solidFill>
                <a:srgbClr val="FF3300"/>
              </a:solidFill>
              <a:latin typeface="Times New Roman" panose="02020603050405020304" pitchFamily="18" charset="0"/>
              <a:ea typeface="宋体" panose="02010600030101010101" pitchFamily="2" charset="-122"/>
            </a:endParaRPr>
          </a:p>
        </p:txBody>
      </p:sp>
      <p:sp>
        <p:nvSpPr>
          <p:cNvPr id="75799" name="Rectangle 23">
            <a:extLst>
              <a:ext uri="{FF2B5EF4-FFF2-40B4-BE49-F238E27FC236}">
                <a16:creationId xmlns:a16="http://schemas.microsoft.com/office/drawing/2014/main" id="{3789888B-712F-CACC-A4E5-60D259426EC8}"/>
              </a:ext>
            </a:extLst>
          </p:cNvPr>
          <p:cNvSpPr>
            <a:spLocks noChangeArrowheads="1"/>
          </p:cNvSpPr>
          <p:nvPr/>
        </p:nvSpPr>
        <p:spPr bwMode="auto">
          <a:xfrm>
            <a:off x="533400" y="4000500"/>
            <a:ext cx="19065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{5, 3, 1, 6, Y }</a:t>
            </a:r>
            <a:endParaRPr kumimoji="1" lang="en-US" altLang="zh-CN" sz="1600">
              <a:solidFill>
                <a:srgbClr val="FF3300"/>
              </a:solidFill>
              <a:latin typeface="Times New Roman" panose="02020603050405020304" pitchFamily="18" charset="0"/>
              <a:ea typeface="宋体" panose="02010600030101010101" pitchFamily="2" charset="-122"/>
            </a:endParaRPr>
          </a:p>
        </p:txBody>
      </p:sp>
      <p:sp>
        <p:nvSpPr>
          <p:cNvPr id="75800" name="Rectangle 24">
            <a:extLst>
              <a:ext uri="{FF2B5EF4-FFF2-40B4-BE49-F238E27FC236}">
                <a16:creationId xmlns:a16="http://schemas.microsoft.com/office/drawing/2014/main" id="{6BBB4FA2-31D7-F60C-37CF-D872050AB1C3}"/>
              </a:ext>
            </a:extLst>
          </p:cNvPr>
          <p:cNvSpPr>
            <a:spLocks noChangeArrowheads="1"/>
          </p:cNvSpPr>
          <p:nvPr/>
        </p:nvSpPr>
        <p:spPr bwMode="auto">
          <a:xfrm>
            <a:off x="2209800" y="1562100"/>
            <a:ext cx="9017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{5, 3, 1 }</a:t>
            </a:r>
          </a:p>
        </p:txBody>
      </p:sp>
      <p:sp>
        <p:nvSpPr>
          <p:cNvPr id="75801" name="Rectangle 25">
            <a:extLst>
              <a:ext uri="{FF2B5EF4-FFF2-40B4-BE49-F238E27FC236}">
                <a16:creationId xmlns:a16="http://schemas.microsoft.com/office/drawing/2014/main" id="{EC8E92D5-8AE6-01A4-DD6C-D53E01DD4FC1}"/>
              </a:ext>
            </a:extLst>
          </p:cNvPr>
          <p:cNvSpPr>
            <a:spLocks noChangeArrowheads="1"/>
          </p:cNvSpPr>
          <p:nvPr/>
        </p:nvSpPr>
        <p:spPr bwMode="auto">
          <a:xfrm>
            <a:off x="2209800" y="1943100"/>
            <a:ext cx="155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{5, 3, 1, 2, 6, Y }</a:t>
            </a:r>
          </a:p>
        </p:txBody>
      </p:sp>
      <p:sp>
        <p:nvSpPr>
          <p:cNvPr id="75802" name="Rectangle 26">
            <a:extLst>
              <a:ext uri="{FF2B5EF4-FFF2-40B4-BE49-F238E27FC236}">
                <a16:creationId xmlns:a16="http://schemas.microsoft.com/office/drawing/2014/main" id="{36BE9A27-2B62-BD5A-D661-278275984D9F}"/>
              </a:ext>
            </a:extLst>
          </p:cNvPr>
          <p:cNvSpPr>
            <a:spLocks noChangeArrowheads="1"/>
          </p:cNvSpPr>
          <p:nvPr/>
        </p:nvSpPr>
        <p:spPr bwMode="auto">
          <a:xfrm>
            <a:off x="2209800" y="2324100"/>
            <a:ext cx="9017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{5, 3, 1 }</a:t>
            </a:r>
          </a:p>
        </p:txBody>
      </p:sp>
      <p:sp>
        <p:nvSpPr>
          <p:cNvPr id="75803" name="Rectangle 27">
            <a:extLst>
              <a:ext uri="{FF2B5EF4-FFF2-40B4-BE49-F238E27FC236}">
                <a16:creationId xmlns:a16="http://schemas.microsoft.com/office/drawing/2014/main" id="{F9D59733-F057-269C-0D7C-47C576726202}"/>
              </a:ext>
            </a:extLst>
          </p:cNvPr>
          <p:cNvSpPr>
            <a:spLocks noChangeArrowheads="1"/>
          </p:cNvSpPr>
          <p:nvPr/>
        </p:nvSpPr>
        <p:spPr bwMode="auto">
          <a:xfrm>
            <a:off x="2209800" y="2705100"/>
            <a:ext cx="155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{5, 3, 1, 2, 6, Y }</a:t>
            </a:r>
          </a:p>
        </p:txBody>
      </p:sp>
      <p:sp>
        <p:nvSpPr>
          <p:cNvPr id="75804" name="Rectangle 28">
            <a:extLst>
              <a:ext uri="{FF2B5EF4-FFF2-40B4-BE49-F238E27FC236}">
                <a16:creationId xmlns:a16="http://schemas.microsoft.com/office/drawing/2014/main" id="{69BCF4A7-9DEE-7B18-E54D-939304C3EEC8}"/>
              </a:ext>
            </a:extLst>
          </p:cNvPr>
          <p:cNvSpPr>
            <a:spLocks noChangeArrowheads="1"/>
          </p:cNvSpPr>
          <p:nvPr/>
        </p:nvSpPr>
        <p:spPr bwMode="auto">
          <a:xfrm>
            <a:off x="2209800" y="3162300"/>
            <a:ext cx="1352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{5, 3, 1, 6, Y }</a:t>
            </a:r>
          </a:p>
        </p:txBody>
      </p:sp>
      <p:sp>
        <p:nvSpPr>
          <p:cNvPr id="75805" name="Rectangle 29">
            <a:extLst>
              <a:ext uri="{FF2B5EF4-FFF2-40B4-BE49-F238E27FC236}">
                <a16:creationId xmlns:a16="http://schemas.microsoft.com/office/drawing/2014/main" id="{261FD978-AA5B-C43C-61ED-2B3325BDA69E}"/>
              </a:ext>
            </a:extLst>
          </p:cNvPr>
          <p:cNvSpPr>
            <a:spLocks noChangeArrowheads="1"/>
          </p:cNvSpPr>
          <p:nvPr/>
        </p:nvSpPr>
        <p:spPr bwMode="auto">
          <a:xfrm>
            <a:off x="2209800" y="3543300"/>
            <a:ext cx="1352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{5, 3, 1, 6, Y }</a:t>
            </a:r>
          </a:p>
        </p:txBody>
      </p:sp>
      <p:sp>
        <p:nvSpPr>
          <p:cNvPr id="75806" name="Rectangle 30">
            <a:extLst>
              <a:ext uri="{FF2B5EF4-FFF2-40B4-BE49-F238E27FC236}">
                <a16:creationId xmlns:a16="http://schemas.microsoft.com/office/drawing/2014/main" id="{16861BAB-D6CE-68AB-39C0-CA22011FD060}"/>
              </a:ext>
            </a:extLst>
          </p:cNvPr>
          <p:cNvSpPr>
            <a:spLocks noChangeArrowheads="1"/>
          </p:cNvSpPr>
          <p:nvPr/>
        </p:nvSpPr>
        <p:spPr bwMode="auto">
          <a:xfrm>
            <a:off x="2209800" y="4000500"/>
            <a:ext cx="155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{5, 3, 1, 2, 6, Y }</a:t>
            </a:r>
          </a:p>
        </p:txBody>
      </p:sp>
      <p:sp>
        <p:nvSpPr>
          <p:cNvPr id="75807" name="Rectangle 31">
            <a:extLst>
              <a:ext uri="{FF2B5EF4-FFF2-40B4-BE49-F238E27FC236}">
                <a16:creationId xmlns:a16="http://schemas.microsoft.com/office/drawing/2014/main" id="{8515042A-BAE6-F685-6D2C-68314E38DDDF}"/>
              </a:ext>
            </a:extLst>
          </p:cNvPr>
          <p:cNvSpPr>
            <a:spLocks noChangeArrowheads="1"/>
          </p:cNvSpPr>
          <p:nvPr/>
        </p:nvSpPr>
        <p:spPr bwMode="auto">
          <a:xfrm>
            <a:off x="3810000" y="1562100"/>
            <a:ext cx="9017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{5, 4, 1 }</a:t>
            </a:r>
          </a:p>
        </p:txBody>
      </p:sp>
      <p:sp>
        <p:nvSpPr>
          <p:cNvPr id="75808" name="Rectangle 32">
            <a:extLst>
              <a:ext uri="{FF2B5EF4-FFF2-40B4-BE49-F238E27FC236}">
                <a16:creationId xmlns:a16="http://schemas.microsoft.com/office/drawing/2014/main" id="{EFCD5683-7EAE-2B3B-9065-B7B220FA7FDE}"/>
              </a:ext>
            </a:extLst>
          </p:cNvPr>
          <p:cNvSpPr>
            <a:spLocks noChangeArrowheads="1"/>
          </p:cNvSpPr>
          <p:nvPr/>
        </p:nvSpPr>
        <p:spPr bwMode="auto">
          <a:xfrm>
            <a:off x="3810000" y="1943100"/>
            <a:ext cx="9017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{5, 4, 1 }</a:t>
            </a:r>
          </a:p>
        </p:txBody>
      </p:sp>
      <p:sp>
        <p:nvSpPr>
          <p:cNvPr id="75809" name="Rectangle 33">
            <a:extLst>
              <a:ext uri="{FF2B5EF4-FFF2-40B4-BE49-F238E27FC236}">
                <a16:creationId xmlns:a16="http://schemas.microsoft.com/office/drawing/2014/main" id="{26FCB8D0-E34E-47E2-F142-B6C1E32F9B14}"/>
              </a:ext>
            </a:extLst>
          </p:cNvPr>
          <p:cNvSpPr>
            <a:spLocks noChangeArrowheads="1"/>
          </p:cNvSpPr>
          <p:nvPr/>
        </p:nvSpPr>
        <p:spPr bwMode="auto">
          <a:xfrm>
            <a:off x="3810000" y="2324100"/>
            <a:ext cx="155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{5, 4, 1, 2, 6, Y }</a:t>
            </a:r>
          </a:p>
        </p:txBody>
      </p:sp>
      <p:sp>
        <p:nvSpPr>
          <p:cNvPr id="75810" name="Rectangle 34">
            <a:extLst>
              <a:ext uri="{FF2B5EF4-FFF2-40B4-BE49-F238E27FC236}">
                <a16:creationId xmlns:a16="http://schemas.microsoft.com/office/drawing/2014/main" id="{CA4F2A90-A0CE-2E65-8C0E-32B402925E6D}"/>
              </a:ext>
            </a:extLst>
          </p:cNvPr>
          <p:cNvSpPr>
            <a:spLocks noChangeArrowheads="1"/>
          </p:cNvSpPr>
          <p:nvPr/>
        </p:nvSpPr>
        <p:spPr bwMode="auto">
          <a:xfrm>
            <a:off x="3886200" y="2705100"/>
            <a:ext cx="1352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{5, 4, 1, 6, Y }</a:t>
            </a:r>
          </a:p>
        </p:txBody>
      </p:sp>
      <p:sp>
        <p:nvSpPr>
          <p:cNvPr id="75811" name="Rectangle 35">
            <a:extLst>
              <a:ext uri="{FF2B5EF4-FFF2-40B4-BE49-F238E27FC236}">
                <a16:creationId xmlns:a16="http://schemas.microsoft.com/office/drawing/2014/main" id="{40A31D55-F600-4B8E-6652-82068D3FAC75}"/>
              </a:ext>
            </a:extLst>
          </p:cNvPr>
          <p:cNvSpPr>
            <a:spLocks noChangeArrowheads="1"/>
          </p:cNvSpPr>
          <p:nvPr/>
        </p:nvSpPr>
        <p:spPr bwMode="auto">
          <a:xfrm>
            <a:off x="3810000" y="3086100"/>
            <a:ext cx="155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{5, 4, 1, 2, 6, Y }</a:t>
            </a:r>
          </a:p>
        </p:txBody>
      </p:sp>
      <p:sp>
        <p:nvSpPr>
          <p:cNvPr id="75812" name="Rectangle 36">
            <a:extLst>
              <a:ext uri="{FF2B5EF4-FFF2-40B4-BE49-F238E27FC236}">
                <a16:creationId xmlns:a16="http://schemas.microsoft.com/office/drawing/2014/main" id="{56B12F8E-BCE8-F068-B404-3EA9431D625E}"/>
              </a:ext>
            </a:extLst>
          </p:cNvPr>
          <p:cNvSpPr>
            <a:spLocks noChangeArrowheads="1"/>
          </p:cNvSpPr>
          <p:nvPr/>
        </p:nvSpPr>
        <p:spPr bwMode="auto">
          <a:xfrm>
            <a:off x="3952875" y="3500438"/>
            <a:ext cx="155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{5, 4, 1, 2, 6, Y }</a:t>
            </a:r>
          </a:p>
        </p:txBody>
      </p:sp>
      <p:sp>
        <p:nvSpPr>
          <p:cNvPr id="75813" name="Rectangle 37">
            <a:extLst>
              <a:ext uri="{FF2B5EF4-FFF2-40B4-BE49-F238E27FC236}">
                <a16:creationId xmlns:a16="http://schemas.microsoft.com/office/drawing/2014/main" id="{681AE223-CFE9-AAD8-CB1F-745E96B231A7}"/>
              </a:ext>
            </a:extLst>
          </p:cNvPr>
          <p:cNvSpPr>
            <a:spLocks noChangeArrowheads="1"/>
          </p:cNvSpPr>
          <p:nvPr/>
        </p:nvSpPr>
        <p:spPr bwMode="auto">
          <a:xfrm>
            <a:off x="3879850" y="3932238"/>
            <a:ext cx="1352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{5, 4, 1, 6, Y }</a:t>
            </a:r>
          </a:p>
        </p:txBody>
      </p:sp>
      <p:sp>
        <p:nvSpPr>
          <p:cNvPr id="829478" name="Rectangle 38">
            <a:extLst>
              <a:ext uri="{FF2B5EF4-FFF2-40B4-BE49-F238E27FC236}">
                <a16:creationId xmlns:a16="http://schemas.microsoft.com/office/drawing/2014/main" id="{2AB51586-A1EA-7675-40E7-162C14628588}"/>
              </a:ext>
            </a:extLst>
          </p:cNvPr>
          <p:cNvSpPr>
            <a:spLocks noChangeArrowheads="1"/>
          </p:cNvSpPr>
          <p:nvPr/>
        </p:nvSpPr>
        <p:spPr bwMode="auto">
          <a:xfrm>
            <a:off x="5854700" y="1109663"/>
            <a:ext cx="2959100" cy="3187700"/>
          </a:xfrm>
          <a:prstGeom prst="rect">
            <a:avLst/>
          </a:prstGeom>
          <a:solidFill>
            <a:schemeClr val="accent1"/>
          </a:solidFill>
          <a:ln w="12700">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29479" name="Line 39">
            <a:extLst>
              <a:ext uri="{FF2B5EF4-FFF2-40B4-BE49-F238E27FC236}">
                <a16:creationId xmlns:a16="http://schemas.microsoft.com/office/drawing/2014/main" id="{05E8E2D9-A384-0AB6-1F07-4119AFC5B426}"/>
              </a:ext>
            </a:extLst>
          </p:cNvPr>
          <p:cNvSpPr>
            <a:spLocks noChangeShapeType="1"/>
          </p:cNvSpPr>
          <p:nvPr/>
        </p:nvSpPr>
        <p:spPr bwMode="auto">
          <a:xfrm>
            <a:off x="5848350" y="1484313"/>
            <a:ext cx="2971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480" name="Line 40">
            <a:extLst>
              <a:ext uri="{FF2B5EF4-FFF2-40B4-BE49-F238E27FC236}">
                <a16:creationId xmlns:a16="http://schemas.microsoft.com/office/drawing/2014/main" id="{7B1553D0-771F-F8C5-11B6-2ABCD05CE977}"/>
              </a:ext>
            </a:extLst>
          </p:cNvPr>
          <p:cNvSpPr>
            <a:spLocks noChangeShapeType="1"/>
          </p:cNvSpPr>
          <p:nvPr/>
        </p:nvSpPr>
        <p:spPr bwMode="auto">
          <a:xfrm>
            <a:off x="5848350" y="1865313"/>
            <a:ext cx="2971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481" name="Line 41">
            <a:extLst>
              <a:ext uri="{FF2B5EF4-FFF2-40B4-BE49-F238E27FC236}">
                <a16:creationId xmlns:a16="http://schemas.microsoft.com/office/drawing/2014/main" id="{C8B91F02-FB9F-CE92-4211-1FF9B738B51A}"/>
              </a:ext>
            </a:extLst>
          </p:cNvPr>
          <p:cNvSpPr>
            <a:spLocks noChangeShapeType="1"/>
          </p:cNvSpPr>
          <p:nvPr/>
        </p:nvSpPr>
        <p:spPr bwMode="auto">
          <a:xfrm>
            <a:off x="5848350" y="2246313"/>
            <a:ext cx="2971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482" name="Line 42">
            <a:extLst>
              <a:ext uri="{FF2B5EF4-FFF2-40B4-BE49-F238E27FC236}">
                <a16:creationId xmlns:a16="http://schemas.microsoft.com/office/drawing/2014/main" id="{2BCD001E-6933-D8BA-0966-51422BBBDCA7}"/>
              </a:ext>
            </a:extLst>
          </p:cNvPr>
          <p:cNvSpPr>
            <a:spLocks noChangeShapeType="1"/>
          </p:cNvSpPr>
          <p:nvPr/>
        </p:nvSpPr>
        <p:spPr bwMode="auto">
          <a:xfrm>
            <a:off x="5848350" y="2627313"/>
            <a:ext cx="2971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483" name="Line 43">
            <a:extLst>
              <a:ext uri="{FF2B5EF4-FFF2-40B4-BE49-F238E27FC236}">
                <a16:creationId xmlns:a16="http://schemas.microsoft.com/office/drawing/2014/main" id="{B74D8A6E-3D51-17F1-F3E5-A1DA67D42FCA}"/>
              </a:ext>
            </a:extLst>
          </p:cNvPr>
          <p:cNvSpPr>
            <a:spLocks noChangeShapeType="1"/>
          </p:cNvSpPr>
          <p:nvPr/>
        </p:nvSpPr>
        <p:spPr bwMode="auto">
          <a:xfrm>
            <a:off x="5848350" y="3008313"/>
            <a:ext cx="2971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484" name="Line 44">
            <a:extLst>
              <a:ext uri="{FF2B5EF4-FFF2-40B4-BE49-F238E27FC236}">
                <a16:creationId xmlns:a16="http://schemas.microsoft.com/office/drawing/2014/main" id="{A5F95190-ABBA-A7E0-2EC4-F6CFE9886BE6}"/>
              </a:ext>
            </a:extLst>
          </p:cNvPr>
          <p:cNvSpPr>
            <a:spLocks noChangeShapeType="1"/>
          </p:cNvSpPr>
          <p:nvPr/>
        </p:nvSpPr>
        <p:spPr bwMode="auto">
          <a:xfrm>
            <a:off x="5848350" y="3465513"/>
            <a:ext cx="2971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485" name="Line 45">
            <a:extLst>
              <a:ext uri="{FF2B5EF4-FFF2-40B4-BE49-F238E27FC236}">
                <a16:creationId xmlns:a16="http://schemas.microsoft.com/office/drawing/2014/main" id="{35BB7C69-B125-FEA3-88C8-CC2739DEC7D8}"/>
              </a:ext>
            </a:extLst>
          </p:cNvPr>
          <p:cNvSpPr>
            <a:spLocks noChangeShapeType="1"/>
          </p:cNvSpPr>
          <p:nvPr/>
        </p:nvSpPr>
        <p:spPr bwMode="auto">
          <a:xfrm>
            <a:off x="5848350" y="3922713"/>
            <a:ext cx="2971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486" name="Line 46">
            <a:extLst>
              <a:ext uri="{FF2B5EF4-FFF2-40B4-BE49-F238E27FC236}">
                <a16:creationId xmlns:a16="http://schemas.microsoft.com/office/drawing/2014/main" id="{88A13EFF-6690-98E9-BCAC-5F965FE7598D}"/>
              </a:ext>
            </a:extLst>
          </p:cNvPr>
          <p:cNvSpPr>
            <a:spLocks noChangeShapeType="1"/>
          </p:cNvSpPr>
          <p:nvPr/>
        </p:nvSpPr>
        <p:spPr bwMode="auto">
          <a:xfrm>
            <a:off x="6686550" y="1103313"/>
            <a:ext cx="0" cy="3200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487" name="Line 47">
            <a:extLst>
              <a:ext uri="{FF2B5EF4-FFF2-40B4-BE49-F238E27FC236}">
                <a16:creationId xmlns:a16="http://schemas.microsoft.com/office/drawing/2014/main" id="{40D86138-5BE3-B6A4-F460-22D7612B2908}"/>
              </a:ext>
            </a:extLst>
          </p:cNvPr>
          <p:cNvSpPr>
            <a:spLocks noChangeShapeType="1"/>
          </p:cNvSpPr>
          <p:nvPr/>
        </p:nvSpPr>
        <p:spPr bwMode="auto">
          <a:xfrm>
            <a:off x="7677150" y="1103313"/>
            <a:ext cx="0" cy="3200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488" name="Rectangle 48">
            <a:extLst>
              <a:ext uri="{FF2B5EF4-FFF2-40B4-BE49-F238E27FC236}">
                <a16:creationId xmlns:a16="http://schemas.microsoft.com/office/drawing/2014/main" id="{49164691-5644-A8D2-322F-76FB6E14CCAA}"/>
              </a:ext>
            </a:extLst>
          </p:cNvPr>
          <p:cNvSpPr>
            <a:spLocks noChangeArrowheads="1"/>
          </p:cNvSpPr>
          <p:nvPr/>
        </p:nvSpPr>
        <p:spPr bwMode="auto">
          <a:xfrm>
            <a:off x="6191250" y="1069975"/>
            <a:ext cx="303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400">
                <a:solidFill>
                  <a:schemeClr val="tx2"/>
                </a:solidFill>
                <a:latin typeface="Times New Roman" panose="02020603050405020304" pitchFamily="18" charset="0"/>
                <a:ea typeface="宋体" panose="02010600030101010101" pitchFamily="2" charset="-122"/>
              </a:rPr>
              <a:t>s</a:t>
            </a:r>
          </a:p>
        </p:txBody>
      </p:sp>
      <p:sp>
        <p:nvSpPr>
          <p:cNvPr id="829489" name="Rectangle 49">
            <a:extLst>
              <a:ext uri="{FF2B5EF4-FFF2-40B4-BE49-F238E27FC236}">
                <a16:creationId xmlns:a16="http://schemas.microsoft.com/office/drawing/2014/main" id="{288E4977-8A8F-135A-1D93-2FA6FD19F8A0}"/>
              </a:ext>
            </a:extLst>
          </p:cNvPr>
          <p:cNvSpPr>
            <a:spLocks noChangeArrowheads="1"/>
          </p:cNvSpPr>
          <p:nvPr/>
        </p:nvSpPr>
        <p:spPr bwMode="auto">
          <a:xfrm>
            <a:off x="7021513" y="1071563"/>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400">
                <a:solidFill>
                  <a:schemeClr val="tx2"/>
                </a:solidFill>
                <a:latin typeface="Times New Roman" panose="02020603050405020304" pitchFamily="18" charset="0"/>
                <a:ea typeface="宋体" panose="02010600030101010101" pitchFamily="2" charset="-122"/>
              </a:rPr>
              <a:t>a</a:t>
            </a:r>
          </a:p>
        </p:txBody>
      </p:sp>
      <p:sp>
        <p:nvSpPr>
          <p:cNvPr id="829490" name="Rectangle 50">
            <a:extLst>
              <a:ext uri="{FF2B5EF4-FFF2-40B4-BE49-F238E27FC236}">
                <a16:creationId xmlns:a16="http://schemas.microsoft.com/office/drawing/2014/main" id="{18DFCCE5-DAF4-A472-732E-9D88DDFD2835}"/>
              </a:ext>
            </a:extLst>
          </p:cNvPr>
          <p:cNvSpPr>
            <a:spLocks noChangeArrowheads="1"/>
          </p:cNvSpPr>
          <p:nvPr/>
        </p:nvSpPr>
        <p:spPr bwMode="auto">
          <a:xfrm>
            <a:off x="8096250" y="1069975"/>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400">
                <a:solidFill>
                  <a:schemeClr val="tx2"/>
                </a:solidFill>
                <a:latin typeface="Times New Roman" panose="02020603050405020304" pitchFamily="18" charset="0"/>
                <a:ea typeface="宋体" panose="02010600030101010101" pitchFamily="2" charset="-122"/>
              </a:rPr>
              <a:t>b</a:t>
            </a:r>
          </a:p>
        </p:txBody>
      </p:sp>
      <p:sp>
        <p:nvSpPr>
          <p:cNvPr id="829491" name="Rectangle 51">
            <a:extLst>
              <a:ext uri="{FF2B5EF4-FFF2-40B4-BE49-F238E27FC236}">
                <a16:creationId xmlns:a16="http://schemas.microsoft.com/office/drawing/2014/main" id="{91567A11-EAFA-3BF9-0B7B-14BC738FB857}"/>
              </a:ext>
            </a:extLst>
          </p:cNvPr>
          <p:cNvSpPr>
            <a:spLocks noChangeArrowheads="1"/>
          </p:cNvSpPr>
          <p:nvPr/>
        </p:nvSpPr>
        <p:spPr bwMode="auto">
          <a:xfrm>
            <a:off x="6213475" y="1558925"/>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0</a:t>
            </a:r>
          </a:p>
        </p:txBody>
      </p:sp>
      <p:sp>
        <p:nvSpPr>
          <p:cNvPr id="829492" name="Rectangle 52">
            <a:extLst>
              <a:ext uri="{FF2B5EF4-FFF2-40B4-BE49-F238E27FC236}">
                <a16:creationId xmlns:a16="http://schemas.microsoft.com/office/drawing/2014/main" id="{C78A6913-6B1B-72CB-D7CC-A42E6EFEAEB0}"/>
              </a:ext>
            </a:extLst>
          </p:cNvPr>
          <p:cNvSpPr>
            <a:spLocks noChangeArrowheads="1"/>
          </p:cNvSpPr>
          <p:nvPr/>
        </p:nvSpPr>
        <p:spPr bwMode="auto">
          <a:xfrm>
            <a:off x="6213475" y="1939925"/>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1</a:t>
            </a:r>
          </a:p>
        </p:txBody>
      </p:sp>
      <p:sp>
        <p:nvSpPr>
          <p:cNvPr id="829493" name="Rectangle 53">
            <a:extLst>
              <a:ext uri="{FF2B5EF4-FFF2-40B4-BE49-F238E27FC236}">
                <a16:creationId xmlns:a16="http://schemas.microsoft.com/office/drawing/2014/main" id="{76EE7B93-91A3-E5CD-FDB9-F7DD6430B498}"/>
              </a:ext>
            </a:extLst>
          </p:cNvPr>
          <p:cNvSpPr>
            <a:spLocks noChangeArrowheads="1"/>
          </p:cNvSpPr>
          <p:nvPr/>
        </p:nvSpPr>
        <p:spPr bwMode="auto">
          <a:xfrm>
            <a:off x="6199188" y="23114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2</a:t>
            </a:r>
          </a:p>
        </p:txBody>
      </p:sp>
      <p:sp>
        <p:nvSpPr>
          <p:cNvPr id="829494" name="Rectangle 54">
            <a:extLst>
              <a:ext uri="{FF2B5EF4-FFF2-40B4-BE49-F238E27FC236}">
                <a16:creationId xmlns:a16="http://schemas.microsoft.com/office/drawing/2014/main" id="{547C68A9-97CF-27DD-0FCF-6B288C701777}"/>
              </a:ext>
            </a:extLst>
          </p:cNvPr>
          <p:cNvSpPr>
            <a:spLocks noChangeArrowheads="1"/>
          </p:cNvSpPr>
          <p:nvPr/>
        </p:nvSpPr>
        <p:spPr bwMode="auto">
          <a:xfrm>
            <a:off x="6213475" y="2701925"/>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3</a:t>
            </a:r>
          </a:p>
        </p:txBody>
      </p:sp>
      <p:sp>
        <p:nvSpPr>
          <p:cNvPr id="829495" name="Rectangle 55">
            <a:extLst>
              <a:ext uri="{FF2B5EF4-FFF2-40B4-BE49-F238E27FC236}">
                <a16:creationId xmlns:a16="http://schemas.microsoft.com/office/drawing/2014/main" id="{3BD06866-653D-47B6-8C14-FAF2058DF2C2}"/>
              </a:ext>
            </a:extLst>
          </p:cNvPr>
          <p:cNvSpPr>
            <a:spLocks noChangeArrowheads="1"/>
          </p:cNvSpPr>
          <p:nvPr/>
        </p:nvSpPr>
        <p:spPr bwMode="auto">
          <a:xfrm>
            <a:off x="6213475" y="3082925"/>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4</a:t>
            </a:r>
          </a:p>
        </p:txBody>
      </p:sp>
      <p:sp>
        <p:nvSpPr>
          <p:cNvPr id="829496" name="Rectangle 56">
            <a:extLst>
              <a:ext uri="{FF2B5EF4-FFF2-40B4-BE49-F238E27FC236}">
                <a16:creationId xmlns:a16="http://schemas.microsoft.com/office/drawing/2014/main" id="{BB1E6761-9850-E52D-16A6-9D4FE9911158}"/>
              </a:ext>
            </a:extLst>
          </p:cNvPr>
          <p:cNvSpPr>
            <a:spLocks noChangeArrowheads="1"/>
          </p:cNvSpPr>
          <p:nvPr/>
        </p:nvSpPr>
        <p:spPr bwMode="auto">
          <a:xfrm>
            <a:off x="6213475" y="3540125"/>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5</a:t>
            </a:r>
          </a:p>
        </p:txBody>
      </p:sp>
      <p:sp>
        <p:nvSpPr>
          <p:cNvPr id="829497" name="Rectangle 57">
            <a:extLst>
              <a:ext uri="{FF2B5EF4-FFF2-40B4-BE49-F238E27FC236}">
                <a16:creationId xmlns:a16="http://schemas.microsoft.com/office/drawing/2014/main" id="{8A6F9875-45EB-5EDD-6356-F319558C033F}"/>
              </a:ext>
            </a:extLst>
          </p:cNvPr>
          <p:cNvSpPr>
            <a:spLocks noChangeArrowheads="1"/>
          </p:cNvSpPr>
          <p:nvPr/>
        </p:nvSpPr>
        <p:spPr bwMode="auto">
          <a:xfrm>
            <a:off x="6213475" y="3997325"/>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6</a:t>
            </a:r>
          </a:p>
        </p:txBody>
      </p:sp>
      <p:sp>
        <p:nvSpPr>
          <p:cNvPr id="829498" name="Rectangle 58">
            <a:extLst>
              <a:ext uri="{FF2B5EF4-FFF2-40B4-BE49-F238E27FC236}">
                <a16:creationId xmlns:a16="http://schemas.microsoft.com/office/drawing/2014/main" id="{9C269638-985B-DA3D-0397-DDC9E6536D11}"/>
              </a:ext>
            </a:extLst>
          </p:cNvPr>
          <p:cNvSpPr>
            <a:spLocks noChangeArrowheads="1"/>
          </p:cNvSpPr>
          <p:nvPr/>
        </p:nvSpPr>
        <p:spPr bwMode="auto">
          <a:xfrm>
            <a:off x="7043738" y="15605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1</a:t>
            </a:r>
          </a:p>
        </p:txBody>
      </p:sp>
      <p:sp>
        <p:nvSpPr>
          <p:cNvPr id="829499" name="Rectangle 59">
            <a:extLst>
              <a:ext uri="{FF2B5EF4-FFF2-40B4-BE49-F238E27FC236}">
                <a16:creationId xmlns:a16="http://schemas.microsoft.com/office/drawing/2014/main" id="{B5C6E347-110D-506B-BB8D-58FA30DDDC3B}"/>
              </a:ext>
            </a:extLst>
          </p:cNvPr>
          <p:cNvSpPr>
            <a:spLocks noChangeArrowheads="1"/>
          </p:cNvSpPr>
          <p:nvPr/>
        </p:nvSpPr>
        <p:spPr bwMode="auto">
          <a:xfrm>
            <a:off x="7043738" y="19415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3</a:t>
            </a:r>
          </a:p>
        </p:txBody>
      </p:sp>
      <p:sp>
        <p:nvSpPr>
          <p:cNvPr id="829500" name="Rectangle 60">
            <a:extLst>
              <a:ext uri="{FF2B5EF4-FFF2-40B4-BE49-F238E27FC236}">
                <a16:creationId xmlns:a16="http://schemas.microsoft.com/office/drawing/2014/main" id="{636D789A-4554-48B3-86ED-3A1C12C45C2E}"/>
              </a:ext>
            </a:extLst>
          </p:cNvPr>
          <p:cNvSpPr>
            <a:spLocks noChangeArrowheads="1"/>
          </p:cNvSpPr>
          <p:nvPr/>
        </p:nvSpPr>
        <p:spPr bwMode="auto">
          <a:xfrm>
            <a:off x="7043738" y="23225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1</a:t>
            </a:r>
          </a:p>
        </p:txBody>
      </p:sp>
      <p:sp>
        <p:nvSpPr>
          <p:cNvPr id="829501" name="Rectangle 61">
            <a:extLst>
              <a:ext uri="{FF2B5EF4-FFF2-40B4-BE49-F238E27FC236}">
                <a16:creationId xmlns:a16="http://schemas.microsoft.com/office/drawing/2014/main" id="{E81663A5-216C-679C-2934-00F341A0066A}"/>
              </a:ext>
            </a:extLst>
          </p:cNvPr>
          <p:cNvSpPr>
            <a:spLocks noChangeArrowheads="1"/>
          </p:cNvSpPr>
          <p:nvPr/>
        </p:nvSpPr>
        <p:spPr bwMode="auto">
          <a:xfrm>
            <a:off x="7043738" y="27035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3</a:t>
            </a:r>
          </a:p>
        </p:txBody>
      </p:sp>
      <p:sp>
        <p:nvSpPr>
          <p:cNvPr id="829502" name="Rectangle 62">
            <a:extLst>
              <a:ext uri="{FF2B5EF4-FFF2-40B4-BE49-F238E27FC236}">
                <a16:creationId xmlns:a16="http://schemas.microsoft.com/office/drawing/2014/main" id="{2B022CB0-B437-98FC-C934-0283068A4FF0}"/>
              </a:ext>
            </a:extLst>
          </p:cNvPr>
          <p:cNvSpPr>
            <a:spLocks noChangeArrowheads="1"/>
          </p:cNvSpPr>
          <p:nvPr/>
        </p:nvSpPr>
        <p:spPr bwMode="auto">
          <a:xfrm>
            <a:off x="7043738" y="31607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6</a:t>
            </a:r>
          </a:p>
        </p:txBody>
      </p:sp>
      <p:sp>
        <p:nvSpPr>
          <p:cNvPr id="829503" name="Rectangle 63">
            <a:extLst>
              <a:ext uri="{FF2B5EF4-FFF2-40B4-BE49-F238E27FC236}">
                <a16:creationId xmlns:a16="http://schemas.microsoft.com/office/drawing/2014/main" id="{8A43A94B-E12D-3DB0-D4AA-EB6D13681956}"/>
              </a:ext>
            </a:extLst>
          </p:cNvPr>
          <p:cNvSpPr>
            <a:spLocks noChangeArrowheads="1"/>
          </p:cNvSpPr>
          <p:nvPr/>
        </p:nvSpPr>
        <p:spPr bwMode="auto">
          <a:xfrm>
            <a:off x="7043738" y="35417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6</a:t>
            </a:r>
          </a:p>
        </p:txBody>
      </p:sp>
      <p:sp>
        <p:nvSpPr>
          <p:cNvPr id="829504" name="Rectangle 64">
            <a:extLst>
              <a:ext uri="{FF2B5EF4-FFF2-40B4-BE49-F238E27FC236}">
                <a16:creationId xmlns:a16="http://schemas.microsoft.com/office/drawing/2014/main" id="{4E4E398F-FA92-7812-489F-0D5BC1961B24}"/>
              </a:ext>
            </a:extLst>
          </p:cNvPr>
          <p:cNvSpPr>
            <a:spLocks noChangeArrowheads="1"/>
          </p:cNvSpPr>
          <p:nvPr/>
        </p:nvSpPr>
        <p:spPr bwMode="auto">
          <a:xfrm>
            <a:off x="7043738" y="3998913"/>
            <a:ext cx="298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3</a:t>
            </a:r>
          </a:p>
        </p:txBody>
      </p:sp>
      <p:sp>
        <p:nvSpPr>
          <p:cNvPr id="829505" name="Rectangle 65">
            <a:extLst>
              <a:ext uri="{FF2B5EF4-FFF2-40B4-BE49-F238E27FC236}">
                <a16:creationId xmlns:a16="http://schemas.microsoft.com/office/drawing/2014/main" id="{4C74E665-5DE0-DECE-3667-21C9AC3D8199}"/>
              </a:ext>
            </a:extLst>
          </p:cNvPr>
          <p:cNvSpPr>
            <a:spLocks noChangeArrowheads="1"/>
          </p:cNvSpPr>
          <p:nvPr/>
        </p:nvSpPr>
        <p:spPr bwMode="auto">
          <a:xfrm>
            <a:off x="8118475" y="1558925"/>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2</a:t>
            </a:r>
          </a:p>
        </p:txBody>
      </p:sp>
      <p:sp>
        <p:nvSpPr>
          <p:cNvPr id="829506" name="Rectangle 66">
            <a:extLst>
              <a:ext uri="{FF2B5EF4-FFF2-40B4-BE49-F238E27FC236}">
                <a16:creationId xmlns:a16="http://schemas.microsoft.com/office/drawing/2014/main" id="{743F1307-0815-54EA-62FC-A9F6F66F6A39}"/>
              </a:ext>
            </a:extLst>
          </p:cNvPr>
          <p:cNvSpPr>
            <a:spLocks noChangeArrowheads="1"/>
          </p:cNvSpPr>
          <p:nvPr/>
        </p:nvSpPr>
        <p:spPr bwMode="auto">
          <a:xfrm>
            <a:off x="8118475" y="1939925"/>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2</a:t>
            </a:r>
          </a:p>
        </p:txBody>
      </p:sp>
      <p:sp>
        <p:nvSpPr>
          <p:cNvPr id="829507" name="Rectangle 67">
            <a:extLst>
              <a:ext uri="{FF2B5EF4-FFF2-40B4-BE49-F238E27FC236}">
                <a16:creationId xmlns:a16="http://schemas.microsoft.com/office/drawing/2014/main" id="{BF964EEE-77E4-3CE6-B968-D3860886FD77}"/>
              </a:ext>
            </a:extLst>
          </p:cNvPr>
          <p:cNvSpPr>
            <a:spLocks noChangeArrowheads="1"/>
          </p:cNvSpPr>
          <p:nvPr/>
        </p:nvSpPr>
        <p:spPr bwMode="auto">
          <a:xfrm>
            <a:off x="8118475" y="2320925"/>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5</a:t>
            </a:r>
          </a:p>
        </p:txBody>
      </p:sp>
      <p:sp>
        <p:nvSpPr>
          <p:cNvPr id="829508" name="Rectangle 68">
            <a:extLst>
              <a:ext uri="{FF2B5EF4-FFF2-40B4-BE49-F238E27FC236}">
                <a16:creationId xmlns:a16="http://schemas.microsoft.com/office/drawing/2014/main" id="{873CF153-165B-B5D9-E1DF-5D7AC4FD107A}"/>
              </a:ext>
            </a:extLst>
          </p:cNvPr>
          <p:cNvSpPr>
            <a:spLocks noChangeArrowheads="1"/>
          </p:cNvSpPr>
          <p:nvPr/>
        </p:nvSpPr>
        <p:spPr bwMode="auto">
          <a:xfrm>
            <a:off x="8118475" y="2701925"/>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4</a:t>
            </a:r>
          </a:p>
        </p:txBody>
      </p:sp>
      <p:sp>
        <p:nvSpPr>
          <p:cNvPr id="829509" name="Rectangle 69">
            <a:extLst>
              <a:ext uri="{FF2B5EF4-FFF2-40B4-BE49-F238E27FC236}">
                <a16:creationId xmlns:a16="http://schemas.microsoft.com/office/drawing/2014/main" id="{3EBCA2DF-CA1B-5E39-53BA-322A3A6A085F}"/>
              </a:ext>
            </a:extLst>
          </p:cNvPr>
          <p:cNvSpPr>
            <a:spLocks noChangeArrowheads="1"/>
          </p:cNvSpPr>
          <p:nvPr/>
        </p:nvSpPr>
        <p:spPr bwMode="auto">
          <a:xfrm>
            <a:off x="8118475" y="3082925"/>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5</a:t>
            </a:r>
          </a:p>
        </p:txBody>
      </p:sp>
      <p:sp>
        <p:nvSpPr>
          <p:cNvPr id="829510" name="Rectangle 70">
            <a:extLst>
              <a:ext uri="{FF2B5EF4-FFF2-40B4-BE49-F238E27FC236}">
                <a16:creationId xmlns:a16="http://schemas.microsoft.com/office/drawing/2014/main" id="{D3C9F4F1-C737-EF54-5FA1-2A794F593AFA}"/>
              </a:ext>
            </a:extLst>
          </p:cNvPr>
          <p:cNvSpPr>
            <a:spLocks noChangeArrowheads="1"/>
          </p:cNvSpPr>
          <p:nvPr/>
        </p:nvSpPr>
        <p:spPr bwMode="auto">
          <a:xfrm>
            <a:off x="8118475" y="3540125"/>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5</a:t>
            </a:r>
          </a:p>
        </p:txBody>
      </p:sp>
      <p:sp>
        <p:nvSpPr>
          <p:cNvPr id="829511" name="Rectangle 71">
            <a:extLst>
              <a:ext uri="{FF2B5EF4-FFF2-40B4-BE49-F238E27FC236}">
                <a16:creationId xmlns:a16="http://schemas.microsoft.com/office/drawing/2014/main" id="{490A4093-6718-4652-1743-ED5281795A9B}"/>
              </a:ext>
            </a:extLst>
          </p:cNvPr>
          <p:cNvSpPr>
            <a:spLocks noChangeArrowheads="1"/>
          </p:cNvSpPr>
          <p:nvPr/>
        </p:nvSpPr>
        <p:spPr bwMode="auto">
          <a:xfrm>
            <a:off x="8118475" y="3997325"/>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4</a:t>
            </a:r>
          </a:p>
        </p:txBody>
      </p:sp>
      <p:sp>
        <p:nvSpPr>
          <p:cNvPr id="829512" name="Oval 72">
            <a:extLst>
              <a:ext uri="{FF2B5EF4-FFF2-40B4-BE49-F238E27FC236}">
                <a16:creationId xmlns:a16="http://schemas.microsoft.com/office/drawing/2014/main" id="{61FF0E70-5E81-07C1-A4DB-75737D5CF7FC}"/>
              </a:ext>
            </a:extLst>
          </p:cNvPr>
          <p:cNvSpPr>
            <a:spLocks noChangeArrowheads="1"/>
          </p:cNvSpPr>
          <p:nvPr/>
        </p:nvSpPr>
        <p:spPr bwMode="auto">
          <a:xfrm>
            <a:off x="1606550" y="5492750"/>
            <a:ext cx="368300" cy="3683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29513" name="Oval 73">
            <a:extLst>
              <a:ext uri="{FF2B5EF4-FFF2-40B4-BE49-F238E27FC236}">
                <a16:creationId xmlns:a16="http://schemas.microsoft.com/office/drawing/2014/main" id="{0C90955A-BF5D-D4C0-4844-1EE8DD2D911A}"/>
              </a:ext>
            </a:extLst>
          </p:cNvPr>
          <p:cNvSpPr>
            <a:spLocks noChangeArrowheads="1"/>
          </p:cNvSpPr>
          <p:nvPr/>
        </p:nvSpPr>
        <p:spPr bwMode="auto">
          <a:xfrm>
            <a:off x="2901950" y="4883150"/>
            <a:ext cx="368300" cy="3683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29514" name="Oval 74">
            <a:extLst>
              <a:ext uri="{FF2B5EF4-FFF2-40B4-BE49-F238E27FC236}">
                <a16:creationId xmlns:a16="http://schemas.microsoft.com/office/drawing/2014/main" id="{481B8186-7916-0B5B-1AC9-4FF825CED480}"/>
              </a:ext>
            </a:extLst>
          </p:cNvPr>
          <p:cNvSpPr>
            <a:spLocks noChangeArrowheads="1"/>
          </p:cNvSpPr>
          <p:nvPr/>
        </p:nvSpPr>
        <p:spPr bwMode="auto">
          <a:xfrm>
            <a:off x="2749550" y="6178550"/>
            <a:ext cx="368300" cy="3683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29515" name="Oval 75">
            <a:extLst>
              <a:ext uri="{FF2B5EF4-FFF2-40B4-BE49-F238E27FC236}">
                <a16:creationId xmlns:a16="http://schemas.microsoft.com/office/drawing/2014/main" id="{C6E330D4-1258-C03A-38CB-D887D6455FD7}"/>
              </a:ext>
            </a:extLst>
          </p:cNvPr>
          <p:cNvSpPr>
            <a:spLocks noChangeArrowheads="1"/>
          </p:cNvSpPr>
          <p:nvPr/>
        </p:nvSpPr>
        <p:spPr bwMode="auto">
          <a:xfrm>
            <a:off x="4438650" y="4819650"/>
            <a:ext cx="342900" cy="342900"/>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29516" name="Oval 76">
            <a:extLst>
              <a:ext uri="{FF2B5EF4-FFF2-40B4-BE49-F238E27FC236}">
                <a16:creationId xmlns:a16="http://schemas.microsoft.com/office/drawing/2014/main" id="{10FD4937-2B53-9FAD-CF1B-0874F8246735}"/>
              </a:ext>
            </a:extLst>
          </p:cNvPr>
          <p:cNvSpPr>
            <a:spLocks noChangeArrowheads="1"/>
          </p:cNvSpPr>
          <p:nvPr/>
        </p:nvSpPr>
        <p:spPr bwMode="auto">
          <a:xfrm>
            <a:off x="4438650" y="6191250"/>
            <a:ext cx="342900" cy="342900"/>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29517" name="Oval 77">
            <a:extLst>
              <a:ext uri="{FF2B5EF4-FFF2-40B4-BE49-F238E27FC236}">
                <a16:creationId xmlns:a16="http://schemas.microsoft.com/office/drawing/2014/main" id="{EA6C8048-9934-D96C-F813-7656B3747BCF}"/>
              </a:ext>
            </a:extLst>
          </p:cNvPr>
          <p:cNvSpPr>
            <a:spLocks noChangeArrowheads="1"/>
          </p:cNvSpPr>
          <p:nvPr/>
        </p:nvSpPr>
        <p:spPr bwMode="auto">
          <a:xfrm>
            <a:off x="6191250" y="4819650"/>
            <a:ext cx="342900" cy="342900"/>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29518" name="Oval 78">
            <a:extLst>
              <a:ext uri="{FF2B5EF4-FFF2-40B4-BE49-F238E27FC236}">
                <a16:creationId xmlns:a16="http://schemas.microsoft.com/office/drawing/2014/main" id="{24406C73-DD25-9D88-64FC-565602DC1B3D}"/>
              </a:ext>
            </a:extLst>
          </p:cNvPr>
          <p:cNvSpPr>
            <a:spLocks noChangeArrowheads="1"/>
          </p:cNvSpPr>
          <p:nvPr/>
        </p:nvSpPr>
        <p:spPr bwMode="auto">
          <a:xfrm>
            <a:off x="6191250" y="6191250"/>
            <a:ext cx="342900" cy="342900"/>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29519" name="Line 79">
            <a:extLst>
              <a:ext uri="{FF2B5EF4-FFF2-40B4-BE49-F238E27FC236}">
                <a16:creationId xmlns:a16="http://schemas.microsoft.com/office/drawing/2014/main" id="{5262C0CB-C3B8-C07F-2F1C-799BC1333524}"/>
              </a:ext>
            </a:extLst>
          </p:cNvPr>
          <p:cNvSpPr>
            <a:spLocks noChangeShapeType="1"/>
          </p:cNvSpPr>
          <p:nvPr/>
        </p:nvSpPr>
        <p:spPr bwMode="auto">
          <a:xfrm flipV="1">
            <a:off x="1905000" y="5181600"/>
            <a:ext cx="990600" cy="3810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20" name="Line 80">
            <a:extLst>
              <a:ext uri="{FF2B5EF4-FFF2-40B4-BE49-F238E27FC236}">
                <a16:creationId xmlns:a16="http://schemas.microsoft.com/office/drawing/2014/main" id="{DB5048B6-8635-CAFB-9EC0-7FFD5189249D}"/>
              </a:ext>
            </a:extLst>
          </p:cNvPr>
          <p:cNvSpPr>
            <a:spLocks noChangeShapeType="1"/>
          </p:cNvSpPr>
          <p:nvPr/>
        </p:nvSpPr>
        <p:spPr bwMode="auto">
          <a:xfrm>
            <a:off x="1828800" y="5867400"/>
            <a:ext cx="914400" cy="4572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21" name="Line 81">
            <a:extLst>
              <a:ext uri="{FF2B5EF4-FFF2-40B4-BE49-F238E27FC236}">
                <a16:creationId xmlns:a16="http://schemas.microsoft.com/office/drawing/2014/main" id="{9F470FE3-BF80-D97F-A9C6-91BC03E27239}"/>
              </a:ext>
            </a:extLst>
          </p:cNvPr>
          <p:cNvSpPr>
            <a:spLocks noChangeShapeType="1"/>
          </p:cNvSpPr>
          <p:nvPr/>
        </p:nvSpPr>
        <p:spPr bwMode="auto">
          <a:xfrm>
            <a:off x="3276600" y="5105400"/>
            <a:ext cx="11430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22" name="Line 82">
            <a:extLst>
              <a:ext uri="{FF2B5EF4-FFF2-40B4-BE49-F238E27FC236}">
                <a16:creationId xmlns:a16="http://schemas.microsoft.com/office/drawing/2014/main" id="{CB6EC920-F4B3-B607-598C-3C27B9338880}"/>
              </a:ext>
            </a:extLst>
          </p:cNvPr>
          <p:cNvSpPr>
            <a:spLocks noChangeShapeType="1"/>
          </p:cNvSpPr>
          <p:nvPr/>
        </p:nvSpPr>
        <p:spPr bwMode="auto">
          <a:xfrm>
            <a:off x="3124200" y="6400800"/>
            <a:ext cx="1295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23" name="Line 83">
            <a:extLst>
              <a:ext uri="{FF2B5EF4-FFF2-40B4-BE49-F238E27FC236}">
                <a16:creationId xmlns:a16="http://schemas.microsoft.com/office/drawing/2014/main" id="{34C0F1BB-524E-CCAF-9BB6-753C3967FE32}"/>
              </a:ext>
            </a:extLst>
          </p:cNvPr>
          <p:cNvSpPr>
            <a:spLocks noChangeShapeType="1"/>
          </p:cNvSpPr>
          <p:nvPr/>
        </p:nvSpPr>
        <p:spPr bwMode="auto">
          <a:xfrm>
            <a:off x="4800600" y="5029200"/>
            <a:ext cx="1371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24" name="Line 84">
            <a:extLst>
              <a:ext uri="{FF2B5EF4-FFF2-40B4-BE49-F238E27FC236}">
                <a16:creationId xmlns:a16="http://schemas.microsoft.com/office/drawing/2014/main" id="{5ED92964-0C59-56EC-5CCB-A8594D0F7B68}"/>
              </a:ext>
            </a:extLst>
          </p:cNvPr>
          <p:cNvSpPr>
            <a:spLocks noChangeShapeType="1"/>
          </p:cNvSpPr>
          <p:nvPr/>
        </p:nvSpPr>
        <p:spPr bwMode="auto">
          <a:xfrm>
            <a:off x="4800600" y="6400800"/>
            <a:ext cx="1371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25" name="Freeform 85">
            <a:extLst>
              <a:ext uri="{FF2B5EF4-FFF2-40B4-BE49-F238E27FC236}">
                <a16:creationId xmlns:a16="http://schemas.microsoft.com/office/drawing/2014/main" id="{748B7F9C-1283-7A39-AE15-9A7674C1FD9E}"/>
              </a:ext>
            </a:extLst>
          </p:cNvPr>
          <p:cNvSpPr>
            <a:spLocks/>
          </p:cNvSpPr>
          <p:nvPr/>
        </p:nvSpPr>
        <p:spPr bwMode="auto">
          <a:xfrm>
            <a:off x="4648200" y="4648200"/>
            <a:ext cx="306388" cy="230188"/>
          </a:xfrm>
          <a:custGeom>
            <a:avLst/>
            <a:gdLst>
              <a:gd name="T0" fmla="*/ 2147483646 w 193"/>
              <a:gd name="T1" fmla="*/ 2147483646 h 145"/>
              <a:gd name="T2" fmla="*/ 2147483646 w 193"/>
              <a:gd name="T3" fmla="*/ 0 h 145"/>
              <a:gd name="T4" fmla="*/ 0 w 193"/>
              <a:gd name="T5" fmla="*/ 0 h 145"/>
              <a:gd name="T6" fmla="*/ 2147483646 w 193"/>
              <a:gd name="T7" fmla="*/ 2147483646 h 145"/>
              <a:gd name="T8" fmla="*/ 0 60000 65536"/>
              <a:gd name="T9" fmla="*/ 0 60000 65536"/>
              <a:gd name="T10" fmla="*/ 0 60000 65536"/>
              <a:gd name="T11" fmla="*/ 0 60000 65536"/>
              <a:gd name="T12" fmla="*/ 0 w 193"/>
              <a:gd name="T13" fmla="*/ 0 h 145"/>
              <a:gd name="T14" fmla="*/ 193 w 193"/>
              <a:gd name="T15" fmla="*/ 145 h 145"/>
            </a:gdLst>
            <a:ahLst/>
            <a:cxnLst>
              <a:cxn ang="T8">
                <a:pos x="T0" y="T1"/>
              </a:cxn>
              <a:cxn ang="T9">
                <a:pos x="T2" y="T3"/>
              </a:cxn>
              <a:cxn ang="T10">
                <a:pos x="T4" y="T5"/>
              </a:cxn>
              <a:cxn ang="T11">
                <a:pos x="T6" y="T7"/>
              </a:cxn>
            </a:cxnLst>
            <a:rect l="T12" t="T13" r="T14" b="T15"/>
            <a:pathLst>
              <a:path w="193" h="145">
                <a:moveTo>
                  <a:pt x="96" y="144"/>
                </a:moveTo>
                <a:lnTo>
                  <a:pt x="192" y="0"/>
                </a:lnTo>
                <a:lnTo>
                  <a:pt x="0" y="0"/>
                </a:lnTo>
                <a:lnTo>
                  <a:pt x="48" y="144"/>
                </a:lnTo>
              </a:path>
            </a:pathLst>
          </a:custGeom>
          <a:noFill/>
          <a:ln w="12700" cap="rnd" cmpd="sng">
            <a:solidFill>
              <a:schemeClr val="tx1"/>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526" name="Freeform 86">
            <a:extLst>
              <a:ext uri="{FF2B5EF4-FFF2-40B4-BE49-F238E27FC236}">
                <a16:creationId xmlns:a16="http://schemas.microsoft.com/office/drawing/2014/main" id="{3959141B-6F85-B101-C850-BD3B65D8E92E}"/>
              </a:ext>
            </a:extLst>
          </p:cNvPr>
          <p:cNvSpPr>
            <a:spLocks/>
          </p:cNvSpPr>
          <p:nvPr/>
        </p:nvSpPr>
        <p:spPr bwMode="auto">
          <a:xfrm>
            <a:off x="4343400" y="6553200"/>
            <a:ext cx="458788" cy="230188"/>
          </a:xfrm>
          <a:custGeom>
            <a:avLst/>
            <a:gdLst>
              <a:gd name="T0" fmla="*/ 2147483646 w 289"/>
              <a:gd name="T1" fmla="*/ 0 h 145"/>
              <a:gd name="T2" fmla="*/ 0 w 289"/>
              <a:gd name="T3" fmla="*/ 2147483646 h 145"/>
              <a:gd name="T4" fmla="*/ 2147483646 w 289"/>
              <a:gd name="T5" fmla="*/ 2147483646 h 145"/>
              <a:gd name="T6" fmla="*/ 2147483646 w 289"/>
              <a:gd name="T7" fmla="*/ 0 h 145"/>
              <a:gd name="T8" fmla="*/ 0 60000 65536"/>
              <a:gd name="T9" fmla="*/ 0 60000 65536"/>
              <a:gd name="T10" fmla="*/ 0 60000 65536"/>
              <a:gd name="T11" fmla="*/ 0 60000 65536"/>
              <a:gd name="T12" fmla="*/ 0 w 289"/>
              <a:gd name="T13" fmla="*/ 0 h 145"/>
              <a:gd name="T14" fmla="*/ 289 w 289"/>
              <a:gd name="T15" fmla="*/ 145 h 145"/>
            </a:gdLst>
            <a:ahLst/>
            <a:cxnLst>
              <a:cxn ang="T8">
                <a:pos x="T0" y="T1"/>
              </a:cxn>
              <a:cxn ang="T9">
                <a:pos x="T2" y="T3"/>
              </a:cxn>
              <a:cxn ang="T10">
                <a:pos x="T4" y="T5"/>
              </a:cxn>
              <a:cxn ang="T11">
                <a:pos x="T6" y="T7"/>
              </a:cxn>
            </a:cxnLst>
            <a:rect l="T12" t="T13" r="T14" b="T15"/>
            <a:pathLst>
              <a:path w="289" h="145">
                <a:moveTo>
                  <a:pt x="96" y="0"/>
                </a:moveTo>
                <a:lnTo>
                  <a:pt x="0" y="144"/>
                </a:lnTo>
                <a:lnTo>
                  <a:pt x="288" y="144"/>
                </a:lnTo>
                <a:lnTo>
                  <a:pt x="192" y="0"/>
                </a:lnTo>
              </a:path>
            </a:pathLst>
          </a:custGeom>
          <a:noFill/>
          <a:ln w="12700" cap="rnd" cmpd="sng">
            <a:solidFill>
              <a:schemeClr val="tx1"/>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9527" name="Line 87">
            <a:extLst>
              <a:ext uri="{FF2B5EF4-FFF2-40B4-BE49-F238E27FC236}">
                <a16:creationId xmlns:a16="http://schemas.microsoft.com/office/drawing/2014/main" id="{9BD0088B-5487-29B3-48DC-C1A93F9E89B4}"/>
              </a:ext>
            </a:extLst>
          </p:cNvPr>
          <p:cNvSpPr>
            <a:spLocks noChangeShapeType="1"/>
          </p:cNvSpPr>
          <p:nvPr/>
        </p:nvSpPr>
        <p:spPr bwMode="auto">
          <a:xfrm flipH="1">
            <a:off x="4724400" y="5105400"/>
            <a:ext cx="1524000" cy="11430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28" name="Line 88">
            <a:extLst>
              <a:ext uri="{FF2B5EF4-FFF2-40B4-BE49-F238E27FC236}">
                <a16:creationId xmlns:a16="http://schemas.microsoft.com/office/drawing/2014/main" id="{BF145F62-0708-8BB1-2D58-A459F6813469}"/>
              </a:ext>
            </a:extLst>
          </p:cNvPr>
          <p:cNvSpPr>
            <a:spLocks noChangeShapeType="1"/>
          </p:cNvSpPr>
          <p:nvPr/>
        </p:nvSpPr>
        <p:spPr bwMode="auto">
          <a:xfrm flipH="1" flipV="1">
            <a:off x="4724400" y="5181600"/>
            <a:ext cx="1524000" cy="10668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29" name="Arc 89">
            <a:extLst>
              <a:ext uri="{FF2B5EF4-FFF2-40B4-BE49-F238E27FC236}">
                <a16:creationId xmlns:a16="http://schemas.microsoft.com/office/drawing/2014/main" id="{D3E5D3F5-8764-006D-33BC-54CDF630CF6D}"/>
              </a:ext>
            </a:extLst>
          </p:cNvPr>
          <p:cNvSpPr>
            <a:spLocks/>
          </p:cNvSpPr>
          <p:nvPr/>
        </p:nvSpPr>
        <p:spPr bwMode="auto">
          <a:xfrm>
            <a:off x="6477000" y="5183188"/>
            <a:ext cx="382588" cy="609600"/>
          </a:xfrm>
          <a:custGeom>
            <a:avLst/>
            <a:gdLst>
              <a:gd name="T0" fmla="*/ 0 w 21690"/>
              <a:gd name="T1" fmla="*/ 0 h 21600"/>
              <a:gd name="T2" fmla="*/ 2147483646 w 21690"/>
              <a:gd name="T3" fmla="*/ 2147483646 h 21600"/>
              <a:gd name="T4" fmla="*/ 2147483646 w 21690"/>
              <a:gd name="T5" fmla="*/ 2147483646 h 21600"/>
              <a:gd name="T6" fmla="*/ 0 60000 65536"/>
              <a:gd name="T7" fmla="*/ 0 60000 65536"/>
              <a:gd name="T8" fmla="*/ 0 60000 65536"/>
              <a:gd name="T9" fmla="*/ 0 w 21690"/>
              <a:gd name="T10" fmla="*/ 0 h 21600"/>
              <a:gd name="T11" fmla="*/ 21690 w 21690"/>
              <a:gd name="T12" fmla="*/ 21600 h 21600"/>
            </a:gdLst>
            <a:ahLst/>
            <a:cxnLst>
              <a:cxn ang="T6">
                <a:pos x="T0" y="T1"/>
              </a:cxn>
              <a:cxn ang="T7">
                <a:pos x="T2" y="T3"/>
              </a:cxn>
              <a:cxn ang="T8">
                <a:pos x="T4" y="T5"/>
              </a:cxn>
            </a:cxnLst>
            <a:rect l="T9" t="T10" r="T11" b="T12"/>
            <a:pathLst>
              <a:path w="21690" h="21600" fill="none" extrusionOk="0">
                <a:moveTo>
                  <a:pt x="0" y="0"/>
                </a:moveTo>
                <a:cubicBezTo>
                  <a:pt x="30" y="0"/>
                  <a:pt x="60" y="-1"/>
                  <a:pt x="90" y="0"/>
                </a:cubicBezTo>
                <a:cubicBezTo>
                  <a:pt x="12019" y="0"/>
                  <a:pt x="21690" y="9670"/>
                  <a:pt x="21690" y="21600"/>
                </a:cubicBezTo>
              </a:path>
              <a:path w="21690" h="21600" stroke="0" extrusionOk="0">
                <a:moveTo>
                  <a:pt x="0" y="0"/>
                </a:moveTo>
                <a:cubicBezTo>
                  <a:pt x="30" y="0"/>
                  <a:pt x="60" y="-1"/>
                  <a:pt x="90" y="0"/>
                </a:cubicBezTo>
                <a:cubicBezTo>
                  <a:pt x="12019" y="0"/>
                  <a:pt x="21690" y="9670"/>
                  <a:pt x="21690" y="21600"/>
                </a:cubicBezTo>
                <a:lnTo>
                  <a:pt x="90" y="21600"/>
                </a:lnTo>
                <a:lnTo>
                  <a:pt x="0" y="0"/>
                </a:lnTo>
                <a:close/>
              </a:path>
            </a:pathLst>
          </a:custGeom>
          <a:noFill/>
          <a:ln w="12700" cap="rnd">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530" name="Arc 90">
            <a:extLst>
              <a:ext uri="{FF2B5EF4-FFF2-40B4-BE49-F238E27FC236}">
                <a16:creationId xmlns:a16="http://schemas.microsoft.com/office/drawing/2014/main" id="{29EA38A9-80A2-3EB8-43C6-24AF65D1CC57}"/>
              </a:ext>
            </a:extLst>
          </p:cNvPr>
          <p:cNvSpPr>
            <a:spLocks/>
          </p:cNvSpPr>
          <p:nvPr/>
        </p:nvSpPr>
        <p:spPr bwMode="auto">
          <a:xfrm>
            <a:off x="6553200" y="5791200"/>
            <a:ext cx="304800" cy="457200"/>
          </a:xfrm>
          <a:custGeom>
            <a:avLst/>
            <a:gdLst>
              <a:gd name="T0" fmla="*/ 2147483646 w 21600"/>
              <a:gd name="T1" fmla="*/ 0 h 21600"/>
              <a:gd name="T2" fmla="*/ 0 w 21600"/>
              <a:gd name="T3" fmla="*/ 2147483646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531" name="Arc 91">
            <a:extLst>
              <a:ext uri="{FF2B5EF4-FFF2-40B4-BE49-F238E27FC236}">
                <a16:creationId xmlns:a16="http://schemas.microsoft.com/office/drawing/2014/main" id="{F0021710-00E6-EFF9-FEDE-A3C24E68FC45}"/>
              </a:ext>
            </a:extLst>
          </p:cNvPr>
          <p:cNvSpPr>
            <a:spLocks/>
          </p:cNvSpPr>
          <p:nvPr/>
        </p:nvSpPr>
        <p:spPr bwMode="auto">
          <a:xfrm>
            <a:off x="6097588" y="5183188"/>
            <a:ext cx="228600" cy="533400"/>
          </a:xfrm>
          <a:custGeom>
            <a:avLst/>
            <a:gdLst>
              <a:gd name="T0" fmla="*/ 0 w 21600"/>
              <a:gd name="T1" fmla="*/ 2147483646 h 21599"/>
              <a:gd name="T2" fmla="*/ 2147483646 w 21600"/>
              <a:gd name="T3" fmla="*/ 0 h 21599"/>
              <a:gd name="T4" fmla="*/ 2147483646 w 21600"/>
              <a:gd name="T5" fmla="*/ 2147483646 h 21599"/>
              <a:gd name="T6" fmla="*/ 0 60000 65536"/>
              <a:gd name="T7" fmla="*/ 0 60000 65536"/>
              <a:gd name="T8" fmla="*/ 0 60000 65536"/>
              <a:gd name="T9" fmla="*/ 0 w 21600"/>
              <a:gd name="T10" fmla="*/ 0 h 21599"/>
              <a:gd name="T11" fmla="*/ 21600 w 21600"/>
              <a:gd name="T12" fmla="*/ 21599 h 21599"/>
            </a:gdLst>
            <a:ahLst/>
            <a:cxnLst>
              <a:cxn ang="T6">
                <a:pos x="T0" y="T1"/>
              </a:cxn>
              <a:cxn ang="T7">
                <a:pos x="T2" y="T3"/>
              </a:cxn>
              <a:cxn ang="T8">
                <a:pos x="T4" y="T5"/>
              </a:cxn>
            </a:cxnLst>
            <a:rect l="T9" t="T10" r="T11" b="T12"/>
            <a:pathLst>
              <a:path w="21600" h="21599" fill="none" extrusionOk="0">
                <a:moveTo>
                  <a:pt x="0" y="21599"/>
                </a:moveTo>
                <a:cubicBezTo>
                  <a:pt x="0" y="9728"/>
                  <a:pt x="9579" y="81"/>
                  <a:pt x="21449" y="-1"/>
                </a:cubicBezTo>
              </a:path>
              <a:path w="21600" h="21599" stroke="0" extrusionOk="0">
                <a:moveTo>
                  <a:pt x="0" y="21599"/>
                </a:moveTo>
                <a:cubicBezTo>
                  <a:pt x="0" y="9728"/>
                  <a:pt x="9579" y="81"/>
                  <a:pt x="21449" y="-1"/>
                </a:cubicBezTo>
                <a:lnTo>
                  <a:pt x="21600" y="21599"/>
                </a:lnTo>
                <a:lnTo>
                  <a:pt x="0" y="21599"/>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532" name="Arc 92">
            <a:extLst>
              <a:ext uri="{FF2B5EF4-FFF2-40B4-BE49-F238E27FC236}">
                <a16:creationId xmlns:a16="http://schemas.microsoft.com/office/drawing/2014/main" id="{A644A3E2-5E74-1B8C-681D-3E0CEDCAF3CE}"/>
              </a:ext>
            </a:extLst>
          </p:cNvPr>
          <p:cNvSpPr>
            <a:spLocks/>
          </p:cNvSpPr>
          <p:nvPr/>
        </p:nvSpPr>
        <p:spPr bwMode="auto">
          <a:xfrm>
            <a:off x="6097588" y="5583238"/>
            <a:ext cx="152400" cy="590550"/>
          </a:xfrm>
          <a:custGeom>
            <a:avLst/>
            <a:gdLst>
              <a:gd name="T0" fmla="*/ 2147483646 w 21600"/>
              <a:gd name="T1" fmla="*/ 2147483646 h 23901"/>
              <a:gd name="T2" fmla="*/ 2147483646 w 21600"/>
              <a:gd name="T3" fmla="*/ 0 h 23901"/>
              <a:gd name="T4" fmla="*/ 2147483646 w 21600"/>
              <a:gd name="T5" fmla="*/ 2147483646 h 23901"/>
              <a:gd name="T6" fmla="*/ 0 60000 65536"/>
              <a:gd name="T7" fmla="*/ 0 60000 65536"/>
              <a:gd name="T8" fmla="*/ 0 60000 65536"/>
              <a:gd name="T9" fmla="*/ 0 w 21600"/>
              <a:gd name="T10" fmla="*/ 0 h 23901"/>
              <a:gd name="T11" fmla="*/ 21600 w 21600"/>
              <a:gd name="T12" fmla="*/ 23901 h 23901"/>
            </a:gdLst>
            <a:ahLst/>
            <a:cxnLst>
              <a:cxn ang="T6">
                <a:pos x="T0" y="T1"/>
              </a:cxn>
              <a:cxn ang="T7">
                <a:pos x="T2" y="T3"/>
              </a:cxn>
              <a:cxn ang="T8">
                <a:pos x="T4" y="T5"/>
              </a:cxn>
            </a:cxnLst>
            <a:rect l="T9" t="T10" r="T11" b="T12"/>
            <a:pathLst>
              <a:path w="21600" h="23901" fill="none" extrusionOk="0">
                <a:moveTo>
                  <a:pt x="21600" y="23901"/>
                </a:moveTo>
                <a:cubicBezTo>
                  <a:pt x="9670" y="23901"/>
                  <a:pt x="0" y="14230"/>
                  <a:pt x="0" y="2301"/>
                </a:cubicBezTo>
                <a:cubicBezTo>
                  <a:pt x="-1" y="1532"/>
                  <a:pt x="41" y="764"/>
                  <a:pt x="122" y="-1"/>
                </a:cubicBezTo>
              </a:path>
              <a:path w="21600" h="23901" stroke="0" extrusionOk="0">
                <a:moveTo>
                  <a:pt x="21600" y="23901"/>
                </a:moveTo>
                <a:cubicBezTo>
                  <a:pt x="9670" y="23901"/>
                  <a:pt x="0" y="14230"/>
                  <a:pt x="0" y="2301"/>
                </a:cubicBezTo>
                <a:cubicBezTo>
                  <a:pt x="-1" y="1532"/>
                  <a:pt x="41" y="764"/>
                  <a:pt x="122" y="-1"/>
                </a:cubicBezTo>
                <a:lnTo>
                  <a:pt x="21600" y="2301"/>
                </a:lnTo>
                <a:lnTo>
                  <a:pt x="21600" y="23901"/>
                </a:lnTo>
                <a:close/>
              </a:path>
            </a:pathLst>
          </a:custGeom>
          <a:noFill/>
          <a:ln w="12700" cap="rnd">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533" name="Rectangle 93">
            <a:extLst>
              <a:ext uri="{FF2B5EF4-FFF2-40B4-BE49-F238E27FC236}">
                <a16:creationId xmlns:a16="http://schemas.microsoft.com/office/drawing/2014/main" id="{8E4449F7-CC17-FA4D-60B6-6CCD4B7D98B0}"/>
              </a:ext>
            </a:extLst>
          </p:cNvPr>
          <p:cNvSpPr>
            <a:spLocks noChangeArrowheads="1"/>
          </p:cNvSpPr>
          <p:nvPr/>
        </p:nvSpPr>
        <p:spPr bwMode="auto">
          <a:xfrm>
            <a:off x="1660525" y="54800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0</a:t>
            </a:r>
          </a:p>
        </p:txBody>
      </p:sp>
      <p:sp>
        <p:nvSpPr>
          <p:cNvPr id="829534" name="Rectangle 94">
            <a:extLst>
              <a:ext uri="{FF2B5EF4-FFF2-40B4-BE49-F238E27FC236}">
                <a16:creationId xmlns:a16="http://schemas.microsoft.com/office/drawing/2014/main" id="{A4A540A2-C599-3EA6-07C9-39830D04A31D}"/>
              </a:ext>
            </a:extLst>
          </p:cNvPr>
          <p:cNvSpPr>
            <a:spLocks noChangeArrowheads="1"/>
          </p:cNvSpPr>
          <p:nvPr/>
        </p:nvSpPr>
        <p:spPr bwMode="auto">
          <a:xfrm>
            <a:off x="2955925" y="4951413"/>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1</a:t>
            </a:r>
          </a:p>
        </p:txBody>
      </p:sp>
      <p:sp>
        <p:nvSpPr>
          <p:cNvPr id="829535" name="Rectangle 95">
            <a:extLst>
              <a:ext uri="{FF2B5EF4-FFF2-40B4-BE49-F238E27FC236}">
                <a16:creationId xmlns:a16="http://schemas.microsoft.com/office/drawing/2014/main" id="{D0779890-B39B-0AD0-329E-24FA7A61AAD5}"/>
              </a:ext>
            </a:extLst>
          </p:cNvPr>
          <p:cNvSpPr>
            <a:spLocks noChangeArrowheads="1"/>
          </p:cNvSpPr>
          <p:nvPr/>
        </p:nvSpPr>
        <p:spPr bwMode="auto">
          <a:xfrm>
            <a:off x="2803525" y="616585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2</a:t>
            </a:r>
          </a:p>
        </p:txBody>
      </p:sp>
      <p:sp>
        <p:nvSpPr>
          <p:cNvPr id="829536" name="Rectangle 96">
            <a:extLst>
              <a:ext uri="{FF2B5EF4-FFF2-40B4-BE49-F238E27FC236}">
                <a16:creationId xmlns:a16="http://schemas.microsoft.com/office/drawing/2014/main" id="{99A82D50-C7E9-DAD0-DA0A-2F200B90561C}"/>
              </a:ext>
            </a:extLst>
          </p:cNvPr>
          <p:cNvSpPr>
            <a:spLocks noChangeArrowheads="1"/>
          </p:cNvSpPr>
          <p:nvPr/>
        </p:nvSpPr>
        <p:spPr bwMode="auto">
          <a:xfrm>
            <a:off x="4479925" y="4875213"/>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3</a:t>
            </a:r>
          </a:p>
        </p:txBody>
      </p:sp>
      <p:sp>
        <p:nvSpPr>
          <p:cNvPr id="829537" name="Rectangle 97">
            <a:extLst>
              <a:ext uri="{FF2B5EF4-FFF2-40B4-BE49-F238E27FC236}">
                <a16:creationId xmlns:a16="http://schemas.microsoft.com/office/drawing/2014/main" id="{F6259D99-BC0F-4206-F70C-9A6824C3B9BF}"/>
              </a:ext>
            </a:extLst>
          </p:cNvPr>
          <p:cNvSpPr>
            <a:spLocks noChangeArrowheads="1"/>
          </p:cNvSpPr>
          <p:nvPr/>
        </p:nvSpPr>
        <p:spPr bwMode="auto">
          <a:xfrm>
            <a:off x="6232525" y="4799013"/>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4</a:t>
            </a:r>
          </a:p>
        </p:txBody>
      </p:sp>
      <p:sp>
        <p:nvSpPr>
          <p:cNvPr id="829538" name="Rectangle 98">
            <a:extLst>
              <a:ext uri="{FF2B5EF4-FFF2-40B4-BE49-F238E27FC236}">
                <a16:creationId xmlns:a16="http://schemas.microsoft.com/office/drawing/2014/main" id="{341878C8-37F1-4F8E-4945-31BC69A8BF3B}"/>
              </a:ext>
            </a:extLst>
          </p:cNvPr>
          <p:cNvSpPr>
            <a:spLocks noChangeArrowheads="1"/>
          </p:cNvSpPr>
          <p:nvPr/>
        </p:nvSpPr>
        <p:spPr bwMode="auto">
          <a:xfrm>
            <a:off x="4479925" y="6170613"/>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5</a:t>
            </a:r>
          </a:p>
        </p:txBody>
      </p:sp>
      <p:sp>
        <p:nvSpPr>
          <p:cNvPr id="829539" name="Rectangle 99">
            <a:extLst>
              <a:ext uri="{FF2B5EF4-FFF2-40B4-BE49-F238E27FC236}">
                <a16:creationId xmlns:a16="http://schemas.microsoft.com/office/drawing/2014/main" id="{43F13E32-A9D3-7608-72A8-28567493CE5B}"/>
              </a:ext>
            </a:extLst>
          </p:cNvPr>
          <p:cNvSpPr>
            <a:spLocks noChangeArrowheads="1"/>
          </p:cNvSpPr>
          <p:nvPr/>
        </p:nvSpPr>
        <p:spPr bwMode="auto">
          <a:xfrm>
            <a:off x="6232525" y="6170613"/>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6</a:t>
            </a:r>
          </a:p>
        </p:txBody>
      </p:sp>
      <p:sp>
        <p:nvSpPr>
          <p:cNvPr id="829540" name="Arc 100">
            <a:extLst>
              <a:ext uri="{FF2B5EF4-FFF2-40B4-BE49-F238E27FC236}">
                <a16:creationId xmlns:a16="http://schemas.microsoft.com/office/drawing/2014/main" id="{92CF7237-C973-826A-78FC-4D409192B125}"/>
              </a:ext>
            </a:extLst>
          </p:cNvPr>
          <p:cNvSpPr>
            <a:spLocks/>
          </p:cNvSpPr>
          <p:nvPr/>
        </p:nvSpPr>
        <p:spPr bwMode="auto">
          <a:xfrm>
            <a:off x="3124200" y="5259388"/>
            <a:ext cx="153988" cy="609600"/>
          </a:xfrm>
          <a:custGeom>
            <a:avLst/>
            <a:gdLst>
              <a:gd name="T0" fmla="*/ 0 w 21825"/>
              <a:gd name="T1" fmla="*/ 2147483646 h 21600"/>
              <a:gd name="T2" fmla="*/ 2147483646 w 21825"/>
              <a:gd name="T3" fmla="*/ 2147483646 h 21600"/>
              <a:gd name="T4" fmla="*/ 2147483646 w 21825"/>
              <a:gd name="T5" fmla="*/ 2147483646 h 21600"/>
              <a:gd name="T6" fmla="*/ 0 60000 65536"/>
              <a:gd name="T7" fmla="*/ 0 60000 65536"/>
              <a:gd name="T8" fmla="*/ 0 60000 65536"/>
              <a:gd name="T9" fmla="*/ 0 w 21825"/>
              <a:gd name="T10" fmla="*/ 0 h 21600"/>
              <a:gd name="T11" fmla="*/ 21825 w 21825"/>
              <a:gd name="T12" fmla="*/ 21600 h 21600"/>
            </a:gdLst>
            <a:ahLst/>
            <a:cxnLst>
              <a:cxn ang="T6">
                <a:pos x="T0" y="T1"/>
              </a:cxn>
              <a:cxn ang="T7">
                <a:pos x="T2" y="T3"/>
              </a:cxn>
              <a:cxn ang="T8">
                <a:pos x="T4" y="T5"/>
              </a:cxn>
            </a:cxnLst>
            <a:rect l="T9" t="T10" r="T11" b="T12"/>
            <a:pathLst>
              <a:path w="21825" h="21600" fill="none" extrusionOk="0">
                <a:moveTo>
                  <a:pt x="0" y="1"/>
                </a:moveTo>
                <a:cubicBezTo>
                  <a:pt x="74" y="0"/>
                  <a:pt x="149" y="-1"/>
                  <a:pt x="225" y="0"/>
                </a:cubicBezTo>
                <a:cubicBezTo>
                  <a:pt x="12154" y="0"/>
                  <a:pt x="21825" y="9670"/>
                  <a:pt x="21825" y="21600"/>
                </a:cubicBezTo>
              </a:path>
              <a:path w="21825" h="21600" stroke="0" extrusionOk="0">
                <a:moveTo>
                  <a:pt x="0" y="1"/>
                </a:moveTo>
                <a:cubicBezTo>
                  <a:pt x="74" y="0"/>
                  <a:pt x="149" y="-1"/>
                  <a:pt x="225" y="0"/>
                </a:cubicBezTo>
                <a:cubicBezTo>
                  <a:pt x="12154" y="0"/>
                  <a:pt x="21825" y="9670"/>
                  <a:pt x="21825" y="21600"/>
                </a:cubicBezTo>
                <a:lnTo>
                  <a:pt x="225" y="21600"/>
                </a:lnTo>
                <a:lnTo>
                  <a:pt x="0" y="1"/>
                </a:lnTo>
                <a:close/>
              </a:path>
            </a:pathLst>
          </a:custGeom>
          <a:noFill/>
          <a:ln w="12700" cap="rnd">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541" name="Arc 101">
            <a:extLst>
              <a:ext uri="{FF2B5EF4-FFF2-40B4-BE49-F238E27FC236}">
                <a16:creationId xmlns:a16="http://schemas.microsoft.com/office/drawing/2014/main" id="{A84651AF-D508-DEE6-74CA-3F80B114D45B}"/>
              </a:ext>
            </a:extLst>
          </p:cNvPr>
          <p:cNvSpPr>
            <a:spLocks/>
          </p:cNvSpPr>
          <p:nvPr/>
        </p:nvSpPr>
        <p:spPr bwMode="auto">
          <a:xfrm>
            <a:off x="3048000" y="5867400"/>
            <a:ext cx="228600" cy="304800"/>
          </a:xfrm>
          <a:custGeom>
            <a:avLst/>
            <a:gdLst>
              <a:gd name="T0" fmla="*/ 2147483646 w 21600"/>
              <a:gd name="T1" fmla="*/ 0 h 21600"/>
              <a:gd name="T2" fmla="*/ 0 w 21600"/>
              <a:gd name="T3" fmla="*/ 2147483646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542" name="Arc 102">
            <a:extLst>
              <a:ext uri="{FF2B5EF4-FFF2-40B4-BE49-F238E27FC236}">
                <a16:creationId xmlns:a16="http://schemas.microsoft.com/office/drawing/2014/main" id="{34948A91-AA8D-5A25-5F2F-79E9DB4D2EE1}"/>
              </a:ext>
            </a:extLst>
          </p:cNvPr>
          <p:cNvSpPr>
            <a:spLocks/>
          </p:cNvSpPr>
          <p:nvPr/>
        </p:nvSpPr>
        <p:spPr bwMode="auto">
          <a:xfrm>
            <a:off x="2668588" y="5715000"/>
            <a:ext cx="152400" cy="457200"/>
          </a:xfrm>
          <a:custGeom>
            <a:avLst/>
            <a:gdLst>
              <a:gd name="T0" fmla="*/ 2147483646 w 21600"/>
              <a:gd name="T1" fmla="*/ 2147483646 h 21600"/>
              <a:gd name="T2" fmla="*/ 0 w 21600"/>
              <a:gd name="T3" fmla="*/ 0 h 21600"/>
              <a:gd name="T4" fmla="*/ 2147483646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12700" cap="rnd">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543" name="Arc 103">
            <a:extLst>
              <a:ext uri="{FF2B5EF4-FFF2-40B4-BE49-F238E27FC236}">
                <a16:creationId xmlns:a16="http://schemas.microsoft.com/office/drawing/2014/main" id="{D2C73EF0-37CC-BFFB-785D-A7AA5C95D548}"/>
              </a:ext>
            </a:extLst>
          </p:cNvPr>
          <p:cNvSpPr>
            <a:spLocks/>
          </p:cNvSpPr>
          <p:nvPr/>
        </p:nvSpPr>
        <p:spPr bwMode="auto">
          <a:xfrm>
            <a:off x="2668588" y="5183188"/>
            <a:ext cx="304800" cy="609600"/>
          </a:xfrm>
          <a:custGeom>
            <a:avLst/>
            <a:gdLst>
              <a:gd name="T0" fmla="*/ 0 w 21600"/>
              <a:gd name="T1" fmla="*/ 2147483646 h 21600"/>
              <a:gd name="T2" fmla="*/ 2147483646 w 21600"/>
              <a:gd name="T3" fmla="*/ 0 h 21600"/>
              <a:gd name="T4" fmla="*/ 2147483646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14"/>
                  <a:pt x="9602" y="61"/>
                  <a:pt x="21488" y="0"/>
                </a:cubicBezTo>
              </a:path>
              <a:path w="21600" h="21600" stroke="0" extrusionOk="0">
                <a:moveTo>
                  <a:pt x="0" y="21600"/>
                </a:moveTo>
                <a:cubicBezTo>
                  <a:pt x="0" y="9714"/>
                  <a:pt x="9602" y="61"/>
                  <a:pt x="21488" y="0"/>
                </a:cubicBezTo>
                <a:lnTo>
                  <a:pt x="21600" y="21600"/>
                </a:lnTo>
                <a:lnTo>
                  <a:pt x="0" y="2160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29544" name="Rectangle 104">
            <a:extLst>
              <a:ext uri="{FF2B5EF4-FFF2-40B4-BE49-F238E27FC236}">
                <a16:creationId xmlns:a16="http://schemas.microsoft.com/office/drawing/2014/main" id="{E3D3E478-F56F-C846-2CE5-3C313F994155}"/>
              </a:ext>
            </a:extLst>
          </p:cNvPr>
          <p:cNvSpPr>
            <a:spLocks noChangeArrowheads="1"/>
          </p:cNvSpPr>
          <p:nvPr/>
        </p:nvSpPr>
        <p:spPr bwMode="auto">
          <a:xfrm>
            <a:off x="2193925" y="5103813"/>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a</a:t>
            </a:r>
          </a:p>
        </p:txBody>
      </p:sp>
      <p:sp>
        <p:nvSpPr>
          <p:cNvPr id="829545" name="Rectangle 105">
            <a:extLst>
              <a:ext uri="{FF2B5EF4-FFF2-40B4-BE49-F238E27FC236}">
                <a16:creationId xmlns:a16="http://schemas.microsoft.com/office/drawing/2014/main" id="{F68A36A7-BBC5-9B12-1773-16F60202EFA5}"/>
              </a:ext>
            </a:extLst>
          </p:cNvPr>
          <p:cNvSpPr>
            <a:spLocks noChangeArrowheads="1"/>
          </p:cNvSpPr>
          <p:nvPr/>
        </p:nvSpPr>
        <p:spPr bwMode="auto">
          <a:xfrm>
            <a:off x="2422525" y="5561013"/>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b</a:t>
            </a:r>
          </a:p>
        </p:txBody>
      </p:sp>
      <p:sp>
        <p:nvSpPr>
          <p:cNvPr id="829546" name="Rectangle 106">
            <a:extLst>
              <a:ext uri="{FF2B5EF4-FFF2-40B4-BE49-F238E27FC236}">
                <a16:creationId xmlns:a16="http://schemas.microsoft.com/office/drawing/2014/main" id="{09425629-A0EC-5ED0-68F0-4D4EF8D186DD}"/>
              </a:ext>
            </a:extLst>
          </p:cNvPr>
          <p:cNvSpPr>
            <a:spLocks noChangeArrowheads="1"/>
          </p:cNvSpPr>
          <p:nvPr/>
        </p:nvSpPr>
        <p:spPr bwMode="auto">
          <a:xfrm>
            <a:off x="2193925" y="5865813"/>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b</a:t>
            </a:r>
          </a:p>
        </p:txBody>
      </p:sp>
      <p:sp>
        <p:nvSpPr>
          <p:cNvPr id="829547" name="Rectangle 107">
            <a:extLst>
              <a:ext uri="{FF2B5EF4-FFF2-40B4-BE49-F238E27FC236}">
                <a16:creationId xmlns:a16="http://schemas.microsoft.com/office/drawing/2014/main" id="{88EB81D2-9406-4C13-006D-9C7CD3864EAC}"/>
              </a:ext>
            </a:extLst>
          </p:cNvPr>
          <p:cNvSpPr>
            <a:spLocks noChangeArrowheads="1"/>
          </p:cNvSpPr>
          <p:nvPr/>
        </p:nvSpPr>
        <p:spPr bwMode="auto">
          <a:xfrm>
            <a:off x="3260725" y="5484813"/>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a</a:t>
            </a:r>
          </a:p>
        </p:txBody>
      </p:sp>
      <p:sp>
        <p:nvSpPr>
          <p:cNvPr id="829548" name="Rectangle 108">
            <a:extLst>
              <a:ext uri="{FF2B5EF4-FFF2-40B4-BE49-F238E27FC236}">
                <a16:creationId xmlns:a16="http://schemas.microsoft.com/office/drawing/2014/main" id="{6E97E687-58C6-63AA-758D-2F5AC3F397D2}"/>
              </a:ext>
            </a:extLst>
          </p:cNvPr>
          <p:cNvSpPr>
            <a:spLocks noChangeArrowheads="1"/>
          </p:cNvSpPr>
          <p:nvPr/>
        </p:nvSpPr>
        <p:spPr bwMode="auto">
          <a:xfrm>
            <a:off x="3717925" y="4799013"/>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a</a:t>
            </a:r>
          </a:p>
        </p:txBody>
      </p:sp>
      <p:sp>
        <p:nvSpPr>
          <p:cNvPr id="829549" name="Rectangle 109">
            <a:extLst>
              <a:ext uri="{FF2B5EF4-FFF2-40B4-BE49-F238E27FC236}">
                <a16:creationId xmlns:a16="http://schemas.microsoft.com/office/drawing/2014/main" id="{F02EA1C4-C05C-B698-DD79-2DDA41C450FE}"/>
              </a:ext>
            </a:extLst>
          </p:cNvPr>
          <p:cNvSpPr>
            <a:spLocks noChangeArrowheads="1"/>
          </p:cNvSpPr>
          <p:nvPr/>
        </p:nvSpPr>
        <p:spPr bwMode="auto">
          <a:xfrm>
            <a:off x="3641725" y="6170613"/>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b</a:t>
            </a:r>
          </a:p>
        </p:txBody>
      </p:sp>
      <p:sp>
        <p:nvSpPr>
          <p:cNvPr id="829550" name="Rectangle 110">
            <a:extLst>
              <a:ext uri="{FF2B5EF4-FFF2-40B4-BE49-F238E27FC236}">
                <a16:creationId xmlns:a16="http://schemas.microsoft.com/office/drawing/2014/main" id="{436D608F-552F-6927-8517-9268D0ABEB06}"/>
              </a:ext>
            </a:extLst>
          </p:cNvPr>
          <p:cNvSpPr>
            <a:spLocks noChangeArrowheads="1"/>
          </p:cNvSpPr>
          <p:nvPr/>
        </p:nvSpPr>
        <p:spPr bwMode="auto">
          <a:xfrm>
            <a:off x="5013325" y="5637213"/>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b</a:t>
            </a:r>
          </a:p>
        </p:txBody>
      </p:sp>
      <p:sp>
        <p:nvSpPr>
          <p:cNvPr id="829551" name="Rectangle 111">
            <a:extLst>
              <a:ext uri="{FF2B5EF4-FFF2-40B4-BE49-F238E27FC236}">
                <a16:creationId xmlns:a16="http://schemas.microsoft.com/office/drawing/2014/main" id="{9CFAB070-AB62-8B3A-AE9A-6DA8459060B8}"/>
              </a:ext>
            </a:extLst>
          </p:cNvPr>
          <p:cNvSpPr>
            <a:spLocks noChangeArrowheads="1"/>
          </p:cNvSpPr>
          <p:nvPr/>
        </p:nvSpPr>
        <p:spPr bwMode="auto">
          <a:xfrm>
            <a:off x="5089525" y="5256213"/>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a</a:t>
            </a:r>
          </a:p>
        </p:txBody>
      </p:sp>
      <p:sp>
        <p:nvSpPr>
          <p:cNvPr id="829552" name="Rectangle 112">
            <a:extLst>
              <a:ext uri="{FF2B5EF4-FFF2-40B4-BE49-F238E27FC236}">
                <a16:creationId xmlns:a16="http://schemas.microsoft.com/office/drawing/2014/main" id="{27541D31-3EAF-242E-671F-8151EDC67F08}"/>
              </a:ext>
            </a:extLst>
          </p:cNvPr>
          <p:cNvSpPr>
            <a:spLocks noChangeArrowheads="1"/>
          </p:cNvSpPr>
          <p:nvPr/>
        </p:nvSpPr>
        <p:spPr bwMode="auto">
          <a:xfrm>
            <a:off x="5318125" y="4799013"/>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b</a:t>
            </a:r>
          </a:p>
        </p:txBody>
      </p:sp>
      <p:sp>
        <p:nvSpPr>
          <p:cNvPr id="829553" name="Rectangle 113">
            <a:extLst>
              <a:ext uri="{FF2B5EF4-FFF2-40B4-BE49-F238E27FC236}">
                <a16:creationId xmlns:a16="http://schemas.microsoft.com/office/drawing/2014/main" id="{A0B377F5-1FED-BCB5-3B28-2C8E34207BE9}"/>
              </a:ext>
            </a:extLst>
          </p:cNvPr>
          <p:cNvSpPr>
            <a:spLocks noChangeArrowheads="1"/>
          </p:cNvSpPr>
          <p:nvPr/>
        </p:nvSpPr>
        <p:spPr bwMode="auto">
          <a:xfrm>
            <a:off x="5318125" y="6170613"/>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a</a:t>
            </a:r>
          </a:p>
        </p:txBody>
      </p:sp>
      <p:sp>
        <p:nvSpPr>
          <p:cNvPr id="829554" name="Rectangle 114">
            <a:extLst>
              <a:ext uri="{FF2B5EF4-FFF2-40B4-BE49-F238E27FC236}">
                <a16:creationId xmlns:a16="http://schemas.microsoft.com/office/drawing/2014/main" id="{33F16C6B-318D-89D0-484B-0A01EA19F7F2}"/>
              </a:ext>
            </a:extLst>
          </p:cNvPr>
          <p:cNvSpPr>
            <a:spLocks noChangeArrowheads="1"/>
          </p:cNvSpPr>
          <p:nvPr/>
        </p:nvSpPr>
        <p:spPr bwMode="auto">
          <a:xfrm>
            <a:off x="5851525" y="5484813"/>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a</a:t>
            </a:r>
          </a:p>
        </p:txBody>
      </p:sp>
      <p:sp>
        <p:nvSpPr>
          <p:cNvPr id="829555" name="Rectangle 115">
            <a:extLst>
              <a:ext uri="{FF2B5EF4-FFF2-40B4-BE49-F238E27FC236}">
                <a16:creationId xmlns:a16="http://schemas.microsoft.com/office/drawing/2014/main" id="{C83B80C8-9EF2-EF11-ED48-AE086ED0E284}"/>
              </a:ext>
            </a:extLst>
          </p:cNvPr>
          <p:cNvSpPr>
            <a:spLocks noChangeArrowheads="1"/>
          </p:cNvSpPr>
          <p:nvPr/>
        </p:nvSpPr>
        <p:spPr bwMode="auto">
          <a:xfrm>
            <a:off x="6842125" y="5484813"/>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b</a:t>
            </a:r>
          </a:p>
        </p:txBody>
      </p:sp>
      <p:sp>
        <p:nvSpPr>
          <p:cNvPr id="829556" name="Rectangle 116">
            <a:extLst>
              <a:ext uri="{FF2B5EF4-FFF2-40B4-BE49-F238E27FC236}">
                <a16:creationId xmlns:a16="http://schemas.microsoft.com/office/drawing/2014/main" id="{1A7589AF-807B-781F-865F-0E6F5F51D900}"/>
              </a:ext>
            </a:extLst>
          </p:cNvPr>
          <p:cNvSpPr>
            <a:spLocks noChangeArrowheads="1"/>
          </p:cNvSpPr>
          <p:nvPr/>
        </p:nvSpPr>
        <p:spPr bwMode="auto">
          <a:xfrm>
            <a:off x="4784725" y="4646613"/>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a</a:t>
            </a:r>
          </a:p>
        </p:txBody>
      </p:sp>
      <p:sp>
        <p:nvSpPr>
          <p:cNvPr id="829557" name="Rectangle 117">
            <a:extLst>
              <a:ext uri="{FF2B5EF4-FFF2-40B4-BE49-F238E27FC236}">
                <a16:creationId xmlns:a16="http://schemas.microsoft.com/office/drawing/2014/main" id="{C90784EC-009A-4E3A-02D7-81A31EDE69E6}"/>
              </a:ext>
            </a:extLst>
          </p:cNvPr>
          <p:cNvSpPr>
            <a:spLocks noChangeArrowheads="1"/>
          </p:cNvSpPr>
          <p:nvPr/>
        </p:nvSpPr>
        <p:spPr bwMode="auto">
          <a:xfrm>
            <a:off x="4146550" y="6381750"/>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400">
                <a:solidFill>
                  <a:schemeClr val="tx2"/>
                </a:solidFill>
                <a:latin typeface="Times New Roman" panose="02020603050405020304" pitchFamily="18" charset="0"/>
                <a:ea typeface="宋体" panose="02010600030101010101" pitchFamily="2" charset="-122"/>
              </a:rPr>
              <a:t>b</a:t>
            </a:r>
          </a:p>
        </p:txBody>
      </p:sp>
      <p:sp>
        <p:nvSpPr>
          <p:cNvPr id="829558" name="Text Box 118">
            <a:extLst>
              <a:ext uri="{FF2B5EF4-FFF2-40B4-BE49-F238E27FC236}">
                <a16:creationId xmlns:a16="http://schemas.microsoft.com/office/drawing/2014/main" id="{657D67BD-8C0A-7AF3-6BCE-801C53740748}"/>
              </a:ext>
            </a:extLst>
          </p:cNvPr>
          <p:cNvSpPr txBox="1">
            <a:spLocks noChangeArrowheads="1"/>
          </p:cNvSpPr>
          <p:nvPr/>
        </p:nvSpPr>
        <p:spPr bwMode="auto">
          <a:xfrm>
            <a:off x="468313" y="4437063"/>
            <a:ext cx="3529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2075" tIns="46038" rIns="92075" bIns="46038">
            <a:spAutoFit/>
          </a:bodyPr>
          <a:lstStyle>
            <a:lvl1pPr marL="457200" indent="-457200">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a:ea typeface="宋体" panose="02010600030101010101" pitchFamily="2" charset="-122"/>
              </a:rPr>
              <a:t>4</a:t>
            </a:r>
            <a:r>
              <a:rPr kumimoji="1" lang="zh-CN" altLang="en-US" sz="2400">
                <a:ea typeface="宋体" panose="02010600030101010101" pitchFamily="2" charset="-122"/>
              </a:rPr>
              <a:t>）画出状态转换图</a:t>
            </a:r>
          </a:p>
        </p:txBody>
      </p:sp>
      <p:sp>
        <p:nvSpPr>
          <p:cNvPr id="829559" name="Rectangle 119">
            <a:extLst>
              <a:ext uri="{FF2B5EF4-FFF2-40B4-BE49-F238E27FC236}">
                <a16:creationId xmlns:a16="http://schemas.microsoft.com/office/drawing/2014/main" id="{C0274CE2-A5D4-E520-C600-EB4BA5C267E9}"/>
              </a:ext>
            </a:extLst>
          </p:cNvPr>
          <p:cNvSpPr>
            <a:spLocks noChangeArrowheads="1"/>
          </p:cNvSpPr>
          <p:nvPr/>
        </p:nvSpPr>
        <p:spPr bwMode="auto">
          <a:xfrm>
            <a:off x="1812925" y="14843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rgbClr val="FF3300"/>
                </a:solidFill>
                <a:ea typeface="宋体" panose="02010600030101010101" pitchFamily="2" charset="-122"/>
              </a:rPr>
              <a:t>0</a:t>
            </a:r>
          </a:p>
        </p:txBody>
      </p:sp>
      <p:sp>
        <p:nvSpPr>
          <p:cNvPr id="829560" name="Rectangle 120">
            <a:extLst>
              <a:ext uri="{FF2B5EF4-FFF2-40B4-BE49-F238E27FC236}">
                <a16:creationId xmlns:a16="http://schemas.microsoft.com/office/drawing/2014/main" id="{A8C4BB64-65FA-81D8-7F88-E7A643C5CCC6}"/>
              </a:ext>
            </a:extLst>
          </p:cNvPr>
          <p:cNvSpPr>
            <a:spLocks noChangeArrowheads="1"/>
          </p:cNvSpPr>
          <p:nvPr/>
        </p:nvSpPr>
        <p:spPr bwMode="auto">
          <a:xfrm>
            <a:off x="1835150" y="183832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rgbClr val="FF3300"/>
                </a:solidFill>
                <a:ea typeface="宋体" panose="02010600030101010101" pitchFamily="2" charset="-122"/>
              </a:rPr>
              <a:t>1</a:t>
            </a:r>
          </a:p>
        </p:txBody>
      </p:sp>
      <p:sp>
        <p:nvSpPr>
          <p:cNvPr id="829561" name="Rectangle 121">
            <a:extLst>
              <a:ext uri="{FF2B5EF4-FFF2-40B4-BE49-F238E27FC236}">
                <a16:creationId xmlns:a16="http://schemas.microsoft.com/office/drawing/2014/main" id="{5412FAA9-3012-F29B-C27F-88BC0878FBFA}"/>
              </a:ext>
            </a:extLst>
          </p:cNvPr>
          <p:cNvSpPr>
            <a:spLocks noChangeArrowheads="1"/>
          </p:cNvSpPr>
          <p:nvPr/>
        </p:nvSpPr>
        <p:spPr bwMode="auto">
          <a:xfrm>
            <a:off x="1835150" y="21986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rgbClr val="FF3300"/>
                </a:solidFill>
                <a:ea typeface="宋体" panose="02010600030101010101" pitchFamily="2" charset="-122"/>
              </a:rPr>
              <a:t>2</a:t>
            </a:r>
          </a:p>
        </p:txBody>
      </p:sp>
      <p:sp>
        <p:nvSpPr>
          <p:cNvPr id="829562" name="Rectangle 122">
            <a:extLst>
              <a:ext uri="{FF2B5EF4-FFF2-40B4-BE49-F238E27FC236}">
                <a16:creationId xmlns:a16="http://schemas.microsoft.com/office/drawing/2014/main" id="{2FAE3CB5-D6C2-5E43-33BC-FCAD5D27A881}"/>
              </a:ext>
            </a:extLst>
          </p:cNvPr>
          <p:cNvSpPr>
            <a:spLocks noChangeArrowheads="1"/>
          </p:cNvSpPr>
          <p:nvPr/>
        </p:nvSpPr>
        <p:spPr bwMode="auto">
          <a:xfrm>
            <a:off x="1835150" y="26368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rgbClr val="FF3300"/>
                </a:solidFill>
                <a:ea typeface="宋体" panose="02010600030101010101" pitchFamily="2" charset="-122"/>
              </a:rPr>
              <a:t>3</a:t>
            </a:r>
          </a:p>
        </p:txBody>
      </p:sp>
      <p:sp>
        <p:nvSpPr>
          <p:cNvPr id="829563" name="Rectangle 123">
            <a:extLst>
              <a:ext uri="{FF2B5EF4-FFF2-40B4-BE49-F238E27FC236}">
                <a16:creationId xmlns:a16="http://schemas.microsoft.com/office/drawing/2014/main" id="{7962A81D-7013-D16A-3D92-B9B6C277F75A}"/>
              </a:ext>
            </a:extLst>
          </p:cNvPr>
          <p:cNvSpPr>
            <a:spLocks noChangeArrowheads="1"/>
          </p:cNvSpPr>
          <p:nvPr/>
        </p:nvSpPr>
        <p:spPr bwMode="auto">
          <a:xfrm>
            <a:off x="1822450" y="30686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rgbClr val="FF3300"/>
                </a:solidFill>
                <a:ea typeface="宋体" panose="02010600030101010101" pitchFamily="2" charset="-122"/>
              </a:rPr>
              <a:t>4</a:t>
            </a:r>
          </a:p>
        </p:txBody>
      </p:sp>
      <p:sp>
        <p:nvSpPr>
          <p:cNvPr id="829564" name="Rectangle 124">
            <a:extLst>
              <a:ext uri="{FF2B5EF4-FFF2-40B4-BE49-F238E27FC236}">
                <a16:creationId xmlns:a16="http://schemas.microsoft.com/office/drawing/2014/main" id="{3BABE4BD-7E6F-9EDC-8661-5724430946ED}"/>
              </a:ext>
            </a:extLst>
          </p:cNvPr>
          <p:cNvSpPr>
            <a:spLocks noChangeArrowheads="1"/>
          </p:cNvSpPr>
          <p:nvPr/>
        </p:nvSpPr>
        <p:spPr bwMode="auto">
          <a:xfrm>
            <a:off x="1825625" y="348456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rgbClr val="FF3300"/>
                </a:solidFill>
                <a:ea typeface="宋体" panose="02010600030101010101" pitchFamily="2" charset="-122"/>
              </a:rPr>
              <a:t>5</a:t>
            </a:r>
          </a:p>
        </p:txBody>
      </p:sp>
      <p:sp>
        <p:nvSpPr>
          <p:cNvPr id="829565" name="Rectangle 125">
            <a:extLst>
              <a:ext uri="{FF2B5EF4-FFF2-40B4-BE49-F238E27FC236}">
                <a16:creationId xmlns:a16="http://schemas.microsoft.com/office/drawing/2014/main" id="{D65A3D70-FC66-2EC6-5CB4-2C135E08A666}"/>
              </a:ext>
            </a:extLst>
          </p:cNvPr>
          <p:cNvSpPr>
            <a:spLocks noChangeArrowheads="1"/>
          </p:cNvSpPr>
          <p:nvPr/>
        </p:nvSpPr>
        <p:spPr bwMode="auto">
          <a:xfrm>
            <a:off x="1812925" y="39258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rgbClr val="FF3300"/>
                </a:solidFill>
                <a:ea typeface="宋体" panose="02010600030101010101" pitchFamily="2" charset="-122"/>
              </a:rPr>
              <a:t>6</a:t>
            </a:r>
          </a:p>
        </p:txBody>
      </p:sp>
      <p:sp>
        <p:nvSpPr>
          <p:cNvPr id="75902" name="灯片编号占位符 125">
            <a:extLst>
              <a:ext uri="{FF2B5EF4-FFF2-40B4-BE49-F238E27FC236}">
                <a16:creationId xmlns:a16="http://schemas.microsoft.com/office/drawing/2014/main" id="{6F5E2B19-E62E-9213-D32C-99D2752053C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4A6E0972-EE36-F34B-BB11-D2262C91D5A0}"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64</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2955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2956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2956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2956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2956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2956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2956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829478"/>
                                        </p:tgtEl>
                                        <p:attrNameLst>
                                          <p:attrName>style.visibility</p:attrName>
                                        </p:attrNameLst>
                                      </p:cBhvr>
                                      <p:to>
                                        <p:strVal val="visible"/>
                                      </p:to>
                                    </p:set>
                                    <p:animEffect transition="in" filter="blinds(horizontal)">
                                      <p:cBhvr>
                                        <p:cTn id="23" dur="500"/>
                                        <p:tgtEl>
                                          <p:spTgt spid="829478"/>
                                        </p:tgtEl>
                                      </p:cBhvr>
                                    </p:animEffect>
                                  </p:childTnLst>
                                </p:cTn>
                              </p:par>
                              <p:par>
                                <p:cTn id="24" presetID="3" presetClass="entr" presetSubtype="10" fill="hold" nodeType="withEffect">
                                  <p:stCondLst>
                                    <p:cond delay="0"/>
                                  </p:stCondLst>
                                  <p:childTnLst>
                                    <p:set>
                                      <p:cBhvr>
                                        <p:cTn id="25" dur="1" fill="hold">
                                          <p:stCondLst>
                                            <p:cond delay="0"/>
                                          </p:stCondLst>
                                        </p:cTn>
                                        <p:tgtEl>
                                          <p:spTgt spid="829479"/>
                                        </p:tgtEl>
                                        <p:attrNameLst>
                                          <p:attrName>style.visibility</p:attrName>
                                        </p:attrNameLst>
                                      </p:cBhvr>
                                      <p:to>
                                        <p:strVal val="visible"/>
                                      </p:to>
                                    </p:set>
                                    <p:animEffect transition="in" filter="blinds(horizontal)">
                                      <p:cBhvr>
                                        <p:cTn id="26" dur="500"/>
                                        <p:tgtEl>
                                          <p:spTgt spid="829479"/>
                                        </p:tgtEl>
                                      </p:cBhvr>
                                    </p:animEffect>
                                  </p:childTnLst>
                                </p:cTn>
                              </p:par>
                              <p:par>
                                <p:cTn id="27" presetID="3" presetClass="entr" presetSubtype="10" fill="hold" nodeType="withEffect">
                                  <p:stCondLst>
                                    <p:cond delay="0"/>
                                  </p:stCondLst>
                                  <p:childTnLst>
                                    <p:set>
                                      <p:cBhvr>
                                        <p:cTn id="28" dur="1" fill="hold">
                                          <p:stCondLst>
                                            <p:cond delay="0"/>
                                          </p:stCondLst>
                                        </p:cTn>
                                        <p:tgtEl>
                                          <p:spTgt spid="829480"/>
                                        </p:tgtEl>
                                        <p:attrNameLst>
                                          <p:attrName>style.visibility</p:attrName>
                                        </p:attrNameLst>
                                      </p:cBhvr>
                                      <p:to>
                                        <p:strVal val="visible"/>
                                      </p:to>
                                    </p:set>
                                    <p:animEffect transition="in" filter="blinds(horizontal)">
                                      <p:cBhvr>
                                        <p:cTn id="29" dur="500"/>
                                        <p:tgtEl>
                                          <p:spTgt spid="829480"/>
                                        </p:tgtEl>
                                      </p:cBhvr>
                                    </p:animEffect>
                                  </p:childTnLst>
                                </p:cTn>
                              </p:par>
                              <p:par>
                                <p:cTn id="30" presetID="3" presetClass="entr" presetSubtype="10" fill="hold" nodeType="withEffect">
                                  <p:stCondLst>
                                    <p:cond delay="0"/>
                                  </p:stCondLst>
                                  <p:childTnLst>
                                    <p:set>
                                      <p:cBhvr>
                                        <p:cTn id="31" dur="1" fill="hold">
                                          <p:stCondLst>
                                            <p:cond delay="0"/>
                                          </p:stCondLst>
                                        </p:cTn>
                                        <p:tgtEl>
                                          <p:spTgt spid="829481"/>
                                        </p:tgtEl>
                                        <p:attrNameLst>
                                          <p:attrName>style.visibility</p:attrName>
                                        </p:attrNameLst>
                                      </p:cBhvr>
                                      <p:to>
                                        <p:strVal val="visible"/>
                                      </p:to>
                                    </p:set>
                                    <p:animEffect transition="in" filter="blinds(horizontal)">
                                      <p:cBhvr>
                                        <p:cTn id="32" dur="500"/>
                                        <p:tgtEl>
                                          <p:spTgt spid="829481"/>
                                        </p:tgtEl>
                                      </p:cBhvr>
                                    </p:animEffect>
                                  </p:childTnLst>
                                </p:cTn>
                              </p:par>
                              <p:par>
                                <p:cTn id="33" presetID="3" presetClass="entr" presetSubtype="10" fill="hold" nodeType="withEffect">
                                  <p:stCondLst>
                                    <p:cond delay="0"/>
                                  </p:stCondLst>
                                  <p:childTnLst>
                                    <p:set>
                                      <p:cBhvr>
                                        <p:cTn id="34" dur="1" fill="hold">
                                          <p:stCondLst>
                                            <p:cond delay="0"/>
                                          </p:stCondLst>
                                        </p:cTn>
                                        <p:tgtEl>
                                          <p:spTgt spid="829482"/>
                                        </p:tgtEl>
                                        <p:attrNameLst>
                                          <p:attrName>style.visibility</p:attrName>
                                        </p:attrNameLst>
                                      </p:cBhvr>
                                      <p:to>
                                        <p:strVal val="visible"/>
                                      </p:to>
                                    </p:set>
                                    <p:animEffect transition="in" filter="blinds(horizontal)">
                                      <p:cBhvr>
                                        <p:cTn id="35" dur="500"/>
                                        <p:tgtEl>
                                          <p:spTgt spid="829482"/>
                                        </p:tgtEl>
                                      </p:cBhvr>
                                    </p:animEffect>
                                  </p:childTnLst>
                                </p:cTn>
                              </p:par>
                              <p:par>
                                <p:cTn id="36" presetID="3" presetClass="entr" presetSubtype="10" fill="hold" nodeType="withEffect">
                                  <p:stCondLst>
                                    <p:cond delay="0"/>
                                  </p:stCondLst>
                                  <p:childTnLst>
                                    <p:set>
                                      <p:cBhvr>
                                        <p:cTn id="37" dur="1" fill="hold">
                                          <p:stCondLst>
                                            <p:cond delay="0"/>
                                          </p:stCondLst>
                                        </p:cTn>
                                        <p:tgtEl>
                                          <p:spTgt spid="829483"/>
                                        </p:tgtEl>
                                        <p:attrNameLst>
                                          <p:attrName>style.visibility</p:attrName>
                                        </p:attrNameLst>
                                      </p:cBhvr>
                                      <p:to>
                                        <p:strVal val="visible"/>
                                      </p:to>
                                    </p:set>
                                    <p:animEffect transition="in" filter="blinds(horizontal)">
                                      <p:cBhvr>
                                        <p:cTn id="38" dur="500"/>
                                        <p:tgtEl>
                                          <p:spTgt spid="829483"/>
                                        </p:tgtEl>
                                      </p:cBhvr>
                                    </p:animEffect>
                                  </p:childTnLst>
                                </p:cTn>
                              </p:par>
                              <p:par>
                                <p:cTn id="39" presetID="3" presetClass="entr" presetSubtype="10" fill="hold" nodeType="withEffect">
                                  <p:stCondLst>
                                    <p:cond delay="0"/>
                                  </p:stCondLst>
                                  <p:childTnLst>
                                    <p:set>
                                      <p:cBhvr>
                                        <p:cTn id="40" dur="1" fill="hold">
                                          <p:stCondLst>
                                            <p:cond delay="0"/>
                                          </p:stCondLst>
                                        </p:cTn>
                                        <p:tgtEl>
                                          <p:spTgt spid="829484"/>
                                        </p:tgtEl>
                                        <p:attrNameLst>
                                          <p:attrName>style.visibility</p:attrName>
                                        </p:attrNameLst>
                                      </p:cBhvr>
                                      <p:to>
                                        <p:strVal val="visible"/>
                                      </p:to>
                                    </p:set>
                                    <p:animEffect transition="in" filter="blinds(horizontal)">
                                      <p:cBhvr>
                                        <p:cTn id="41" dur="500"/>
                                        <p:tgtEl>
                                          <p:spTgt spid="829484"/>
                                        </p:tgtEl>
                                      </p:cBhvr>
                                    </p:animEffect>
                                  </p:childTnLst>
                                </p:cTn>
                              </p:par>
                              <p:par>
                                <p:cTn id="42" presetID="3" presetClass="entr" presetSubtype="10" fill="hold" nodeType="withEffect">
                                  <p:stCondLst>
                                    <p:cond delay="0"/>
                                  </p:stCondLst>
                                  <p:childTnLst>
                                    <p:set>
                                      <p:cBhvr>
                                        <p:cTn id="43" dur="1" fill="hold">
                                          <p:stCondLst>
                                            <p:cond delay="0"/>
                                          </p:stCondLst>
                                        </p:cTn>
                                        <p:tgtEl>
                                          <p:spTgt spid="829485"/>
                                        </p:tgtEl>
                                        <p:attrNameLst>
                                          <p:attrName>style.visibility</p:attrName>
                                        </p:attrNameLst>
                                      </p:cBhvr>
                                      <p:to>
                                        <p:strVal val="visible"/>
                                      </p:to>
                                    </p:set>
                                    <p:animEffect transition="in" filter="blinds(horizontal)">
                                      <p:cBhvr>
                                        <p:cTn id="44" dur="500"/>
                                        <p:tgtEl>
                                          <p:spTgt spid="829485"/>
                                        </p:tgtEl>
                                      </p:cBhvr>
                                    </p:animEffect>
                                  </p:childTnLst>
                                </p:cTn>
                              </p:par>
                              <p:par>
                                <p:cTn id="45" presetID="3" presetClass="entr" presetSubtype="10" fill="hold" nodeType="withEffect">
                                  <p:stCondLst>
                                    <p:cond delay="0"/>
                                  </p:stCondLst>
                                  <p:childTnLst>
                                    <p:set>
                                      <p:cBhvr>
                                        <p:cTn id="46" dur="1" fill="hold">
                                          <p:stCondLst>
                                            <p:cond delay="0"/>
                                          </p:stCondLst>
                                        </p:cTn>
                                        <p:tgtEl>
                                          <p:spTgt spid="829486"/>
                                        </p:tgtEl>
                                        <p:attrNameLst>
                                          <p:attrName>style.visibility</p:attrName>
                                        </p:attrNameLst>
                                      </p:cBhvr>
                                      <p:to>
                                        <p:strVal val="visible"/>
                                      </p:to>
                                    </p:set>
                                    <p:animEffect transition="in" filter="blinds(horizontal)">
                                      <p:cBhvr>
                                        <p:cTn id="47" dur="500"/>
                                        <p:tgtEl>
                                          <p:spTgt spid="829486"/>
                                        </p:tgtEl>
                                      </p:cBhvr>
                                    </p:animEffect>
                                  </p:childTnLst>
                                </p:cTn>
                              </p:par>
                              <p:par>
                                <p:cTn id="48" presetID="3" presetClass="entr" presetSubtype="10" fill="hold" nodeType="withEffect">
                                  <p:stCondLst>
                                    <p:cond delay="0"/>
                                  </p:stCondLst>
                                  <p:childTnLst>
                                    <p:set>
                                      <p:cBhvr>
                                        <p:cTn id="49" dur="1" fill="hold">
                                          <p:stCondLst>
                                            <p:cond delay="0"/>
                                          </p:stCondLst>
                                        </p:cTn>
                                        <p:tgtEl>
                                          <p:spTgt spid="829487"/>
                                        </p:tgtEl>
                                        <p:attrNameLst>
                                          <p:attrName>style.visibility</p:attrName>
                                        </p:attrNameLst>
                                      </p:cBhvr>
                                      <p:to>
                                        <p:strVal val="visible"/>
                                      </p:to>
                                    </p:set>
                                    <p:animEffect transition="in" filter="blinds(horizontal)">
                                      <p:cBhvr>
                                        <p:cTn id="50" dur="500"/>
                                        <p:tgtEl>
                                          <p:spTgt spid="829487"/>
                                        </p:tgtEl>
                                      </p:cBhvr>
                                    </p:animEffect>
                                  </p:childTnLst>
                                </p:cTn>
                              </p:par>
                              <p:par>
                                <p:cTn id="51" presetID="3" presetClass="entr" presetSubtype="10" fill="hold" nodeType="withEffect">
                                  <p:stCondLst>
                                    <p:cond delay="0"/>
                                  </p:stCondLst>
                                  <p:childTnLst>
                                    <p:set>
                                      <p:cBhvr>
                                        <p:cTn id="52" dur="1" fill="hold">
                                          <p:stCondLst>
                                            <p:cond delay="0"/>
                                          </p:stCondLst>
                                        </p:cTn>
                                        <p:tgtEl>
                                          <p:spTgt spid="829488"/>
                                        </p:tgtEl>
                                        <p:attrNameLst>
                                          <p:attrName>style.visibility</p:attrName>
                                        </p:attrNameLst>
                                      </p:cBhvr>
                                      <p:to>
                                        <p:strVal val="visible"/>
                                      </p:to>
                                    </p:set>
                                    <p:animEffect transition="in" filter="blinds(horizontal)">
                                      <p:cBhvr>
                                        <p:cTn id="53" dur="500"/>
                                        <p:tgtEl>
                                          <p:spTgt spid="829488"/>
                                        </p:tgtEl>
                                      </p:cBhvr>
                                    </p:animEffect>
                                  </p:childTnLst>
                                </p:cTn>
                              </p:par>
                              <p:par>
                                <p:cTn id="54" presetID="3" presetClass="entr" presetSubtype="10" fill="hold" nodeType="withEffect">
                                  <p:stCondLst>
                                    <p:cond delay="0"/>
                                  </p:stCondLst>
                                  <p:childTnLst>
                                    <p:set>
                                      <p:cBhvr>
                                        <p:cTn id="55" dur="1" fill="hold">
                                          <p:stCondLst>
                                            <p:cond delay="0"/>
                                          </p:stCondLst>
                                        </p:cTn>
                                        <p:tgtEl>
                                          <p:spTgt spid="829489"/>
                                        </p:tgtEl>
                                        <p:attrNameLst>
                                          <p:attrName>style.visibility</p:attrName>
                                        </p:attrNameLst>
                                      </p:cBhvr>
                                      <p:to>
                                        <p:strVal val="visible"/>
                                      </p:to>
                                    </p:set>
                                    <p:animEffect transition="in" filter="blinds(horizontal)">
                                      <p:cBhvr>
                                        <p:cTn id="56" dur="500"/>
                                        <p:tgtEl>
                                          <p:spTgt spid="829489"/>
                                        </p:tgtEl>
                                      </p:cBhvr>
                                    </p:animEffect>
                                  </p:childTnLst>
                                </p:cTn>
                              </p:par>
                              <p:par>
                                <p:cTn id="57" presetID="3" presetClass="entr" presetSubtype="10" fill="hold" nodeType="withEffect">
                                  <p:stCondLst>
                                    <p:cond delay="0"/>
                                  </p:stCondLst>
                                  <p:childTnLst>
                                    <p:set>
                                      <p:cBhvr>
                                        <p:cTn id="58" dur="1" fill="hold">
                                          <p:stCondLst>
                                            <p:cond delay="0"/>
                                          </p:stCondLst>
                                        </p:cTn>
                                        <p:tgtEl>
                                          <p:spTgt spid="829490"/>
                                        </p:tgtEl>
                                        <p:attrNameLst>
                                          <p:attrName>style.visibility</p:attrName>
                                        </p:attrNameLst>
                                      </p:cBhvr>
                                      <p:to>
                                        <p:strVal val="visible"/>
                                      </p:to>
                                    </p:set>
                                    <p:animEffect transition="in" filter="blinds(horizontal)">
                                      <p:cBhvr>
                                        <p:cTn id="59" dur="500"/>
                                        <p:tgtEl>
                                          <p:spTgt spid="829490"/>
                                        </p:tgtEl>
                                      </p:cBhvr>
                                    </p:animEffect>
                                  </p:childTnLst>
                                </p:cTn>
                              </p:par>
                              <p:par>
                                <p:cTn id="60" presetID="3" presetClass="entr" presetSubtype="10" fill="hold" nodeType="withEffect">
                                  <p:stCondLst>
                                    <p:cond delay="0"/>
                                  </p:stCondLst>
                                  <p:childTnLst>
                                    <p:set>
                                      <p:cBhvr>
                                        <p:cTn id="61" dur="1" fill="hold">
                                          <p:stCondLst>
                                            <p:cond delay="0"/>
                                          </p:stCondLst>
                                        </p:cTn>
                                        <p:tgtEl>
                                          <p:spTgt spid="829491"/>
                                        </p:tgtEl>
                                        <p:attrNameLst>
                                          <p:attrName>style.visibility</p:attrName>
                                        </p:attrNameLst>
                                      </p:cBhvr>
                                      <p:to>
                                        <p:strVal val="visible"/>
                                      </p:to>
                                    </p:set>
                                    <p:animEffect transition="in" filter="blinds(horizontal)">
                                      <p:cBhvr>
                                        <p:cTn id="62" dur="500"/>
                                        <p:tgtEl>
                                          <p:spTgt spid="829491"/>
                                        </p:tgtEl>
                                      </p:cBhvr>
                                    </p:animEffect>
                                  </p:childTnLst>
                                </p:cTn>
                              </p:par>
                              <p:par>
                                <p:cTn id="63" presetID="3" presetClass="entr" presetSubtype="10" fill="hold" nodeType="withEffect">
                                  <p:stCondLst>
                                    <p:cond delay="0"/>
                                  </p:stCondLst>
                                  <p:childTnLst>
                                    <p:set>
                                      <p:cBhvr>
                                        <p:cTn id="64" dur="1" fill="hold">
                                          <p:stCondLst>
                                            <p:cond delay="0"/>
                                          </p:stCondLst>
                                        </p:cTn>
                                        <p:tgtEl>
                                          <p:spTgt spid="829492"/>
                                        </p:tgtEl>
                                        <p:attrNameLst>
                                          <p:attrName>style.visibility</p:attrName>
                                        </p:attrNameLst>
                                      </p:cBhvr>
                                      <p:to>
                                        <p:strVal val="visible"/>
                                      </p:to>
                                    </p:set>
                                    <p:animEffect transition="in" filter="blinds(horizontal)">
                                      <p:cBhvr>
                                        <p:cTn id="65" dur="500"/>
                                        <p:tgtEl>
                                          <p:spTgt spid="829492"/>
                                        </p:tgtEl>
                                      </p:cBhvr>
                                    </p:animEffect>
                                  </p:childTnLst>
                                </p:cTn>
                              </p:par>
                              <p:par>
                                <p:cTn id="66" presetID="3" presetClass="entr" presetSubtype="10" fill="hold" nodeType="withEffect">
                                  <p:stCondLst>
                                    <p:cond delay="0"/>
                                  </p:stCondLst>
                                  <p:childTnLst>
                                    <p:set>
                                      <p:cBhvr>
                                        <p:cTn id="67" dur="1" fill="hold">
                                          <p:stCondLst>
                                            <p:cond delay="0"/>
                                          </p:stCondLst>
                                        </p:cTn>
                                        <p:tgtEl>
                                          <p:spTgt spid="829493"/>
                                        </p:tgtEl>
                                        <p:attrNameLst>
                                          <p:attrName>style.visibility</p:attrName>
                                        </p:attrNameLst>
                                      </p:cBhvr>
                                      <p:to>
                                        <p:strVal val="visible"/>
                                      </p:to>
                                    </p:set>
                                    <p:animEffect transition="in" filter="blinds(horizontal)">
                                      <p:cBhvr>
                                        <p:cTn id="68" dur="500"/>
                                        <p:tgtEl>
                                          <p:spTgt spid="829493"/>
                                        </p:tgtEl>
                                      </p:cBhvr>
                                    </p:animEffect>
                                  </p:childTnLst>
                                </p:cTn>
                              </p:par>
                              <p:par>
                                <p:cTn id="69" presetID="3" presetClass="entr" presetSubtype="10" fill="hold" nodeType="withEffect">
                                  <p:stCondLst>
                                    <p:cond delay="0"/>
                                  </p:stCondLst>
                                  <p:childTnLst>
                                    <p:set>
                                      <p:cBhvr>
                                        <p:cTn id="70" dur="1" fill="hold">
                                          <p:stCondLst>
                                            <p:cond delay="0"/>
                                          </p:stCondLst>
                                        </p:cTn>
                                        <p:tgtEl>
                                          <p:spTgt spid="829494"/>
                                        </p:tgtEl>
                                        <p:attrNameLst>
                                          <p:attrName>style.visibility</p:attrName>
                                        </p:attrNameLst>
                                      </p:cBhvr>
                                      <p:to>
                                        <p:strVal val="visible"/>
                                      </p:to>
                                    </p:set>
                                    <p:animEffect transition="in" filter="blinds(horizontal)">
                                      <p:cBhvr>
                                        <p:cTn id="71" dur="500"/>
                                        <p:tgtEl>
                                          <p:spTgt spid="829494"/>
                                        </p:tgtEl>
                                      </p:cBhvr>
                                    </p:animEffect>
                                  </p:childTnLst>
                                </p:cTn>
                              </p:par>
                              <p:par>
                                <p:cTn id="72" presetID="3" presetClass="entr" presetSubtype="10" fill="hold" nodeType="withEffect">
                                  <p:stCondLst>
                                    <p:cond delay="0"/>
                                  </p:stCondLst>
                                  <p:childTnLst>
                                    <p:set>
                                      <p:cBhvr>
                                        <p:cTn id="73" dur="1" fill="hold">
                                          <p:stCondLst>
                                            <p:cond delay="0"/>
                                          </p:stCondLst>
                                        </p:cTn>
                                        <p:tgtEl>
                                          <p:spTgt spid="829495"/>
                                        </p:tgtEl>
                                        <p:attrNameLst>
                                          <p:attrName>style.visibility</p:attrName>
                                        </p:attrNameLst>
                                      </p:cBhvr>
                                      <p:to>
                                        <p:strVal val="visible"/>
                                      </p:to>
                                    </p:set>
                                    <p:animEffect transition="in" filter="blinds(horizontal)">
                                      <p:cBhvr>
                                        <p:cTn id="74" dur="500"/>
                                        <p:tgtEl>
                                          <p:spTgt spid="829495"/>
                                        </p:tgtEl>
                                      </p:cBhvr>
                                    </p:animEffect>
                                  </p:childTnLst>
                                </p:cTn>
                              </p:par>
                              <p:par>
                                <p:cTn id="75" presetID="3" presetClass="entr" presetSubtype="10" fill="hold" nodeType="withEffect">
                                  <p:stCondLst>
                                    <p:cond delay="0"/>
                                  </p:stCondLst>
                                  <p:childTnLst>
                                    <p:set>
                                      <p:cBhvr>
                                        <p:cTn id="76" dur="1" fill="hold">
                                          <p:stCondLst>
                                            <p:cond delay="0"/>
                                          </p:stCondLst>
                                        </p:cTn>
                                        <p:tgtEl>
                                          <p:spTgt spid="829496"/>
                                        </p:tgtEl>
                                        <p:attrNameLst>
                                          <p:attrName>style.visibility</p:attrName>
                                        </p:attrNameLst>
                                      </p:cBhvr>
                                      <p:to>
                                        <p:strVal val="visible"/>
                                      </p:to>
                                    </p:set>
                                    <p:animEffect transition="in" filter="blinds(horizontal)">
                                      <p:cBhvr>
                                        <p:cTn id="77" dur="500"/>
                                        <p:tgtEl>
                                          <p:spTgt spid="829496"/>
                                        </p:tgtEl>
                                      </p:cBhvr>
                                    </p:animEffect>
                                  </p:childTnLst>
                                </p:cTn>
                              </p:par>
                              <p:par>
                                <p:cTn id="78" presetID="3" presetClass="entr" presetSubtype="10" fill="hold" nodeType="withEffect">
                                  <p:stCondLst>
                                    <p:cond delay="0"/>
                                  </p:stCondLst>
                                  <p:childTnLst>
                                    <p:set>
                                      <p:cBhvr>
                                        <p:cTn id="79" dur="1" fill="hold">
                                          <p:stCondLst>
                                            <p:cond delay="0"/>
                                          </p:stCondLst>
                                        </p:cTn>
                                        <p:tgtEl>
                                          <p:spTgt spid="829497"/>
                                        </p:tgtEl>
                                        <p:attrNameLst>
                                          <p:attrName>style.visibility</p:attrName>
                                        </p:attrNameLst>
                                      </p:cBhvr>
                                      <p:to>
                                        <p:strVal val="visible"/>
                                      </p:to>
                                    </p:set>
                                    <p:animEffect transition="in" filter="blinds(horizontal)">
                                      <p:cBhvr>
                                        <p:cTn id="80" dur="500"/>
                                        <p:tgtEl>
                                          <p:spTgt spid="829497"/>
                                        </p:tgtEl>
                                      </p:cBhvr>
                                    </p:animEffect>
                                  </p:childTnLst>
                                </p:cTn>
                              </p:par>
                              <p:par>
                                <p:cTn id="81" presetID="3" presetClass="entr" presetSubtype="10" fill="hold" nodeType="withEffect">
                                  <p:stCondLst>
                                    <p:cond delay="0"/>
                                  </p:stCondLst>
                                  <p:childTnLst>
                                    <p:set>
                                      <p:cBhvr>
                                        <p:cTn id="82" dur="1" fill="hold">
                                          <p:stCondLst>
                                            <p:cond delay="0"/>
                                          </p:stCondLst>
                                        </p:cTn>
                                        <p:tgtEl>
                                          <p:spTgt spid="829498"/>
                                        </p:tgtEl>
                                        <p:attrNameLst>
                                          <p:attrName>style.visibility</p:attrName>
                                        </p:attrNameLst>
                                      </p:cBhvr>
                                      <p:to>
                                        <p:strVal val="visible"/>
                                      </p:to>
                                    </p:set>
                                    <p:animEffect transition="in" filter="blinds(horizontal)">
                                      <p:cBhvr>
                                        <p:cTn id="83" dur="500"/>
                                        <p:tgtEl>
                                          <p:spTgt spid="829498"/>
                                        </p:tgtEl>
                                      </p:cBhvr>
                                    </p:animEffect>
                                  </p:childTnLst>
                                </p:cTn>
                              </p:par>
                              <p:par>
                                <p:cTn id="84" presetID="3" presetClass="entr" presetSubtype="10" fill="hold" nodeType="withEffect">
                                  <p:stCondLst>
                                    <p:cond delay="0"/>
                                  </p:stCondLst>
                                  <p:childTnLst>
                                    <p:set>
                                      <p:cBhvr>
                                        <p:cTn id="85" dur="1" fill="hold">
                                          <p:stCondLst>
                                            <p:cond delay="0"/>
                                          </p:stCondLst>
                                        </p:cTn>
                                        <p:tgtEl>
                                          <p:spTgt spid="829499"/>
                                        </p:tgtEl>
                                        <p:attrNameLst>
                                          <p:attrName>style.visibility</p:attrName>
                                        </p:attrNameLst>
                                      </p:cBhvr>
                                      <p:to>
                                        <p:strVal val="visible"/>
                                      </p:to>
                                    </p:set>
                                    <p:animEffect transition="in" filter="blinds(horizontal)">
                                      <p:cBhvr>
                                        <p:cTn id="86" dur="500"/>
                                        <p:tgtEl>
                                          <p:spTgt spid="829499"/>
                                        </p:tgtEl>
                                      </p:cBhvr>
                                    </p:animEffect>
                                  </p:childTnLst>
                                </p:cTn>
                              </p:par>
                              <p:par>
                                <p:cTn id="87" presetID="3" presetClass="entr" presetSubtype="10" fill="hold" nodeType="withEffect">
                                  <p:stCondLst>
                                    <p:cond delay="0"/>
                                  </p:stCondLst>
                                  <p:childTnLst>
                                    <p:set>
                                      <p:cBhvr>
                                        <p:cTn id="88" dur="1" fill="hold">
                                          <p:stCondLst>
                                            <p:cond delay="0"/>
                                          </p:stCondLst>
                                        </p:cTn>
                                        <p:tgtEl>
                                          <p:spTgt spid="829500"/>
                                        </p:tgtEl>
                                        <p:attrNameLst>
                                          <p:attrName>style.visibility</p:attrName>
                                        </p:attrNameLst>
                                      </p:cBhvr>
                                      <p:to>
                                        <p:strVal val="visible"/>
                                      </p:to>
                                    </p:set>
                                    <p:animEffect transition="in" filter="blinds(horizontal)">
                                      <p:cBhvr>
                                        <p:cTn id="89" dur="500"/>
                                        <p:tgtEl>
                                          <p:spTgt spid="829500"/>
                                        </p:tgtEl>
                                      </p:cBhvr>
                                    </p:animEffect>
                                  </p:childTnLst>
                                </p:cTn>
                              </p:par>
                              <p:par>
                                <p:cTn id="90" presetID="3" presetClass="entr" presetSubtype="10" fill="hold" nodeType="withEffect">
                                  <p:stCondLst>
                                    <p:cond delay="0"/>
                                  </p:stCondLst>
                                  <p:childTnLst>
                                    <p:set>
                                      <p:cBhvr>
                                        <p:cTn id="91" dur="1" fill="hold">
                                          <p:stCondLst>
                                            <p:cond delay="0"/>
                                          </p:stCondLst>
                                        </p:cTn>
                                        <p:tgtEl>
                                          <p:spTgt spid="829501"/>
                                        </p:tgtEl>
                                        <p:attrNameLst>
                                          <p:attrName>style.visibility</p:attrName>
                                        </p:attrNameLst>
                                      </p:cBhvr>
                                      <p:to>
                                        <p:strVal val="visible"/>
                                      </p:to>
                                    </p:set>
                                    <p:animEffect transition="in" filter="blinds(horizontal)">
                                      <p:cBhvr>
                                        <p:cTn id="92" dur="500"/>
                                        <p:tgtEl>
                                          <p:spTgt spid="829501"/>
                                        </p:tgtEl>
                                      </p:cBhvr>
                                    </p:animEffect>
                                  </p:childTnLst>
                                </p:cTn>
                              </p:par>
                              <p:par>
                                <p:cTn id="93" presetID="3" presetClass="entr" presetSubtype="10" fill="hold" nodeType="withEffect">
                                  <p:stCondLst>
                                    <p:cond delay="0"/>
                                  </p:stCondLst>
                                  <p:childTnLst>
                                    <p:set>
                                      <p:cBhvr>
                                        <p:cTn id="94" dur="1" fill="hold">
                                          <p:stCondLst>
                                            <p:cond delay="0"/>
                                          </p:stCondLst>
                                        </p:cTn>
                                        <p:tgtEl>
                                          <p:spTgt spid="829502"/>
                                        </p:tgtEl>
                                        <p:attrNameLst>
                                          <p:attrName>style.visibility</p:attrName>
                                        </p:attrNameLst>
                                      </p:cBhvr>
                                      <p:to>
                                        <p:strVal val="visible"/>
                                      </p:to>
                                    </p:set>
                                    <p:animEffect transition="in" filter="blinds(horizontal)">
                                      <p:cBhvr>
                                        <p:cTn id="95" dur="500"/>
                                        <p:tgtEl>
                                          <p:spTgt spid="829502"/>
                                        </p:tgtEl>
                                      </p:cBhvr>
                                    </p:animEffect>
                                  </p:childTnLst>
                                </p:cTn>
                              </p:par>
                              <p:par>
                                <p:cTn id="96" presetID="3" presetClass="entr" presetSubtype="10" fill="hold" nodeType="withEffect">
                                  <p:stCondLst>
                                    <p:cond delay="0"/>
                                  </p:stCondLst>
                                  <p:childTnLst>
                                    <p:set>
                                      <p:cBhvr>
                                        <p:cTn id="97" dur="1" fill="hold">
                                          <p:stCondLst>
                                            <p:cond delay="0"/>
                                          </p:stCondLst>
                                        </p:cTn>
                                        <p:tgtEl>
                                          <p:spTgt spid="829503"/>
                                        </p:tgtEl>
                                        <p:attrNameLst>
                                          <p:attrName>style.visibility</p:attrName>
                                        </p:attrNameLst>
                                      </p:cBhvr>
                                      <p:to>
                                        <p:strVal val="visible"/>
                                      </p:to>
                                    </p:set>
                                    <p:animEffect transition="in" filter="blinds(horizontal)">
                                      <p:cBhvr>
                                        <p:cTn id="98" dur="500"/>
                                        <p:tgtEl>
                                          <p:spTgt spid="829503"/>
                                        </p:tgtEl>
                                      </p:cBhvr>
                                    </p:animEffect>
                                  </p:childTnLst>
                                </p:cTn>
                              </p:par>
                              <p:par>
                                <p:cTn id="99" presetID="3" presetClass="entr" presetSubtype="10" fill="hold" nodeType="withEffect">
                                  <p:stCondLst>
                                    <p:cond delay="0"/>
                                  </p:stCondLst>
                                  <p:childTnLst>
                                    <p:set>
                                      <p:cBhvr>
                                        <p:cTn id="100" dur="1" fill="hold">
                                          <p:stCondLst>
                                            <p:cond delay="0"/>
                                          </p:stCondLst>
                                        </p:cTn>
                                        <p:tgtEl>
                                          <p:spTgt spid="829504"/>
                                        </p:tgtEl>
                                        <p:attrNameLst>
                                          <p:attrName>style.visibility</p:attrName>
                                        </p:attrNameLst>
                                      </p:cBhvr>
                                      <p:to>
                                        <p:strVal val="visible"/>
                                      </p:to>
                                    </p:set>
                                    <p:animEffect transition="in" filter="blinds(horizontal)">
                                      <p:cBhvr>
                                        <p:cTn id="101" dur="500"/>
                                        <p:tgtEl>
                                          <p:spTgt spid="829504"/>
                                        </p:tgtEl>
                                      </p:cBhvr>
                                    </p:animEffect>
                                  </p:childTnLst>
                                </p:cTn>
                              </p:par>
                              <p:par>
                                <p:cTn id="102" presetID="3" presetClass="entr" presetSubtype="10" fill="hold" nodeType="withEffect">
                                  <p:stCondLst>
                                    <p:cond delay="0"/>
                                  </p:stCondLst>
                                  <p:childTnLst>
                                    <p:set>
                                      <p:cBhvr>
                                        <p:cTn id="103" dur="1" fill="hold">
                                          <p:stCondLst>
                                            <p:cond delay="0"/>
                                          </p:stCondLst>
                                        </p:cTn>
                                        <p:tgtEl>
                                          <p:spTgt spid="829505"/>
                                        </p:tgtEl>
                                        <p:attrNameLst>
                                          <p:attrName>style.visibility</p:attrName>
                                        </p:attrNameLst>
                                      </p:cBhvr>
                                      <p:to>
                                        <p:strVal val="visible"/>
                                      </p:to>
                                    </p:set>
                                    <p:animEffect transition="in" filter="blinds(horizontal)">
                                      <p:cBhvr>
                                        <p:cTn id="104" dur="500"/>
                                        <p:tgtEl>
                                          <p:spTgt spid="829505"/>
                                        </p:tgtEl>
                                      </p:cBhvr>
                                    </p:animEffect>
                                  </p:childTnLst>
                                </p:cTn>
                              </p:par>
                              <p:par>
                                <p:cTn id="105" presetID="3" presetClass="entr" presetSubtype="10" fill="hold" nodeType="withEffect">
                                  <p:stCondLst>
                                    <p:cond delay="0"/>
                                  </p:stCondLst>
                                  <p:childTnLst>
                                    <p:set>
                                      <p:cBhvr>
                                        <p:cTn id="106" dur="1" fill="hold">
                                          <p:stCondLst>
                                            <p:cond delay="0"/>
                                          </p:stCondLst>
                                        </p:cTn>
                                        <p:tgtEl>
                                          <p:spTgt spid="829506"/>
                                        </p:tgtEl>
                                        <p:attrNameLst>
                                          <p:attrName>style.visibility</p:attrName>
                                        </p:attrNameLst>
                                      </p:cBhvr>
                                      <p:to>
                                        <p:strVal val="visible"/>
                                      </p:to>
                                    </p:set>
                                    <p:animEffect transition="in" filter="blinds(horizontal)">
                                      <p:cBhvr>
                                        <p:cTn id="107" dur="500"/>
                                        <p:tgtEl>
                                          <p:spTgt spid="829506"/>
                                        </p:tgtEl>
                                      </p:cBhvr>
                                    </p:animEffect>
                                  </p:childTnLst>
                                </p:cTn>
                              </p:par>
                              <p:par>
                                <p:cTn id="108" presetID="3" presetClass="entr" presetSubtype="10" fill="hold" nodeType="withEffect">
                                  <p:stCondLst>
                                    <p:cond delay="0"/>
                                  </p:stCondLst>
                                  <p:childTnLst>
                                    <p:set>
                                      <p:cBhvr>
                                        <p:cTn id="109" dur="1" fill="hold">
                                          <p:stCondLst>
                                            <p:cond delay="0"/>
                                          </p:stCondLst>
                                        </p:cTn>
                                        <p:tgtEl>
                                          <p:spTgt spid="829507"/>
                                        </p:tgtEl>
                                        <p:attrNameLst>
                                          <p:attrName>style.visibility</p:attrName>
                                        </p:attrNameLst>
                                      </p:cBhvr>
                                      <p:to>
                                        <p:strVal val="visible"/>
                                      </p:to>
                                    </p:set>
                                    <p:animEffect transition="in" filter="blinds(horizontal)">
                                      <p:cBhvr>
                                        <p:cTn id="110" dur="500"/>
                                        <p:tgtEl>
                                          <p:spTgt spid="829507"/>
                                        </p:tgtEl>
                                      </p:cBhvr>
                                    </p:animEffect>
                                  </p:childTnLst>
                                </p:cTn>
                              </p:par>
                              <p:par>
                                <p:cTn id="111" presetID="3" presetClass="entr" presetSubtype="10" fill="hold" nodeType="withEffect">
                                  <p:stCondLst>
                                    <p:cond delay="0"/>
                                  </p:stCondLst>
                                  <p:childTnLst>
                                    <p:set>
                                      <p:cBhvr>
                                        <p:cTn id="112" dur="1" fill="hold">
                                          <p:stCondLst>
                                            <p:cond delay="0"/>
                                          </p:stCondLst>
                                        </p:cTn>
                                        <p:tgtEl>
                                          <p:spTgt spid="829508"/>
                                        </p:tgtEl>
                                        <p:attrNameLst>
                                          <p:attrName>style.visibility</p:attrName>
                                        </p:attrNameLst>
                                      </p:cBhvr>
                                      <p:to>
                                        <p:strVal val="visible"/>
                                      </p:to>
                                    </p:set>
                                    <p:animEffect transition="in" filter="blinds(horizontal)">
                                      <p:cBhvr>
                                        <p:cTn id="113" dur="500"/>
                                        <p:tgtEl>
                                          <p:spTgt spid="829508"/>
                                        </p:tgtEl>
                                      </p:cBhvr>
                                    </p:animEffect>
                                  </p:childTnLst>
                                </p:cTn>
                              </p:par>
                              <p:par>
                                <p:cTn id="114" presetID="3" presetClass="entr" presetSubtype="10" fill="hold" nodeType="withEffect">
                                  <p:stCondLst>
                                    <p:cond delay="0"/>
                                  </p:stCondLst>
                                  <p:childTnLst>
                                    <p:set>
                                      <p:cBhvr>
                                        <p:cTn id="115" dur="1" fill="hold">
                                          <p:stCondLst>
                                            <p:cond delay="0"/>
                                          </p:stCondLst>
                                        </p:cTn>
                                        <p:tgtEl>
                                          <p:spTgt spid="829509"/>
                                        </p:tgtEl>
                                        <p:attrNameLst>
                                          <p:attrName>style.visibility</p:attrName>
                                        </p:attrNameLst>
                                      </p:cBhvr>
                                      <p:to>
                                        <p:strVal val="visible"/>
                                      </p:to>
                                    </p:set>
                                    <p:animEffect transition="in" filter="blinds(horizontal)">
                                      <p:cBhvr>
                                        <p:cTn id="116" dur="500"/>
                                        <p:tgtEl>
                                          <p:spTgt spid="829509"/>
                                        </p:tgtEl>
                                      </p:cBhvr>
                                    </p:animEffect>
                                  </p:childTnLst>
                                </p:cTn>
                              </p:par>
                              <p:par>
                                <p:cTn id="117" presetID="3" presetClass="entr" presetSubtype="10" fill="hold" nodeType="withEffect">
                                  <p:stCondLst>
                                    <p:cond delay="0"/>
                                  </p:stCondLst>
                                  <p:childTnLst>
                                    <p:set>
                                      <p:cBhvr>
                                        <p:cTn id="118" dur="1" fill="hold">
                                          <p:stCondLst>
                                            <p:cond delay="0"/>
                                          </p:stCondLst>
                                        </p:cTn>
                                        <p:tgtEl>
                                          <p:spTgt spid="829510"/>
                                        </p:tgtEl>
                                        <p:attrNameLst>
                                          <p:attrName>style.visibility</p:attrName>
                                        </p:attrNameLst>
                                      </p:cBhvr>
                                      <p:to>
                                        <p:strVal val="visible"/>
                                      </p:to>
                                    </p:set>
                                    <p:animEffect transition="in" filter="blinds(horizontal)">
                                      <p:cBhvr>
                                        <p:cTn id="119" dur="500"/>
                                        <p:tgtEl>
                                          <p:spTgt spid="829510"/>
                                        </p:tgtEl>
                                      </p:cBhvr>
                                    </p:animEffect>
                                  </p:childTnLst>
                                </p:cTn>
                              </p:par>
                              <p:par>
                                <p:cTn id="120" presetID="3" presetClass="entr" presetSubtype="10" fill="hold" nodeType="withEffect">
                                  <p:stCondLst>
                                    <p:cond delay="0"/>
                                  </p:stCondLst>
                                  <p:childTnLst>
                                    <p:set>
                                      <p:cBhvr>
                                        <p:cTn id="121" dur="1" fill="hold">
                                          <p:stCondLst>
                                            <p:cond delay="0"/>
                                          </p:stCondLst>
                                        </p:cTn>
                                        <p:tgtEl>
                                          <p:spTgt spid="829511"/>
                                        </p:tgtEl>
                                        <p:attrNameLst>
                                          <p:attrName>style.visibility</p:attrName>
                                        </p:attrNameLst>
                                      </p:cBhvr>
                                      <p:to>
                                        <p:strVal val="visible"/>
                                      </p:to>
                                    </p:set>
                                    <p:animEffect transition="in" filter="blinds(horizontal)">
                                      <p:cBhvr>
                                        <p:cTn id="122" dur="500"/>
                                        <p:tgtEl>
                                          <p:spTgt spid="829511"/>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3" presetClass="entr" presetSubtype="10" fill="hold" nodeType="clickEffect">
                                  <p:stCondLst>
                                    <p:cond delay="0"/>
                                  </p:stCondLst>
                                  <p:childTnLst>
                                    <p:set>
                                      <p:cBhvr>
                                        <p:cTn id="126" dur="1" fill="hold">
                                          <p:stCondLst>
                                            <p:cond delay="0"/>
                                          </p:stCondLst>
                                        </p:cTn>
                                        <p:tgtEl>
                                          <p:spTgt spid="829512"/>
                                        </p:tgtEl>
                                        <p:attrNameLst>
                                          <p:attrName>style.visibility</p:attrName>
                                        </p:attrNameLst>
                                      </p:cBhvr>
                                      <p:to>
                                        <p:strVal val="visible"/>
                                      </p:to>
                                    </p:set>
                                    <p:animEffect transition="in" filter="blinds(horizontal)">
                                      <p:cBhvr>
                                        <p:cTn id="127" dur="500"/>
                                        <p:tgtEl>
                                          <p:spTgt spid="829512"/>
                                        </p:tgtEl>
                                      </p:cBhvr>
                                    </p:animEffect>
                                  </p:childTnLst>
                                </p:cTn>
                              </p:par>
                              <p:par>
                                <p:cTn id="128" presetID="3" presetClass="entr" presetSubtype="10" fill="hold" nodeType="withEffect">
                                  <p:stCondLst>
                                    <p:cond delay="0"/>
                                  </p:stCondLst>
                                  <p:childTnLst>
                                    <p:set>
                                      <p:cBhvr>
                                        <p:cTn id="129" dur="1" fill="hold">
                                          <p:stCondLst>
                                            <p:cond delay="0"/>
                                          </p:stCondLst>
                                        </p:cTn>
                                        <p:tgtEl>
                                          <p:spTgt spid="829513"/>
                                        </p:tgtEl>
                                        <p:attrNameLst>
                                          <p:attrName>style.visibility</p:attrName>
                                        </p:attrNameLst>
                                      </p:cBhvr>
                                      <p:to>
                                        <p:strVal val="visible"/>
                                      </p:to>
                                    </p:set>
                                    <p:animEffect transition="in" filter="blinds(horizontal)">
                                      <p:cBhvr>
                                        <p:cTn id="130" dur="500"/>
                                        <p:tgtEl>
                                          <p:spTgt spid="829513"/>
                                        </p:tgtEl>
                                      </p:cBhvr>
                                    </p:animEffect>
                                  </p:childTnLst>
                                </p:cTn>
                              </p:par>
                              <p:par>
                                <p:cTn id="131" presetID="3" presetClass="entr" presetSubtype="10" fill="hold" nodeType="withEffect">
                                  <p:stCondLst>
                                    <p:cond delay="0"/>
                                  </p:stCondLst>
                                  <p:childTnLst>
                                    <p:set>
                                      <p:cBhvr>
                                        <p:cTn id="132" dur="1" fill="hold">
                                          <p:stCondLst>
                                            <p:cond delay="0"/>
                                          </p:stCondLst>
                                        </p:cTn>
                                        <p:tgtEl>
                                          <p:spTgt spid="829514"/>
                                        </p:tgtEl>
                                        <p:attrNameLst>
                                          <p:attrName>style.visibility</p:attrName>
                                        </p:attrNameLst>
                                      </p:cBhvr>
                                      <p:to>
                                        <p:strVal val="visible"/>
                                      </p:to>
                                    </p:set>
                                    <p:animEffect transition="in" filter="blinds(horizontal)">
                                      <p:cBhvr>
                                        <p:cTn id="133" dur="500"/>
                                        <p:tgtEl>
                                          <p:spTgt spid="829514"/>
                                        </p:tgtEl>
                                      </p:cBhvr>
                                    </p:animEffect>
                                  </p:childTnLst>
                                </p:cTn>
                              </p:par>
                              <p:par>
                                <p:cTn id="134" presetID="3" presetClass="entr" presetSubtype="10" fill="hold" nodeType="withEffect">
                                  <p:stCondLst>
                                    <p:cond delay="0"/>
                                  </p:stCondLst>
                                  <p:childTnLst>
                                    <p:set>
                                      <p:cBhvr>
                                        <p:cTn id="135" dur="1" fill="hold">
                                          <p:stCondLst>
                                            <p:cond delay="0"/>
                                          </p:stCondLst>
                                        </p:cTn>
                                        <p:tgtEl>
                                          <p:spTgt spid="829515"/>
                                        </p:tgtEl>
                                        <p:attrNameLst>
                                          <p:attrName>style.visibility</p:attrName>
                                        </p:attrNameLst>
                                      </p:cBhvr>
                                      <p:to>
                                        <p:strVal val="visible"/>
                                      </p:to>
                                    </p:set>
                                    <p:animEffect transition="in" filter="blinds(horizontal)">
                                      <p:cBhvr>
                                        <p:cTn id="136" dur="500"/>
                                        <p:tgtEl>
                                          <p:spTgt spid="829515"/>
                                        </p:tgtEl>
                                      </p:cBhvr>
                                    </p:animEffect>
                                  </p:childTnLst>
                                </p:cTn>
                              </p:par>
                              <p:par>
                                <p:cTn id="137" presetID="3" presetClass="entr" presetSubtype="10" fill="hold" nodeType="withEffect">
                                  <p:stCondLst>
                                    <p:cond delay="0"/>
                                  </p:stCondLst>
                                  <p:childTnLst>
                                    <p:set>
                                      <p:cBhvr>
                                        <p:cTn id="138" dur="1" fill="hold">
                                          <p:stCondLst>
                                            <p:cond delay="0"/>
                                          </p:stCondLst>
                                        </p:cTn>
                                        <p:tgtEl>
                                          <p:spTgt spid="829516"/>
                                        </p:tgtEl>
                                        <p:attrNameLst>
                                          <p:attrName>style.visibility</p:attrName>
                                        </p:attrNameLst>
                                      </p:cBhvr>
                                      <p:to>
                                        <p:strVal val="visible"/>
                                      </p:to>
                                    </p:set>
                                    <p:animEffect transition="in" filter="blinds(horizontal)">
                                      <p:cBhvr>
                                        <p:cTn id="139" dur="500"/>
                                        <p:tgtEl>
                                          <p:spTgt spid="829516"/>
                                        </p:tgtEl>
                                      </p:cBhvr>
                                    </p:animEffect>
                                  </p:childTnLst>
                                </p:cTn>
                              </p:par>
                              <p:par>
                                <p:cTn id="140" presetID="3" presetClass="entr" presetSubtype="10" fill="hold" nodeType="withEffect">
                                  <p:stCondLst>
                                    <p:cond delay="0"/>
                                  </p:stCondLst>
                                  <p:childTnLst>
                                    <p:set>
                                      <p:cBhvr>
                                        <p:cTn id="141" dur="1" fill="hold">
                                          <p:stCondLst>
                                            <p:cond delay="0"/>
                                          </p:stCondLst>
                                        </p:cTn>
                                        <p:tgtEl>
                                          <p:spTgt spid="829517"/>
                                        </p:tgtEl>
                                        <p:attrNameLst>
                                          <p:attrName>style.visibility</p:attrName>
                                        </p:attrNameLst>
                                      </p:cBhvr>
                                      <p:to>
                                        <p:strVal val="visible"/>
                                      </p:to>
                                    </p:set>
                                    <p:animEffect transition="in" filter="blinds(horizontal)">
                                      <p:cBhvr>
                                        <p:cTn id="142" dur="500"/>
                                        <p:tgtEl>
                                          <p:spTgt spid="829517"/>
                                        </p:tgtEl>
                                      </p:cBhvr>
                                    </p:animEffect>
                                  </p:childTnLst>
                                </p:cTn>
                              </p:par>
                              <p:par>
                                <p:cTn id="143" presetID="3" presetClass="entr" presetSubtype="10" fill="hold" nodeType="withEffect">
                                  <p:stCondLst>
                                    <p:cond delay="0"/>
                                  </p:stCondLst>
                                  <p:childTnLst>
                                    <p:set>
                                      <p:cBhvr>
                                        <p:cTn id="144" dur="1" fill="hold">
                                          <p:stCondLst>
                                            <p:cond delay="0"/>
                                          </p:stCondLst>
                                        </p:cTn>
                                        <p:tgtEl>
                                          <p:spTgt spid="829518"/>
                                        </p:tgtEl>
                                        <p:attrNameLst>
                                          <p:attrName>style.visibility</p:attrName>
                                        </p:attrNameLst>
                                      </p:cBhvr>
                                      <p:to>
                                        <p:strVal val="visible"/>
                                      </p:to>
                                    </p:set>
                                    <p:animEffect transition="in" filter="blinds(horizontal)">
                                      <p:cBhvr>
                                        <p:cTn id="145" dur="500"/>
                                        <p:tgtEl>
                                          <p:spTgt spid="829518"/>
                                        </p:tgtEl>
                                      </p:cBhvr>
                                    </p:animEffect>
                                  </p:childTnLst>
                                </p:cTn>
                              </p:par>
                              <p:par>
                                <p:cTn id="146" presetID="3" presetClass="entr" presetSubtype="10" fill="hold" nodeType="withEffect">
                                  <p:stCondLst>
                                    <p:cond delay="0"/>
                                  </p:stCondLst>
                                  <p:childTnLst>
                                    <p:set>
                                      <p:cBhvr>
                                        <p:cTn id="147" dur="1" fill="hold">
                                          <p:stCondLst>
                                            <p:cond delay="0"/>
                                          </p:stCondLst>
                                        </p:cTn>
                                        <p:tgtEl>
                                          <p:spTgt spid="829519"/>
                                        </p:tgtEl>
                                        <p:attrNameLst>
                                          <p:attrName>style.visibility</p:attrName>
                                        </p:attrNameLst>
                                      </p:cBhvr>
                                      <p:to>
                                        <p:strVal val="visible"/>
                                      </p:to>
                                    </p:set>
                                    <p:animEffect transition="in" filter="blinds(horizontal)">
                                      <p:cBhvr>
                                        <p:cTn id="148" dur="500"/>
                                        <p:tgtEl>
                                          <p:spTgt spid="829519"/>
                                        </p:tgtEl>
                                      </p:cBhvr>
                                    </p:animEffect>
                                  </p:childTnLst>
                                </p:cTn>
                              </p:par>
                              <p:par>
                                <p:cTn id="149" presetID="3" presetClass="entr" presetSubtype="10" fill="hold" nodeType="withEffect">
                                  <p:stCondLst>
                                    <p:cond delay="0"/>
                                  </p:stCondLst>
                                  <p:childTnLst>
                                    <p:set>
                                      <p:cBhvr>
                                        <p:cTn id="150" dur="1" fill="hold">
                                          <p:stCondLst>
                                            <p:cond delay="0"/>
                                          </p:stCondLst>
                                        </p:cTn>
                                        <p:tgtEl>
                                          <p:spTgt spid="829520"/>
                                        </p:tgtEl>
                                        <p:attrNameLst>
                                          <p:attrName>style.visibility</p:attrName>
                                        </p:attrNameLst>
                                      </p:cBhvr>
                                      <p:to>
                                        <p:strVal val="visible"/>
                                      </p:to>
                                    </p:set>
                                    <p:animEffect transition="in" filter="blinds(horizontal)">
                                      <p:cBhvr>
                                        <p:cTn id="151" dur="500"/>
                                        <p:tgtEl>
                                          <p:spTgt spid="829520"/>
                                        </p:tgtEl>
                                      </p:cBhvr>
                                    </p:animEffect>
                                  </p:childTnLst>
                                </p:cTn>
                              </p:par>
                              <p:par>
                                <p:cTn id="152" presetID="3" presetClass="entr" presetSubtype="10" fill="hold" nodeType="withEffect">
                                  <p:stCondLst>
                                    <p:cond delay="0"/>
                                  </p:stCondLst>
                                  <p:childTnLst>
                                    <p:set>
                                      <p:cBhvr>
                                        <p:cTn id="153" dur="1" fill="hold">
                                          <p:stCondLst>
                                            <p:cond delay="0"/>
                                          </p:stCondLst>
                                        </p:cTn>
                                        <p:tgtEl>
                                          <p:spTgt spid="829521"/>
                                        </p:tgtEl>
                                        <p:attrNameLst>
                                          <p:attrName>style.visibility</p:attrName>
                                        </p:attrNameLst>
                                      </p:cBhvr>
                                      <p:to>
                                        <p:strVal val="visible"/>
                                      </p:to>
                                    </p:set>
                                    <p:animEffect transition="in" filter="blinds(horizontal)">
                                      <p:cBhvr>
                                        <p:cTn id="154" dur="500"/>
                                        <p:tgtEl>
                                          <p:spTgt spid="829521"/>
                                        </p:tgtEl>
                                      </p:cBhvr>
                                    </p:animEffect>
                                  </p:childTnLst>
                                </p:cTn>
                              </p:par>
                              <p:par>
                                <p:cTn id="155" presetID="3" presetClass="entr" presetSubtype="10" fill="hold" nodeType="withEffect">
                                  <p:stCondLst>
                                    <p:cond delay="0"/>
                                  </p:stCondLst>
                                  <p:childTnLst>
                                    <p:set>
                                      <p:cBhvr>
                                        <p:cTn id="156" dur="1" fill="hold">
                                          <p:stCondLst>
                                            <p:cond delay="0"/>
                                          </p:stCondLst>
                                        </p:cTn>
                                        <p:tgtEl>
                                          <p:spTgt spid="829522"/>
                                        </p:tgtEl>
                                        <p:attrNameLst>
                                          <p:attrName>style.visibility</p:attrName>
                                        </p:attrNameLst>
                                      </p:cBhvr>
                                      <p:to>
                                        <p:strVal val="visible"/>
                                      </p:to>
                                    </p:set>
                                    <p:animEffect transition="in" filter="blinds(horizontal)">
                                      <p:cBhvr>
                                        <p:cTn id="157" dur="500"/>
                                        <p:tgtEl>
                                          <p:spTgt spid="829522"/>
                                        </p:tgtEl>
                                      </p:cBhvr>
                                    </p:animEffect>
                                  </p:childTnLst>
                                </p:cTn>
                              </p:par>
                              <p:par>
                                <p:cTn id="158" presetID="3" presetClass="entr" presetSubtype="10" fill="hold" nodeType="withEffect">
                                  <p:stCondLst>
                                    <p:cond delay="0"/>
                                  </p:stCondLst>
                                  <p:childTnLst>
                                    <p:set>
                                      <p:cBhvr>
                                        <p:cTn id="159" dur="1" fill="hold">
                                          <p:stCondLst>
                                            <p:cond delay="0"/>
                                          </p:stCondLst>
                                        </p:cTn>
                                        <p:tgtEl>
                                          <p:spTgt spid="829523"/>
                                        </p:tgtEl>
                                        <p:attrNameLst>
                                          <p:attrName>style.visibility</p:attrName>
                                        </p:attrNameLst>
                                      </p:cBhvr>
                                      <p:to>
                                        <p:strVal val="visible"/>
                                      </p:to>
                                    </p:set>
                                    <p:animEffect transition="in" filter="blinds(horizontal)">
                                      <p:cBhvr>
                                        <p:cTn id="160" dur="500"/>
                                        <p:tgtEl>
                                          <p:spTgt spid="829523"/>
                                        </p:tgtEl>
                                      </p:cBhvr>
                                    </p:animEffect>
                                  </p:childTnLst>
                                </p:cTn>
                              </p:par>
                              <p:par>
                                <p:cTn id="161" presetID="3" presetClass="entr" presetSubtype="10" fill="hold" nodeType="withEffect">
                                  <p:stCondLst>
                                    <p:cond delay="0"/>
                                  </p:stCondLst>
                                  <p:childTnLst>
                                    <p:set>
                                      <p:cBhvr>
                                        <p:cTn id="162" dur="1" fill="hold">
                                          <p:stCondLst>
                                            <p:cond delay="0"/>
                                          </p:stCondLst>
                                        </p:cTn>
                                        <p:tgtEl>
                                          <p:spTgt spid="829524"/>
                                        </p:tgtEl>
                                        <p:attrNameLst>
                                          <p:attrName>style.visibility</p:attrName>
                                        </p:attrNameLst>
                                      </p:cBhvr>
                                      <p:to>
                                        <p:strVal val="visible"/>
                                      </p:to>
                                    </p:set>
                                    <p:animEffect transition="in" filter="blinds(horizontal)">
                                      <p:cBhvr>
                                        <p:cTn id="163" dur="500"/>
                                        <p:tgtEl>
                                          <p:spTgt spid="829524"/>
                                        </p:tgtEl>
                                      </p:cBhvr>
                                    </p:animEffect>
                                  </p:childTnLst>
                                </p:cTn>
                              </p:par>
                              <p:par>
                                <p:cTn id="164" presetID="3" presetClass="entr" presetSubtype="10" fill="hold" nodeType="withEffect">
                                  <p:stCondLst>
                                    <p:cond delay="0"/>
                                  </p:stCondLst>
                                  <p:childTnLst>
                                    <p:set>
                                      <p:cBhvr>
                                        <p:cTn id="165" dur="1" fill="hold">
                                          <p:stCondLst>
                                            <p:cond delay="0"/>
                                          </p:stCondLst>
                                        </p:cTn>
                                        <p:tgtEl>
                                          <p:spTgt spid="829525"/>
                                        </p:tgtEl>
                                        <p:attrNameLst>
                                          <p:attrName>style.visibility</p:attrName>
                                        </p:attrNameLst>
                                      </p:cBhvr>
                                      <p:to>
                                        <p:strVal val="visible"/>
                                      </p:to>
                                    </p:set>
                                    <p:animEffect transition="in" filter="blinds(horizontal)">
                                      <p:cBhvr>
                                        <p:cTn id="166" dur="500"/>
                                        <p:tgtEl>
                                          <p:spTgt spid="829525"/>
                                        </p:tgtEl>
                                      </p:cBhvr>
                                    </p:animEffect>
                                  </p:childTnLst>
                                </p:cTn>
                              </p:par>
                              <p:par>
                                <p:cTn id="167" presetID="3" presetClass="entr" presetSubtype="10" fill="hold" nodeType="withEffect">
                                  <p:stCondLst>
                                    <p:cond delay="0"/>
                                  </p:stCondLst>
                                  <p:childTnLst>
                                    <p:set>
                                      <p:cBhvr>
                                        <p:cTn id="168" dur="1" fill="hold">
                                          <p:stCondLst>
                                            <p:cond delay="0"/>
                                          </p:stCondLst>
                                        </p:cTn>
                                        <p:tgtEl>
                                          <p:spTgt spid="829526"/>
                                        </p:tgtEl>
                                        <p:attrNameLst>
                                          <p:attrName>style.visibility</p:attrName>
                                        </p:attrNameLst>
                                      </p:cBhvr>
                                      <p:to>
                                        <p:strVal val="visible"/>
                                      </p:to>
                                    </p:set>
                                    <p:animEffect transition="in" filter="blinds(horizontal)">
                                      <p:cBhvr>
                                        <p:cTn id="169" dur="500"/>
                                        <p:tgtEl>
                                          <p:spTgt spid="829526"/>
                                        </p:tgtEl>
                                      </p:cBhvr>
                                    </p:animEffect>
                                  </p:childTnLst>
                                </p:cTn>
                              </p:par>
                              <p:par>
                                <p:cTn id="170" presetID="3" presetClass="entr" presetSubtype="10" fill="hold" nodeType="withEffect">
                                  <p:stCondLst>
                                    <p:cond delay="0"/>
                                  </p:stCondLst>
                                  <p:childTnLst>
                                    <p:set>
                                      <p:cBhvr>
                                        <p:cTn id="171" dur="1" fill="hold">
                                          <p:stCondLst>
                                            <p:cond delay="0"/>
                                          </p:stCondLst>
                                        </p:cTn>
                                        <p:tgtEl>
                                          <p:spTgt spid="829527"/>
                                        </p:tgtEl>
                                        <p:attrNameLst>
                                          <p:attrName>style.visibility</p:attrName>
                                        </p:attrNameLst>
                                      </p:cBhvr>
                                      <p:to>
                                        <p:strVal val="visible"/>
                                      </p:to>
                                    </p:set>
                                    <p:animEffect transition="in" filter="blinds(horizontal)">
                                      <p:cBhvr>
                                        <p:cTn id="172" dur="500"/>
                                        <p:tgtEl>
                                          <p:spTgt spid="829527"/>
                                        </p:tgtEl>
                                      </p:cBhvr>
                                    </p:animEffect>
                                  </p:childTnLst>
                                </p:cTn>
                              </p:par>
                              <p:par>
                                <p:cTn id="173" presetID="3" presetClass="entr" presetSubtype="10" fill="hold" nodeType="withEffect">
                                  <p:stCondLst>
                                    <p:cond delay="0"/>
                                  </p:stCondLst>
                                  <p:childTnLst>
                                    <p:set>
                                      <p:cBhvr>
                                        <p:cTn id="174" dur="1" fill="hold">
                                          <p:stCondLst>
                                            <p:cond delay="0"/>
                                          </p:stCondLst>
                                        </p:cTn>
                                        <p:tgtEl>
                                          <p:spTgt spid="829528"/>
                                        </p:tgtEl>
                                        <p:attrNameLst>
                                          <p:attrName>style.visibility</p:attrName>
                                        </p:attrNameLst>
                                      </p:cBhvr>
                                      <p:to>
                                        <p:strVal val="visible"/>
                                      </p:to>
                                    </p:set>
                                    <p:animEffect transition="in" filter="blinds(horizontal)">
                                      <p:cBhvr>
                                        <p:cTn id="175" dur="500"/>
                                        <p:tgtEl>
                                          <p:spTgt spid="829528"/>
                                        </p:tgtEl>
                                      </p:cBhvr>
                                    </p:animEffect>
                                  </p:childTnLst>
                                </p:cTn>
                              </p:par>
                              <p:par>
                                <p:cTn id="176" presetID="3" presetClass="entr" presetSubtype="10" fill="hold" nodeType="withEffect">
                                  <p:stCondLst>
                                    <p:cond delay="0"/>
                                  </p:stCondLst>
                                  <p:childTnLst>
                                    <p:set>
                                      <p:cBhvr>
                                        <p:cTn id="177" dur="1" fill="hold">
                                          <p:stCondLst>
                                            <p:cond delay="0"/>
                                          </p:stCondLst>
                                        </p:cTn>
                                        <p:tgtEl>
                                          <p:spTgt spid="829529"/>
                                        </p:tgtEl>
                                        <p:attrNameLst>
                                          <p:attrName>style.visibility</p:attrName>
                                        </p:attrNameLst>
                                      </p:cBhvr>
                                      <p:to>
                                        <p:strVal val="visible"/>
                                      </p:to>
                                    </p:set>
                                    <p:animEffect transition="in" filter="blinds(horizontal)">
                                      <p:cBhvr>
                                        <p:cTn id="178" dur="500"/>
                                        <p:tgtEl>
                                          <p:spTgt spid="829529"/>
                                        </p:tgtEl>
                                      </p:cBhvr>
                                    </p:animEffect>
                                  </p:childTnLst>
                                </p:cTn>
                              </p:par>
                              <p:par>
                                <p:cTn id="179" presetID="3" presetClass="entr" presetSubtype="10" fill="hold" nodeType="withEffect">
                                  <p:stCondLst>
                                    <p:cond delay="0"/>
                                  </p:stCondLst>
                                  <p:childTnLst>
                                    <p:set>
                                      <p:cBhvr>
                                        <p:cTn id="180" dur="1" fill="hold">
                                          <p:stCondLst>
                                            <p:cond delay="0"/>
                                          </p:stCondLst>
                                        </p:cTn>
                                        <p:tgtEl>
                                          <p:spTgt spid="829530"/>
                                        </p:tgtEl>
                                        <p:attrNameLst>
                                          <p:attrName>style.visibility</p:attrName>
                                        </p:attrNameLst>
                                      </p:cBhvr>
                                      <p:to>
                                        <p:strVal val="visible"/>
                                      </p:to>
                                    </p:set>
                                    <p:animEffect transition="in" filter="blinds(horizontal)">
                                      <p:cBhvr>
                                        <p:cTn id="181" dur="500"/>
                                        <p:tgtEl>
                                          <p:spTgt spid="829530"/>
                                        </p:tgtEl>
                                      </p:cBhvr>
                                    </p:animEffect>
                                  </p:childTnLst>
                                </p:cTn>
                              </p:par>
                              <p:par>
                                <p:cTn id="182" presetID="3" presetClass="entr" presetSubtype="10" fill="hold" nodeType="withEffect">
                                  <p:stCondLst>
                                    <p:cond delay="0"/>
                                  </p:stCondLst>
                                  <p:childTnLst>
                                    <p:set>
                                      <p:cBhvr>
                                        <p:cTn id="183" dur="1" fill="hold">
                                          <p:stCondLst>
                                            <p:cond delay="0"/>
                                          </p:stCondLst>
                                        </p:cTn>
                                        <p:tgtEl>
                                          <p:spTgt spid="829531"/>
                                        </p:tgtEl>
                                        <p:attrNameLst>
                                          <p:attrName>style.visibility</p:attrName>
                                        </p:attrNameLst>
                                      </p:cBhvr>
                                      <p:to>
                                        <p:strVal val="visible"/>
                                      </p:to>
                                    </p:set>
                                    <p:animEffect transition="in" filter="blinds(horizontal)">
                                      <p:cBhvr>
                                        <p:cTn id="184" dur="500"/>
                                        <p:tgtEl>
                                          <p:spTgt spid="829531"/>
                                        </p:tgtEl>
                                      </p:cBhvr>
                                    </p:animEffect>
                                  </p:childTnLst>
                                </p:cTn>
                              </p:par>
                              <p:par>
                                <p:cTn id="185" presetID="3" presetClass="entr" presetSubtype="10" fill="hold" nodeType="withEffect">
                                  <p:stCondLst>
                                    <p:cond delay="0"/>
                                  </p:stCondLst>
                                  <p:childTnLst>
                                    <p:set>
                                      <p:cBhvr>
                                        <p:cTn id="186" dur="1" fill="hold">
                                          <p:stCondLst>
                                            <p:cond delay="0"/>
                                          </p:stCondLst>
                                        </p:cTn>
                                        <p:tgtEl>
                                          <p:spTgt spid="829532"/>
                                        </p:tgtEl>
                                        <p:attrNameLst>
                                          <p:attrName>style.visibility</p:attrName>
                                        </p:attrNameLst>
                                      </p:cBhvr>
                                      <p:to>
                                        <p:strVal val="visible"/>
                                      </p:to>
                                    </p:set>
                                    <p:animEffect transition="in" filter="blinds(horizontal)">
                                      <p:cBhvr>
                                        <p:cTn id="187" dur="500"/>
                                        <p:tgtEl>
                                          <p:spTgt spid="829532"/>
                                        </p:tgtEl>
                                      </p:cBhvr>
                                    </p:animEffect>
                                  </p:childTnLst>
                                </p:cTn>
                              </p:par>
                              <p:par>
                                <p:cTn id="188" presetID="3" presetClass="entr" presetSubtype="10" fill="hold" nodeType="withEffect">
                                  <p:stCondLst>
                                    <p:cond delay="0"/>
                                  </p:stCondLst>
                                  <p:childTnLst>
                                    <p:set>
                                      <p:cBhvr>
                                        <p:cTn id="189" dur="1" fill="hold">
                                          <p:stCondLst>
                                            <p:cond delay="0"/>
                                          </p:stCondLst>
                                        </p:cTn>
                                        <p:tgtEl>
                                          <p:spTgt spid="829533"/>
                                        </p:tgtEl>
                                        <p:attrNameLst>
                                          <p:attrName>style.visibility</p:attrName>
                                        </p:attrNameLst>
                                      </p:cBhvr>
                                      <p:to>
                                        <p:strVal val="visible"/>
                                      </p:to>
                                    </p:set>
                                    <p:animEffect transition="in" filter="blinds(horizontal)">
                                      <p:cBhvr>
                                        <p:cTn id="190" dur="500"/>
                                        <p:tgtEl>
                                          <p:spTgt spid="829533"/>
                                        </p:tgtEl>
                                      </p:cBhvr>
                                    </p:animEffect>
                                  </p:childTnLst>
                                </p:cTn>
                              </p:par>
                              <p:par>
                                <p:cTn id="191" presetID="3" presetClass="entr" presetSubtype="10" fill="hold" nodeType="withEffect">
                                  <p:stCondLst>
                                    <p:cond delay="0"/>
                                  </p:stCondLst>
                                  <p:childTnLst>
                                    <p:set>
                                      <p:cBhvr>
                                        <p:cTn id="192" dur="1" fill="hold">
                                          <p:stCondLst>
                                            <p:cond delay="0"/>
                                          </p:stCondLst>
                                        </p:cTn>
                                        <p:tgtEl>
                                          <p:spTgt spid="829534"/>
                                        </p:tgtEl>
                                        <p:attrNameLst>
                                          <p:attrName>style.visibility</p:attrName>
                                        </p:attrNameLst>
                                      </p:cBhvr>
                                      <p:to>
                                        <p:strVal val="visible"/>
                                      </p:to>
                                    </p:set>
                                    <p:animEffect transition="in" filter="blinds(horizontal)">
                                      <p:cBhvr>
                                        <p:cTn id="193" dur="500"/>
                                        <p:tgtEl>
                                          <p:spTgt spid="829534"/>
                                        </p:tgtEl>
                                      </p:cBhvr>
                                    </p:animEffect>
                                  </p:childTnLst>
                                </p:cTn>
                              </p:par>
                              <p:par>
                                <p:cTn id="194" presetID="3" presetClass="entr" presetSubtype="10" fill="hold" nodeType="withEffect">
                                  <p:stCondLst>
                                    <p:cond delay="0"/>
                                  </p:stCondLst>
                                  <p:childTnLst>
                                    <p:set>
                                      <p:cBhvr>
                                        <p:cTn id="195" dur="1" fill="hold">
                                          <p:stCondLst>
                                            <p:cond delay="0"/>
                                          </p:stCondLst>
                                        </p:cTn>
                                        <p:tgtEl>
                                          <p:spTgt spid="829535"/>
                                        </p:tgtEl>
                                        <p:attrNameLst>
                                          <p:attrName>style.visibility</p:attrName>
                                        </p:attrNameLst>
                                      </p:cBhvr>
                                      <p:to>
                                        <p:strVal val="visible"/>
                                      </p:to>
                                    </p:set>
                                    <p:animEffect transition="in" filter="blinds(horizontal)">
                                      <p:cBhvr>
                                        <p:cTn id="196" dur="500"/>
                                        <p:tgtEl>
                                          <p:spTgt spid="829535"/>
                                        </p:tgtEl>
                                      </p:cBhvr>
                                    </p:animEffect>
                                  </p:childTnLst>
                                </p:cTn>
                              </p:par>
                              <p:par>
                                <p:cTn id="197" presetID="3" presetClass="entr" presetSubtype="10" fill="hold" nodeType="withEffect">
                                  <p:stCondLst>
                                    <p:cond delay="0"/>
                                  </p:stCondLst>
                                  <p:childTnLst>
                                    <p:set>
                                      <p:cBhvr>
                                        <p:cTn id="198" dur="1" fill="hold">
                                          <p:stCondLst>
                                            <p:cond delay="0"/>
                                          </p:stCondLst>
                                        </p:cTn>
                                        <p:tgtEl>
                                          <p:spTgt spid="829536"/>
                                        </p:tgtEl>
                                        <p:attrNameLst>
                                          <p:attrName>style.visibility</p:attrName>
                                        </p:attrNameLst>
                                      </p:cBhvr>
                                      <p:to>
                                        <p:strVal val="visible"/>
                                      </p:to>
                                    </p:set>
                                    <p:animEffect transition="in" filter="blinds(horizontal)">
                                      <p:cBhvr>
                                        <p:cTn id="199" dur="500"/>
                                        <p:tgtEl>
                                          <p:spTgt spid="829536"/>
                                        </p:tgtEl>
                                      </p:cBhvr>
                                    </p:animEffect>
                                  </p:childTnLst>
                                </p:cTn>
                              </p:par>
                              <p:par>
                                <p:cTn id="200" presetID="3" presetClass="entr" presetSubtype="10" fill="hold" nodeType="withEffect">
                                  <p:stCondLst>
                                    <p:cond delay="0"/>
                                  </p:stCondLst>
                                  <p:childTnLst>
                                    <p:set>
                                      <p:cBhvr>
                                        <p:cTn id="201" dur="1" fill="hold">
                                          <p:stCondLst>
                                            <p:cond delay="0"/>
                                          </p:stCondLst>
                                        </p:cTn>
                                        <p:tgtEl>
                                          <p:spTgt spid="829537"/>
                                        </p:tgtEl>
                                        <p:attrNameLst>
                                          <p:attrName>style.visibility</p:attrName>
                                        </p:attrNameLst>
                                      </p:cBhvr>
                                      <p:to>
                                        <p:strVal val="visible"/>
                                      </p:to>
                                    </p:set>
                                    <p:animEffect transition="in" filter="blinds(horizontal)">
                                      <p:cBhvr>
                                        <p:cTn id="202" dur="500"/>
                                        <p:tgtEl>
                                          <p:spTgt spid="829537"/>
                                        </p:tgtEl>
                                      </p:cBhvr>
                                    </p:animEffect>
                                  </p:childTnLst>
                                </p:cTn>
                              </p:par>
                              <p:par>
                                <p:cTn id="203" presetID="3" presetClass="entr" presetSubtype="10" fill="hold" nodeType="withEffect">
                                  <p:stCondLst>
                                    <p:cond delay="0"/>
                                  </p:stCondLst>
                                  <p:childTnLst>
                                    <p:set>
                                      <p:cBhvr>
                                        <p:cTn id="204" dur="1" fill="hold">
                                          <p:stCondLst>
                                            <p:cond delay="0"/>
                                          </p:stCondLst>
                                        </p:cTn>
                                        <p:tgtEl>
                                          <p:spTgt spid="829538"/>
                                        </p:tgtEl>
                                        <p:attrNameLst>
                                          <p:attrName>style.visibility</p:attrName>
                                        </p:attrNameLst>
                                      </p:cBhvr>
                                      <p:to>
                                        <p:strVal val="visible"/>
                                      </p:to>
                                    </p:set>
                                    <p:animEffect transition="in" filter="blinds(horizontal)">
                                      <p:cBhvr>
                                        <p:cTn id="205" dur="500"/>
                                        <p:tgtEl>
                                          <p:spTgt spid="829538"/>
                                        </p:tgtEl>
                                      </p:cBhvr>
                                    </p:animEffect>
                                  </p:childTnLst>
                                </p:cTn>
                              </p:par>
                              <p:par>
                                <p:cTn id="206" presetID="3" presetClass="entr" presetSubtype="10" fill="hold" nodeType="withEffect">
                                  <p:stCondLst>
                                    <p:cond delay="0"/>
                                  </p:stCondLst>
                                  <p:childTnLst>
                                    <p:set>
                                      <p:cBhvr>
                                        <p:cTn id="207" dur="1" fill="hold">
                                          <p:stCondLst>
                                            <p:cond delay="0"/>
                                          </p:stCondLst>
                                        </p:cTn>
                                        <p:tgtEl>
                                          <p:spTgt spid="829539"/>
                                        </p:tgtEl>
                                        <p:attrNameLst>
                                          <p:attrName>style.visibility</p:attrName>
                                        </p:attrNameLst>
                                      </p:cBhvr>
                                      <p:to>
                                        <p:strVal val="visible"/>
                                      </p:to>
                                    </p:set>
                                    <p:animEffect transition="in" filter="blinds(horizontal)">
                                      <p:cBhvr>
                                        <p:cTn id="208" dur="500"/>
                                        <p:tgtEl>
                                          <p:spTgt spid="829539"/>
                                        </p:tgtEl>
                                      </p:cBhvr>
                                    </p:animEffect>
                                  </p:childTnLst>
                                </p:cTn>
                              </p:par>
                              <p:par>
                                <p:cTn id="209" presetID="3" presetClass="entr" presetSubtype="10" fill="hold" nodeType="withEffect">
                                  <p:stCondLst>
                                    <p:cond delay="0"/>
                                  </p:stCondLst>
                                  <p:childTnLst>
                                    <p:set>
                                      <p:cBhvr>
                                        <p:cTn id="210" dur="1" fill="hold">
                                          <p:stCondLst>
                                            <p:cond delay="0"/>
                                          </p:stCondLst>
                                        </p:cTn>
                                        <p:tgtEl>
                                          <p:spTgt spid="829540"/>
                                        </p:tgtEl>
                                        <p:attrNameLst>
                                          <p:attrName>style.visibility</p:attrName>
                                        </p:attrNameLst>
                                      </p:cBhvr>
                                      <p:to>
                                        <p:strVal val="visible"/>
                                      </p:to>
                                    </p:set>
                                    <p:animEffect transition="in" filter="blinds(horizontal)">
                                      <p:cBhvr>
                                        <p:cTn id="211" dur="500"/>
                                        <p:tgtEl>
                                          <p:spTgt spid="829540"/>
                                        </p:tgtEl>
                                      </p:cBhvr>
                                    </p:animEffect>
                                  </p:childTnLst>
                                </p:cTn>
                              </p:par>
                              <p:par>
                                <p:cTn id="212" presetID="3" presetClass="entr" presetSubtype="10" fill="hold" nodeType="withEffect">
                                  <p:stCondLst>
                                    <p:cond delay="0"/>
                                  </p:stCondLst>
                                  <p:childTnLst>
                                    <p:set>
                                      <p:cBhvr>
                                        <p:cTn id="213" dur="1" fill="hold">
                                          <p:stCondLst>
                                            <p:cond delay="0"/>
                                          </p:stCondLst>
                                        </p:cTn>
                                        <p:tgtEl>
                                          <p:spTgt spid="829541"/>
                                        </p:tgtEl>
                                        <p:attrNameLst>
                                          <p:attrName>style.visibility</p:attrName>
                                        </p:attrNameLst>
                                      </p:cBhvr>
                                      <p:to>
                                        <p:strVal val="visible"/>
                                      </p:to>
                                    </p:set>
                                    <p:animEffect transition="in" filter="blinds(horizontal)">
                                      <p:cBhvr>
                                        <p:cTn id="214" dur="500"/>
                                        <p:tgtEl>
                                          <p:spTgt spid="829541"/>
                                        </p:tgtEl>
                                      </p:cBhvr>
                                    </p:animEffect>
                                  </p:childTnLst>
                                </p:cTn>
                              </p:par>
                              <p:par>
                                <p:cTn id="215" presetID="3" presetClass="entr" presetSubtype="10" fill="hold" nodeType="withEffect">
                                  <p:stCondLst>
                                    <p:cond delay="0"/>
                                  </p:stCondLst>
                                  <p:childTnLst>
                                    <p:set>
                                      <p:cBhvr>
                                        <p:cTn id="216" dur="1" fill="hold">
                                          <p:stCondLst>
                                            <p:cond delay="0"/>
                                          </p:stCondLst>
                                        </p:cTn>
                                        <p:tgtEl>
                                          <p:spTgt spid="829542"/>
                                        </p:tgtEl>
                                        <p:attrNameLst>
                                          <p:attrName>style.visibility</p:attrName>
                                        </p:attrNameLst>
                                      </p:cBhvr>
                                      <p:to>
                                        <p:strVal val="visible"/>
                                      </p:to>
                                    </p:set>
                                    <p:animEffect transition="in" filter="blinds(horizontal)">
                                      <p:cBhvr>
                                        <p:cTn id="217" dur="500"/>
                                        <p:tgtEl>
                                          <p:spTgt spid="829542"/>
                                        </p:tgtEl>
                                      </p:cBhvr>
                                    </p:animEffect>
                                  </p:childTnLst>
                                </p:cTn>
                              </p:par>
                              <p:par>
                                <p:cTn id="218" presetID="3" presetClass="entr" presetSubtype="10" fill="hold" nodeType="withEffect">
                                  <p:stCondLst>
                                    <p:cond delay="0"/>
                                  </p:stCondLst>
                                  <p:childTnLst>
                                    <p:set>
                                      <p:cBhvr>
                                        <p:cTn id="219" dur="1" fill="hold">
                                          <p:stCondLst>
                                            <p:cond delay="0"/>
                                          </p:stCondLst>
                                        </p:cTn>
                                        <p:tgtEl>
                                          <p:spTgt spid="829543"/>
                                        </p:tgtEl>
                                        <p:attrNameLst>
                                          <p:attrName>style.visibility</p:attrName>
                                        </p:attrNameLst>
                                      </p:cBhvr>
                                      <p:to>
                                        <p:strVal val="visible"/>
                                      </p:to>
                                    </p:set>
                                    <p:animEffect transition="in" filter="blinds(horizontal)">
                                      <p:cBhvr>
                                        <p:cTn id="220" dur="500"/>
                                        <p:tgtEl>
                                          <p:spTgt spid="829543"/>
                                        </p:tgtEl>
                                      </p:cBhvr>
                                    </p:animEffect>
                                  </p:childTnLst>
                                </p:cTn>
                              </p:par>
                              <p:par>
                                <p:cTn id="221" presetID="3" presetClass="entr" presetSubtype="10" fill="hold" nodeType="withEffect">
                                  <p:stCondLst>
                                    <p:cond delay="0"/>
                                  </p:stCondLst>
                                  <p:childTnLst>
                                    <p:set>
                                      <p:cBhvr>
                                        <p:cTn id="222" dur="1" fill="hold">
                                          <p:stCondLst>
                                            <p:cond delay="0"/>
                                          </p:stCondLst>
                                        </p:cTn>
                                        <p:tgtEl>
                                          <p:spTgt spid="829544"/>
                                        </p:tgtEl>
                                        <p:attrNameLst>
                                          <p:attrName>style.visibility</p:attrName>
                                        </p:attrNameLst>
                                      </p:cBhvr>
                                      <p:to>
                                        <p:strVal val="visible"/>
                                      </p:to>
                                    </p:set>
                                    <p:animEffect transition="in" filter="blinds(horizontal)">
                                      <p:cBhvr>
                                        <p:cTn id="223" dur="500"/>
                                        <p:tgtEl>
                                          <p:spTgt spid="829544"/>
                                        </p:tgtEl>
                                      </p:cBhvr>
                                    </p:animEffect>
                                  </p:childTnLst>
                                </p:cTn>
                              </p:par>
                              <p:par>
                                <p:cTn id="224" presetID="3" presetClass="entr" presetSubtype="10" fill="hold" nodeType="withEffect">
                                  <p:stCondLst>
                                    <p:cond delay="0"/>
                                  </p:stCondLst>
                                  <p:childTnLst>
                                    <p:set>
                                      <p:cBhvr>
                                        <p:cTn id="225" dur="1" fill="hold">
                                          <p:stCondLst>
                                            <p:cond delay="0"/>
                                          </p:stCondLst>
                                        </p:cTn>
                                        <p:tgtEl>
                                          <p:spTgt spid="829545"/>
                                        </p:tgtEl>
                                        <p:attrNameLst>
                                          <p:attrName>style.visibility</p:attrName>
                                        </p:attrNameLst>
                                      </p:cBhvr>
                                      <p:to>
                                        <p:strVal val="visible"/>
                                      </p:to>
                                    </p:set>
                                    <p:animEffect transition="in" filter="blinds(horizontal)">
                                      <p:cBhvr>
                                        <p:cTn id="226" dur="500"/>
                                        <p:tgtEl>
                                          <p:spTgt spid="829545"/>
                                        </p:tgtEl>
                                      </p:cBhvr>
                                    </p:animEffect>
                                  </p:childTnLst>
                                </p:cTn>
                              </p:par>
                              <p:par>
                                <p:cTn id="227" presetID="3" presetClass="entr" presetSubtype="10" fill="hold" nodeType="withEffect">
                                  <p:stCondLst>
                                    <p:cond delay="0"/>
                                  </p:stCondLst>
                                  <p:childTnLst>
                                    <p:set>
                                      <p:cBhvr>
                                        <p:cTn id="228" dur="1" fill="hold">
                                          <p:stCondLst>
                                            <p:cond delay="0"/>
                                          </p:stCondLst>
                                        </p:cTn>
                                        <p:tgtEl>
                                          <p:spTgt spid="829546"/>
                                        </p:tgtEl>
                                        <p:attrNameLst>
                                          <p:attrName>style.visibility</p:attrName>
                                        </p:attrNameLst>
                                      </p:cBhvr>
                                      <p:to>
                                        <p:strVal val="visible"/>
                                      </p:to>
                                    </p:set>
                                    <p:animEffect transition="in" filter="blinds(horizontal)">
                                      <p:cBhvr>
                                        <p:cTn id="229" dur="500"/>
                                        <p:tgtEl>
                                          <p:spTgt spid="829546"/>
                                        </p:tgtEl>
                                      </p:cBhvr>
                                    </p:animEffect>
                                  </p:childTnLst>
                                </p:cTn>
                              </p:par>
                              <p:par>
                                <p:cTn id="230" presetID="3" presetClass="entr" presetSubtype="10" fill="hold" nodeType="withEffect">
                                  <p:stCondLst>
                                    <p:cond delay="0"/>
                                  </p:stCondLst>
                                  <p:childTnLst>
                                    <p:set>
                                      <p:cBhvr>
                                        <p:cTn id="231" dur="1" fill="hold">
                                          <p:stCondLst>
                                            <p:cond delay="0"/>
                                          </p:stCondLst>
                                        </p:cTn>
                                        <p:tgtEl>
                                          <p:spTgt spid="829547"/>
                                        </p:tgtEl>
                                        <p:attrNameLst>
                                          <p:attrName>style.visibility</p:attrName>
                                        </p:attrNameLst>
                                      </p:cBhvr>
                                      <p:to>
                                        <p:strVal val="visible"/>
                                      </p:to>
                                    </p:set>
                                    <p:animEffect transition="in" filter="blinds(horizontal)">
                                      <p:cBhvr>
                                        <p:cTn id="232" dur="500"/>
                                        <p:tgtEl>
                                          <p:spTgt spid="829547"/>
                                        </p:tgtEl>
                                      </p:cBhvr>
                                    </p:animEffect>
                                  </p:childTnLst>
                                </p:cTn>
                              </p:par>
                              <p:par>
                                <p:cTn id="233" presetID="3" presetClass="entr" presetSubtype="10" fill="hold" nodeType="withEffect">
                                  <p:stCondLst>
                                    <p:cond delay="0"/>
                                  </p:stCondLst>
                                  <p:childTnLst>
                                    <p:set>
                                      <p:cBhvr>
                                        <p:cTn id="234" dur="1" fill="hold">
                                          <p:stCondLst>
                                            <p:cond delay="0"/>
                                          </p:stCondLst>
                                        </p:cTn>
                                        <p:tgtEl>
                                          <p:spTgt spid="829548"/>
                                        </p:tgtEl>
                                        <p:attrNameLst>
                                          <p:attrName>style.visibility</p:attrName>
                                        </p:attrNameLst>
                                      </p:cBhvr>
                                      <p:to>
                                        <p:strVal val="visible"/>
                                      </p:to>
                                    </p:set>
                                    <p:animEffect transition="in" filter="blinds(horizontal)">
                                      <p:cBhvr>
                                        <p:cTn id="235" dur="500"/>
                                        <p:tgtEl>
                                          <p:spTgt spid="829548"/>
                                        </p:tgtEl>
                                      </p:cBhvr>
                                    </p:animEffect>
                                  </p:childTnLst>
                                </p:cTn>
                              </p:par>
                              <p:par>
                                <p:cTn id="236" presetID="3" presetClass="entr" presetSubtype="10" fill="hold" nodeType="withEffect">
                                  <p:stCondLst>
                                    <p:cond delay="0"/>
                                  </p:stCondLst>
                                  <p:childTnLst>
                                    <p:set>
                                      <p:cBhvr>
                                        <p:cTn id="237" dur="1" fill="hold">
                                          <p:stCondLst>
                                            <p:cond delay="0"/>
                                          </p:stCondLst>
                                        </p:cTn>
                                        <p:tgtEl>
                                          <p:spTgt spid="829549"/>
                                        </p:tgtEl>
                                        <p:attrNameLst>
                                          <p:attrName>style.visibility</p:attrName>
                                        </p:attrNameLst>
                                      </p:cBhvr>
                                      <p:to>
                                        <p:strVal val="visible"/>
                                      </p:to>
                                    </p:set>
                                    <p:animEffect transition="in" filter="blinds(horizontal)">
                                      <p:cBhvr>
                                        <p:cTn id="238" dur="500"/>
                                        <p:tgtEl>
                                          <p:spTgt spid="829549"/>
                                        </p:tgtEl>
                                      </p:cBhvr>
                                    </p:animEffect>
                                  </p:childTnLst>
                                </p:cTn>
                              </p:par>
                              <p:par>
                                <p:cTn id="239" presetID="3" presetClass="entr" presetSubtype="10" fill="hold" nodeType="withEffect">
                                  <p:stCondLst>
                                    <p:cond delay="0"/>
                                  </p:stCondLst>
                                  <p:childTnLst>
                                    <p:set>
                                      <p:cBhvr>
                                        <p:cTn id="240" dur="1" fill="hold">
                                          <p:stCondLst>
                                            <p:cond delay="0"/>
                                          </p:stCondLst>
                                        </p:cTn>
                                        <p:tgtEl>
                                          <p:spTgt spid="829550"/>
                                        </p:tgtEl>
                                        <p:attrNameLst>
                                          <p:attrName>style.visibility</p:attrName>
                                        </p:attrNameLst>
                                      </p:cBhvr>
                                      <p:to>
                                        <p:strVal val="visible"/>
                                      </p:to>
                                    </p:set>
                                    <p:animEffect transition="in" filter="blinds(horizontal)">
                                      <p:cBhvr>
                                        <p:cTn id="241" dur="500"/>
                                        <p:tgtEl>
                                          <p:spTgt spid="829550"/>
                                        </p:tgtEl>
                                      </p:cBhvr>
                                    </p:animEffect>
                                  </p:childTnLst>
                                </p:cTn>
                              </p:par>
                              <p:par>
                                <p:cTn id="242" presetID="3" presetClass="entr" presetSubtype="10" fill="hold" nodeType="withEffect">
                                  <p:stCondLst>
                                    <p:cond delay="0"/>
                                  </p:stCondLst>
                                  <p:childTnLst>
                                    <p:set>
                                      <p:cBhvr>
                                        <p:cTn id="243" dur="1" fill="hold">
                                          <p:stCondLst>
                                            <p:cond delay="0"/>
                                          </p:stCondLst>
                                        </p:cTn>
                                        <p:tgtEl>
                                          <p:spTgt spid="829551"/>
                                        </p:tgtEl>
                                        <p:attrNameLst>
                                          <p:attrName>style.visibility</p:attrName>
                                        </p:attrNameLst>
                                      </p:cBhvr>
                                      <p:to>
                                        <p:strVal val="visible"/>
                                      </p:to>
                                    </p:set>
                                    <p:animEffect transition="in" filter="blinds(horizontal)">
                                      <p:cBhvr>
                                        <p:cTn id="244" dur="500"/>
                                        <p:tgtEl>
                                          <p:spTgt spid="829551"/>
                                        </p:tgtEl>
                                      </p:cBhvr>
                                    </p:animEffect>
                                  </p:childTnLst>
                                </p:cTn>
                              </p:par>
                              <p:par>
                                <p:cTn id="245" presetID="3" presetClass="entr" presetSubtype="10" fill="hold" nodeType="withEffect">
                                  <p:stCondLst>
                                    <p:cond delay="0"/>
                                  </p:stCondLst>
                                  <p:childTnLst>
                                    <p:set>
                                      <p:cBhvr>
                                        <p:cTn id="246" dur="1" fill="hold">
                                          <p:stCondLst>
                                            <p:cond delay="0"/>
                                          </p:stCondLst>
                                        </p:cTn>
                                        <p:tgtEl>
                                          <p:spTgt spid="829552"/>
                                        </p:tgtEl>
                                        <p:attrNameLst>
                                          <p:attrName>style.visibility</p:attrName>
                                        </p:attrNameLst>
                                      </p:cBhvr>
                                      <p:to>
                                        <p:strVal val="visible"/>
                                      </p:to>
                                    </p:set>
                                    <p:animEffect transition="in" filter="blinds(horizontal)">
                                      <p:cBhvr>
                                        <p:cTn id="247" dur="500"/>
                                        <p:tgtEl>
                                          <p:spTgt spid="829552"/>
                                        </p:tgtEl>
                                      </p:cBhvr>
                                    </p:animEffect>
                                  </p:childTnLst>
                                </p:cTn>
                              </p:par>
                              <p:par>
                                <p:cTn id="248" presetID="3" presetClass="entr" presetSubtype="10" fill="hold" nodeType="withEffect">
                                  <p:stCondLst>
                                    <p:cond delay="0"/>
                                  </p:stCondLst>
                                  <p:childTnLst>
                                    <p:set>
                                      <p:cBhvr>
                                        <p:cTn id="249" dur="1" fill="hold">
                                          <p:stCondLst>
                                            <p:cond delay="0"/>
                                          </p:stCondLst>
                                        </p:cTn>
                                        <p:tgtEl>
                                          <p:spTgt spid="829553"/>
                                        </p:tgtEl>
                                        <p:attrNameLst>
                                          <p:attrName>style.visibility</p:attrName>
                                        </p:attrNameLst>
                                      </p:cBhvr>
                                      <p:to>
                                        <p:strVal val="visible"/>
                                      </p:to>
                                    </p:set>
                                    <p:animEffect transition="in" filter="blinds(horizontal)">
                                      <p:cBhvr>
                                        <p:cTn id="250" dur="500"/>
                                        <p:tgtEl>
                                          <p:spTgt spid="829553"/>
                                        </p:tgtEl>
                                      </p:cBhvr>
                                    </p:animEffect>
                                  </p:childTnLst>
                                </p:cTn>
                              </p:par>
                              <p:par>
                                <p:cTn id="251" presetID="3" presetClass="entr" presetSubtype="10" fill="hold" nodeType="withEffect">
                                  <p:stCondLst>
                                    <p:cond delay="0"/>
                                  </p:stCondLst>
                                  <p:childTnLst>
                                    <p:set>
                                      <p:cBhvr>
                                        <p:cTn id="252" dur="1" fill="hold">
                                          <p:stCondLst>
                                            <p:cond delay="0"/>
                                          </p:stCondLst>
                                        </p:cTn>
                                        <p:tgtEl>
                                          <p:spTgt spid="829554"/>
                                        </p:tgtEl>
                                        <p:attrNameLst>
                                          <p:attrName>style.visibility</p:attrName>
                                        </p:attrNameLst>
                                      </p:cBhvr>
                                      <p:to>
                                        <p:strVal val="visible"/>
                                      </p:to>
                                    </p:set>
                                    <p:animEffect transition="in" filter="blinds(horizontal)">
                                      <p:cBhvr>
                                        <p:cTn id="253" dur="500"/>
                                        <p:tgtEl>
                                          <p:spTgt spid="829554"/>
                                        </p:tgtEl>
                                      </p:cBhvr>
                                    </p:animEffect>
                                  </p:childTnLst>
                                </p:cTn>
                              </p:par>
                              <p:par>
                                <p:cTn id="254" presetID="3" presetClass="entr" presetSubtype="10" fill="hold" nodeType="withEffect">
                                  <p:stCondLst>
                                    <p:cond delay="0"/>
                                  </p:stCondLst>
                                  <p:childTnLst>
                                    <p:set>
                                      <p:cBhvr>
                                        <p:cTn id="255" dur="1" fill="hold">
                                          <p:stCondLst>
                                            <p:cond delay="0"/>
                                          </p:stCondLst>
                                        </p:cTn>
                                        <p:tgtEl>
                                          <p:spTgt spid="829555"/>
                                        </p:tgtEl>
                                        <p:attrNameLst>
                                          <p:attrName>style.visibility</p:attrName>
                                        </p:attrNameLst>
                                      </p:cBhvr>
                                      <p:to>
                                        <p:strVal val="visible"/>
                                      </p:to>
                                    </p:set>
                                    <p:animEffect transition="in" filter="blinds(horizontal)">
                                      <p:cBhvr>
                                        <p:cTn id="256" dur="500"/>
                                        <p:tgtEl>
                                          <p:spTgt spid="829555"/>
                                        </p:tgtEl>
                                      </p:cBhvr>
                                    </p:animEffect>
                                  </p:childTnLst>
                                </p:cTn>
                              </p:par>
                              <p:par>
                                <p:cTn id="257" presetID="3" presetClass="entr" presetSubtype="10" fill="hold" nodeType="withEffect">
                                  <p:stCondLst>
                                    <p:cond delay="0"/>
                                  </p:stCondLst>
                                  <p:childTnLst>
                                    <p:set>
                                      <p:cBhvr>
                                        <p:cTn id="258" dur="1" fill="hold">
                                          <p:stCondLst>
                                            <p:cond delay="0"/>
                                          </p:stCondLst>
                                        </p:cTn>
                                        <p:tgtEl>
                                          <p:spTgt spid="829556"/>
                                        </p:tgtEl>
                                        <p:attrNameLst>
                                          <p:attrName>style.visibility</p:attrName>
                                        </p:attrNameLst>
                                      </p:cBhvr>
                                      <p:to>
                                        <p:strVal val="visible"/>
                                      </p:to>
                                    </p:set>
                                    <p:animEffect transition="in" filter="blinds(horizontal)">
                                      <p:cBhvr>
                                        <p:cTn id="259" dur="500"/>
                                        <p:tgtEl>
                                          <p:spTgt spid="829556"/>
                                        </p:tgtEl>
                                      </p:cBhvr>
                                    </p:animEffect>
                                  </p:childTnLst>
                                </p:cTn>
                              </p:par>
                              <p:par>
                                <p:cTn id="260" presetID="3" presetClass="entr" presetSubtype="10" fill="hold" nodeType="withEffect">
                                  <p:stCondLst>
                                    <p:cond delay="0"/>
                                  </p:stCondLst>
                                  <p:childTnLst>
                                    <p:set>
                                      <p:cBhvr>
                                        <p:cTn id="261" dur="1" fill="hold">
                                          <p:stCondLst>
                                            <p:cond delay="0"/>
                                          </p:stCondLst>
                                        </p:cTn>
                                        <p:tgtEl>
                                          <p:spTgt spid="829557"/>
                                        </p:tgtEl>
                                        <p:attrNameLst>
                                          <p:attrName>style.visibility</p:attrName>
                                        </p:attrNameLst>
                                      </p:cBhvr>
                                      <p:to>
                                        <p:strVal val="visible"/>
                                      </p:to>
                                    </p:set>
                                    <p:animEffect transition="in" filter="blinds(horizontal)">
                                      <p:cBhvr>
                                        <p:cTn id="262" dur="500"/>
                                        <p:tgtEl>
                                          <p:spTgt spid="829557"/>
                                        </p:tgtEl>
                                      </p:cBhvr>
                                    </p:animEffect>
                                  </p:childTnLst>
                                </p:cTn>
                              </p:par>
                              <p:par>
                                <p:cTn id="263" presetID="3" presetClass="entr" presetSubtype="10" fill="hold" nodeType="withEffect">
                                  <p:stCondLst>
                                    <p:cond delay="0"/>
                                  </p:stCondLst>
                                  <p:childTnLst>
                                    <p:set>
                                      <p:cBhvr>
                                        <p:cTn id="264" dur="1" fill="hold">
                                          <p:stCondLst>
                                            <p:cond delay="0"/>
                                          </p:stCondLst>
                                        </p:cTn>
                                        <p:tgtEl>
                                          <p:spTgt spid="829558"/>
                                        </p:tgtEl>
                                        <p:attrNameLst>
                                          <p:attrName>style.visibility</p:attrName>
                                        </p:attrNameLst>
                                      </p:cBhvr>
                                      <p:to>
                                        <p:strVal val="visible"/>
                                      </p:to>
                                    </p:set>
                                    <p:animEffect transition="in" filter="blinds(horizontal)">
                                      <p:cBhvr>
                                        <p:cTn id="265" dur="500"/>
                                        <p:tgtEl>
                                          <p:spTgt spid="8295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8" grpId="0" animBg="1"/>
      <p:bldP spid="829488" grpId="0"/>
      <p:bldP spid="829489" grpId="0"/>
      <p:bldP spid="829490" grpId="0"/>
      <p:bldP spid="829491" grpId="0"/>
      <p:bldP spid="829492" grpId="0"/>
      <p:bldP spid="829493" grpId="0"/>
      <p:bldP spid="829494" grpId="0"/>
      <p:bldP spid="829495" grpId="0"/>
      <p:bldP spid="829496" grpId="0"/>
      <p:bldP spid="829497" grpId="0"/>
      <p:bldP spid="829498" grpId="0"/>
      <p:bldP spid="829499" grpId="0"/>
      <p:bldP spid="829500" grpId="0"/>
      <p:bldP spid="829501" grpId="0"/>
      <p:bldP spid="829502" grpId="0"/>
      <p:bldP spid="829503" grpId="0"/>
      <p:bldP spid="829504" grpId="0"/>
      <p:bldP spid="829505" grpId="0"/>
      <p:bldP spid="829506" grpId="0"/>
      <p:bldP spid="829507" grpId="0"/>
      <p:bldP spid="829508" grpId="0"/>
      <p:bldP spid="829509" grpId="0"/>
      <p:bldP spid="829510" grpId="0"/>
      <p:bldP spid="829511" grpId="0"/>
      <p:bldP spid="829512" grpId="0" animBg="1"/>
      <p:bldP spid="829513" grpId="0" animBg="1"/>
      <p:bldP spid="829514" grpId="0" animBg="1"/>
      <p:bldP spid="829515" grpId="0" animBg="1"/>
      <p:bldP spid="829516" grpId="0" animBg="1"/>
      <p:bldP spid="829517" grpId="0" animBg="1"/>
      <p:bldP spid="829518" grpId="0" animBg="1"/>
      <p:bldP spid="829533" grpId="0"/>
      <p:bldP spid="829534" grpId="0"/>
      <p:bldP spid="829535" grpId="0"/>
      <p:bldP spid="829536" grpId="0"/>
      <p:bldP spid="829537" grpId="0"/>
      <p:bldP spid="829538" grpId="0"/>
      <p:bldP spid="829539" grpId="0"/>
      <p:bldP spid="829544" grpId="0"/>
      <p:bldP spid="829545" grpId="0"/>
      <p:bldP spid="829546" grpId="0"/>
      <p:bldP spid="829547" grpId="0"/>
      <p:bldP spid="829548" grpId="0"/>
      <p:bldP spid="829549" grpId="0"/>
      <p:bldP spid="829550" grpId="0"/>
      <p:bldP spid="829551" grpId="0"/>
      <p:bldP spid="829552" grpId="0"/>
      <p:bldP spid="829553" grpId="0"/>
      <p:bldP spid="829554" grpId="0"/>
      <p:bldP spid="829555" grpId="0"/>
      <p:bldP spid="829556" grpId="0"/>
      <p:bldP spid="829557" grpId="0"/>
      <p:bldP spid="829558" grpId="0"/>
      <p:bldP spid="829559" grpId="0"/>
      <p:bldP spid="829560" grpId="0"/>
      <p:bldP spid="829561" grpId="0"/>
      <p:bldP spid="829562" grpId="0"/>
      <p:bldP spid="829563" grpId="0"/>
      <p:bldP spid="829564" grpId="0"/>
      <p:bldP spid="82956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9D69E3A5-7798-9B18-6843-7655524FA1A8}"/>
              </a:ext>
            </a:extLst>
          </p:cNvPr>
          <p:cNvSpPr>
            <a:spLocks noGrp="1" noChangeArrowheads="1"/>
          </p:cNvSpPr>
          <p:nvPr>
            <p:ph type="title"/>
          </p:nvPr>
        </p:nvSpPr>
        <p:spPr/>
        <p:txBody>
          <a:bodyPr/>
          <a:lstStyle/>
          <a:p>
            <a:pPr eaLnBrk="1" hangingPunct="1"/>
            <a:r>
              <a:rPr lang="zh-CN" altLang="en-US"/>
              <a:t>正规文法与有限自动机的等价性</a:t>
            </a:r>
          </a:p>
        </p:txBody>
      </p:sp>
      <p:sp>
        <p:nvSpPr>
          <p:cNvPr id="830467" name="Rectangle 3">
            <a:extLst>
              <a:ext uri="{FF2B5EF4-FFF2-40B4-BE49-F238E27FC236}">
                <a16:creationId xmlns:a16="http://schemas.microsoft.com/office/drawing/2014/main" id="{CDEC503C-C067-8A76-E730-40AE4852EAFA}"/>
              </a:ext>
            </a:extLst>
          </p:cNvPr>
          <p:cNvSpPr>
            <a:spLocks noGrp="1" noChangeArrowheads="1"/>
          </p:cNvSpPr>
          <p:nvPr>
            <p:ph type="body" idx="1"/>
          </p:nvPr>
        </p:nvSpPr>
        <p:spPr>
          <a:xfrm>
            <a:off x="457200" y="1981200"/>
            <a:ext cx="8229600" cy="4111625"/>
          </a:xfrm>
        </p:spPr>
        <p:txBody>
          <a:bodyPr/>
          <a:lstStyle/>
          <a:p>
            <a:pPr eaLnBrk="1" hangingPunct="1">
              <a:spcBef>
                <a:spcPct val="30000"/>
              </a:spcBef>
            </a:pPr>
            <a:r>
              <a:rPr lang="zh-CN" altLang="en-US" sz="2800">
                <a:ea typeface="宋体" panose="02010600030101010101" pitchFamily="2" charset="-122"/>
              </a:rPr>
              <a:t>对于正规文法</a:t>
            </a:r>
            <a:r>
              <a:rPr lang="en-US" altLang="zh-CN" sz="2800">
                <a:ea typeface="宋体" panose="02010600030101010101" pitchFamily="2" charset="-122"/>
              </a:rPr>
              <a:t>G</a:t>
            </a:r>
            <a:r>
              <a:rPr lang="zh-CN" altLang="en-US" sz="2800">
                <a:ea typeface="宋体" panose="02010600030101010101" pitchFamily="2" charset="-122"/>
              </a:rPr>
              <a:t>和有限自动机</a:t>
            </a:r>
            <a:r>
              <a:rPr lang="en-US" altLang="zh-CN" sz="2800">
                <a:ea typeface="宋体" panose="02010600030101010101" pitchFamily="2" charset="-122"/>
              </a:rPr>
              <a:t>M</a:t>
            </a:r>
            <a:r>
              <a:rPr lang="zh-CN" altLang="en-US" sz="2800">
                <a:ea typeface="宋体" panose="02010600030101010101" pitchFamily="2" charset="-122"/>
              </a:rPr>
              <a:t>，如果</a:t>
            </a:r>
          </a:p>
          <a:p>
            <a:pPr eaLnBrk="1" hangingPunct="1">
              <a:spcBef>
                <a:spcPct val="30000"/>
              </a:spcBef>
              <a:buFont typeface="Wingdings" pitchFamily="2" charset="2"/>
              <a:buNone/>
            </a:pPr>
            <a:r>
              <a:rPr lang="zh-CN" altLang="en-US" sz="2800">
                <a:ea typeface="宋体" panose="02010600030101010101" pitchFamily="2" charset="-122"/>
              </a:rPr>
              <a:t>        </a:t>
            </a:r>
            <a:r>
              <a:rPr lang="en-US" altLang="zh-CN" sz="2800">
                <a:ea typeface="宋体" panose="02010600030101010101" pitchFamily="2" charset="-122"/>
              </a:rPr>
              <a:t>L(G)=L(M)</a:t>
            </a:r>
            <a:r>
              <a:rPr lang="zh-CN" altLang="en-US" sz="2800">
                <a:ea typeface="宋体" panose="02010600030101010101" pitchFamily="2" charset="-122"/>
              </a:rPr>
              <a:t>，则称</a:t>
            </a:r>
            <a:r>
              <a:rPr lang="en-US" altLang="zh-CN" sz="2800">
                <a:solidFill>
                  <a:srgbClr val="990000"/>
                </a:solidFill>
                <a:ea typeface="宋体" panose="02010600030101010101" pitchFamily="2" charset="-122"/>
              </a:rPr>
              <a:t>G</a:t>
            </a:r>
            <a:r>
              <a:rPr lang="zh-CN" altLang="en-US" sz="2800">
                <a:solidFill>
                  <a:srgbClr val="990000"/>
                </a:solidFill>
                <a:ea typeface="宋体" panose="02010600030101010101" pitchFamily="2" charset="-122"/>
              </a:rPr>
              <a:t>和</a:t>
            </a:r>
            <a:r>
              <a:rPr lang="en-US" altLang="zh-CN" sz="2800">
                <a:solidFill>
                  <a:srgbClr val="990000"/>
                </a:solidFill>
                <a:ea typeface="宋体" panose="02010600030101010101" pitchFamily="2" charset="-122"/>
              </a:rPr>
              <a:t>M</a:t>
            </a:r>
            <a:r>
              <a:rPr lang="zh-CN" altLang="en-US" sz="2800">
                <a:solidFill>
                  <a:srgbClr val="990000"/>
                </a:solidFill>
                <a:ea typeface="宋体" panose="02010600030101010101" pitchFamily="2" charset="-122"/>
              </a:rPr>
              <a:t>是等价的</a:t>
            </a:r>
          </a:p>
          <a:p>
            <a:pPr eaLnBrk="1" hangingPunct="1">
              <a:lnSpc>
                <a:spcPct val="115000"/>
              </a:lnSpc>
              <a:spcBef>
                <a:spcPct val="30000"/>
              </a:spcBef>
            </a:pPr>
            <a:r>
              <a:rPr lang="zh-CN" altLang="en-US" sz="2800">
                <a:ea typeface="宋体" panose="02010600030101010101" pitchFamily="2" charset="-122"/>
              </a:rPr>
              <a:t>正规文法与有限自动机的等价性</a:t>
            </a:r>
          </a:p>
          <a:p>
            <a:pPr eaLnBrk="1" hangingPunct="1">
              <a:lnSpc>
                <a:spcPct val="115000"/>
              </a:lnSpc>
              <a:spcBef>
                <a:spcPct val="30000"/>
              </a:spcBef>
              <a:buFont typeface="Wingdings" pitchFamily="2" charset="2"/>
              <a:buNone/>
            </a:pPr>
            <a:r>
              <a:rPr lang="zh-CN" altLang="en-US" sz="2800">
                <a:ea typeface="宋体" panose="02010600030101010101" pitchFamily="2" charset="-122"/>
              </a:rPr>
              <a:t>（</a:t>
            </a:r>
            <a:r>
              <a:rPr lang="en-US" altLang="zh-CN" sz="2800">
                <a:ea typeface="宋体" panose="02010600030101010101" pitchFamily="2" charset="-122"/>
              </a:rPr>
              <a:t>1</a:t>
            </a:r>
            <a:r>
              <a:rPr lang="zh-CN" altLang="en-US" sz="2800">
                <a:ea typeface="宋体" panose="02010600030101010101" pitchFamily="2" charset="-122"/>
              </a:rPr>
              <a:t>）对每一个右（左）线性正规文法</a:t>
            </a:r>
            <a:r>
              <a:rPr lang="en-US" altLang="zh-CN" sz="2800">
                <a:ea typeface="宋体" panose="02010600030101010101" pitchFamily="2" charset="-122"/>
              </a:rPr>
              <a:t>G</a:t>
            </a:r>
            <a:r>
              <a:rPr lang="zh-CN" altLang="en-US" sz="2800">
                <a:ea typeface="宋体" panose="02010600030101010101" pitchFamily="2" charset="-122"/>
              </a:rPr>
              <a:t>，都存在一个有限自动机</a:t>
            </a:r>
            <a:r>
              <a:rPr lang="en-US" altLang="zh-CN" sz="2800">
                <a:ea typeface="宋体" panose="02010600030101010101" pitchFamily="2" charset="-122"/>
              </a:rPr>
              <a:t>M</a:t>
            </a:r>
            <a:r>
              <a:rPr lang="zh-CN" altLang="en-US" sz="2800">
                <a:ea typeface="宋体" panose="02010600030101010101" pitchFamily="2" charset="-122"/>
              </a:rPr>
              <a:t>，使得</a:t>
            </a:r>
            <a:r>
              <a:rPr lang="en-US" altLang="zh-CN" sz="2800">
                <a:ea typeface="宋体" panose="02010600030101010101" pitchFamily="2" charset="-122"/>
              </a:rPr>
              <a:t>L(G)=L(M)</a:t>
            </a:r>
          </a:p>
          <a:p>
            <a:pPr eaLnBrk="1" hangingPunct="1">
              <a:lnSpc>
                <a:spcPct val="115000"/>
              </a:lnSpc>
              <a:spcBef>
                <a:spcPct val="30000"/>
              </a:spcBef>
              <a:buFont typeface="Wingdings" pitchFamily="2" charset="2"/>
              <a:buNone/>
            </a:pPr>
            <a:r>
              <a:rPr lang="zh-CN" altLang="en-US" sz="2800">
                <a:ea typeface="宋体" panose="02010600030101010101" pitchFamily="2" charset="-122"/>
              </a:rPr>
              <a:t>（</a:t>
            </a:r>
            <a:r>
              <a:rPr lang="en-US" altLang="zh-CN" sz="2800">
                <a:ea typeface="宋体" panose="02010600030101010101" pitchFamily="2" charset="-122"/>
              </a:rPr>
              <a:t>2</a:t>
            </a:r>
            <a:r>
              <a:rPr lang="zh-CN" altLang="en-US" sz="2800">
                <a:ea typeface="宋体" panose="02010600030101010101" pitchFamily="2" charset="-122"/>
              </a:rPr>
              <a:t>）对每一个有限自动机</a:t>
            </a:r>
            <a:r>
              <a:rPr lang="en-US" altLang="zh-CN" sz="2800">
                <a:ea typeface="宋体" panose="02010600030101010101" pitchFamily="2" charset="-122"/>
              </a:rPr>
              <a:t>M</a:t>
            </a:r>
            <a:r>
              <a:rPr lang="zh-CN" altLang="en-US" sz="2800">
                <a:ea typeface="宋体" panose="02010600030101010101" pitchFamily="2" charset="-122"/>
              </a:rPr>
              <a:t>，都存在一个右（左）线性正规文法</a:t>
            </a:r>
            <a:r>
              <a:rPr lang="en-US" altLang="zh-CN" sz="2800">
                <a:ea typeface="宋体" panose="02010600030101010101" pitchFamily="2" charset="-122"/>
              </a:rPr>
              <a:t>G </a:t>
            </a:r>
            <a:r>
              <a:rPr lang="zh-CN" altLang="en-US" sz="2800">
                <a:ea typeface="宋体" panose="02010600030101010101" pitchFamily="2" charset="-122"/>
              </a:rPr>
              <a:t>，使得</a:t>
            </a:r>
            <a:r>
              <a:rPr lang="en-US" altLang="zh-CN" sz="2800">
                <a:ea typeface="宋体" panose="02010600030101010101" pitchFamily="2" charset="-122"/>
              </a:rPr>
              <a:t>L(G)=L(M)</a:t>
            </a:r>
          </a:p>
        </p:txBody>
      </p:sp>
      <p:sp>
        <p:nvSpPr>
          <p:cNvPr id="76804" name="灯片编号占位符 3">
            <a:extLst>
              <a:ext uri="{FF2B5EF4-FFF2-40B4-BE49-F238E27FC236}">
                <a16:creationId xmlns:a16="http://schemas.microsoft.com/office/drawing/2014/main" id="{9B7937CA-E602-01FF-11BE-20EF23C3645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ED46E2B1-F42E-B245-A217-21DA70AE101E}"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65</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30467">
                                            <p:txEl>
                                              <p:pRg st="2" end="2"/>
                                            </p:txEl>
                                          </p:spTgt>
                                        </p:tgtEl>
                                        <p:attrNameLst>
                                          <p:attrName>style.visibility</p:attrName>
                                        </p:attrNameLst>
                                      </p:cBhvr>
                                      <p:to>
                                        <p:strVal val="visible"/>
                                      </p:to>
                                    </p:set>
                                    <p:animEffect transition="in" filter="wipe(left)">
                                      <p:cBhvr>
                                        <p:cTn id="7" dur="500"/>
                                        <p:tgtEl>
                                          <p:spTgt spid="830467">
                                            <p:txEl>
                                              <p:pRg st="2" end="2"/>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830467">
                                            <p:txEl>
                                              <p:pRg st="3" end="3"/>
                                            </p:txEl>
                                          </p:spTgt>
                                        </p:tgtEl>
                                        <p:attrNameLst>
                                          <p:attrName>style.visibility</p:attrName>
                                        </p:attrNameLst>
                                      </p:cBhvr>
                                      <p:to>
                                        <p:strVal val="visible"/>
                                      </p:to>
                                    </p:set>
                                    <p:animEffect transition="in" filter="wipe(left)">
                                      <p:cBhvr>
                                        <p:cTn id="10" dur="500"/>
                                        <p:tgtEl>
                                          <p:spTgt spid="830467">
                                            <p:txEl>
                                              <p:pRg st="3" end="3"/>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830467">
                                            <p:txEl>
                                              <p:pRg st="4" end="4"/>
                                            </p:txEl>
                                          </p:spTgt>
                                        </p:tgtEl>
                                        <p:attrNameLst>
                                          <p:attrName>style.visibility</p:attrName>
                                        </p:attrNameLst>
                                      </p:cBhvr>
                                      <p:to>
                                        <p:strVal val="visible"/>
                                      </p:to>
                                    </p:set>
                                    <p:animEffect transition="in" filter="wipe(left)">
                                      <p:cBhvr>
                                        <p:cTn id="13" dur="500"/>
                                        <p:tgtEl>
                                          <p:spTgt spid="83046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F6B7E651-18F4-A5FD-CC4B-19E188FFC06C}"/>
              </a:ext>
            </a:extLst>
          </p:cNvPr>
          <p:cNvSpPr>
            <a:spLocks noGrp="1" noChangeArrowheads="1"/>
          </p:cNvSpPr>
          <p:nvPr>
            <p:ph type="title"/>
          </p:nvPr>
        </p:nvSpPr>
        <p:spPr/>
        <p:txBody>
          <a:bodyPr/>
          <a:lstStyle/>
          <a:p>
            <a:pPr eaLnBrk="1" hangingPunct="1"/>
            <a:r>
              <a:rPr lang="zh-CN" altLang="en-US"/>
              <a:t>右线性正规文法生成</a:t>
            </a:r>
            <a:r>
              <a:rPr lang="en-US" altLang="zh-CN"/>
              <a:t>NFA</a:t>
            </a:r>
            <a:r>
              <a:rPr lang="zh-CN" altLang="en-US"/>
              <a:t>方法</a:t>
            </a:r>
          </a:p>
        </p:txBody>
      </p:sp>
      <p:sp>
        <p:nvSpPr>
          <p:cNvPr id="77827" name="Rectangle 3">
            <a:extLst>
              <a:ext uri="{FF2B5EF4-FFF2-40B4-BE49-F238E27FC236}">
                <a16:creationId xmlns:a16="http://schemas.microsoft.com/office/drawing/2014/main" id="{3F2EB58D-2DFC-ACF6-71B7-3D60A4E90B40}"/>
              </a:ext>
            </a:extLst>
          </p:cNvPr>
          <p:cNvSpPr>
            <a:spLocks noGrp="1" noChangeArrowheads="1"/>
          </p:cNvSpPr>
          <p:nvPr>
            <p:ph type="body" idx="1"/>
          </p:nvPr>
        </p:nvSpPr>
        <p:spPr>
          <a:xfrm>
            <a:off x="393700" y="1981200"/>
            <a:ext cx="8642350" cy="4471988"/>
          </a:xfrm>
        </p:spPr>
        <p:txBody>
          <a:bodyPr/>
          <a:lstStyle/>
          <a:p>
            <a:pPr eaLnBrk="1" hangingPunct="1">
              <a:lnSpc>
                <a:spcPct val="110000"/>
              </a:lnSpc>
              <a:spcBef>
                <a:spcPct val="30000"/>
              </a:spcBef>
              <a:buFont typeface="Wingdings" pitchFamily="2" charset="2"/>
              <a:buNone/>
            </a:pPr>
            <a:r>
              <a:rPr lang="zh-CN" altLang="en-US" sz="2000">
                <a:ea typeface="宋体" panose="02010600030101010101" pitchFamily="2" charset="-122"/>
                <a:cs typeface="Times New Roman" panose="02020603050405020304" pitchFamily="18" charset="0"/>
              </a:rPr>
              <a:t>设右线性正规文法</a:t>
            </a:r>
            <a:r>
              <a:rPr lang="en-US" altLang="zh-CN" sz="2000">
                <a:solidFill>
                  <a:srgbClr val="990000"/>
                </a:solidFill>
                <a:ea typeface="宋体" panose="02010600030101010101" pitchFamily="2" charset="-122"/>
                <a:cs typeface="Times New Roman" panose="02020603050405020304" pitchFamily="18" charset="0"/>
              </a:rPr>
              <a:t>G=(V</a:t>
            </a:r>
            <a:r>
              <a:rPr lang="en-US" altLang="zh-CN" sz="2000" baseline="-25000">
                <a:solidFill>
                  <a:srgbClr val="990000"/>
                </a:solidFill>
                <a:ea typeface="宋体" panose="02010600030101010101" pitchFamily="2" charset="-122"/>
                <a:cs typeface="Times New Roman" panose="02020603050405020304" pitchFamily="18" charset="0"/>
              </a:rPr>
              <a:t>N</a:t>
            </a:r>
            <a:r>
              <a:rPr lang="en-US" altLang="zh-CN" sz="2000">
                <a:solidFill>
                  <a:srgbClr val="990000"/>
                </a:solidFill>
                <a:ea typeface="宋体" panose="02010600030101010101" pitchFamily="2" charset="-122"/>
                <a:cs typeface="Times New Roman" panose="02020603050405020304" pitchFamily="18" charset="0"/>
              </a:rPr>
              <a:t>, V</a:t>
            </a:r>
            <a:r>
              <a:rPr lang="en-US" altLang="zh-CN" sz="2000" baseline="-25000">
                <a:solidFill>
                  <a:srgbClr val="990000"/>
                </a:solidFill>
                <a:ea typeface="宋体" panose="02010600030101010101" pitchFamily="2" charset="-122"/>
                <a:cs typeface="Times New Roman" panose="02020603050405020304" pitchFamily="18" charset="0"/>
              </a:rPr>
              <a:t>T</a:t>
            </a:r>
            <a:r>
              <a:rPr lang="en-US" altLang="zh-CN" sz="2000">
                <a:solidFill>
                  <a:srgbClr val="990000"/>
                </a:solidFill>
                <a:ea typeface="宋体" panose="02010600030101010101" pitchFamily="2" charset="-122"/>
                <a:cs typeface="Times New Roman" panose="02020603050405020304" pitchFamily="18" charset="0"/>
              </a:rPr>
              <a:t>, S, </a:t>
            </a:r>
            <a:r>
              <a:rPr lang="zh-CN" altLang="en-US" sz="2000">
                <a:solidFill>
                  <a:srgbClr val="990000"/>
                </a:solidFill>
                <a:ea typeface="宋体" panose="02010600030101010101" pitchFamily="2" charset="-122"/>
                <a:cs typeface="Times New Roman" panose="02020603050405020304" pitchFamily="18" charset="0"/>
              </a:rPr>
              <a:t>￡</a:t>
            </a:r>
            <a:r>
              <a:rPr lang="en-US" altLang="zh-CN" sz="2000">
                <a:solidFill>
                  <a:srgbClr val="990000"/>
                </a:solidFill>
                <a:ea typeface="宋体" panose="02010600030101010101" pitchFamily="2" charset="-122"/>
                <a:cs typeface="Times New Roman" panose="02020603050405020304" pitchFamily="18" charset="0"/>
              </a:rPr>
              <a:t>)</a:t>
            </a:r>
            <a:r>
              <a:rPr lang="zh-CN" altLang="en-US" sz="2000">
                <a:ea typeface="宋体" panose="02010600030101010101" pitchFamily="2" charset="-122"/>
                <a:cs typeface="Times New Roman" panose="02020603050405020304" pitchFamily="18" charset="0"/>
              </a:rPr>
              <a:t>。</a:t>
            </a:r>
          </a:p>
          <a:p>
            <a:pPr eaLnBrk="1" hangingPunct="1">
              <a:lnSpc>
                <a:spcPct val="110000"/>
              </a:lnSpc>
              <a:spcBef>
                <a:spcPct val="30000"/>
              </a:spcBef>
              <a:buFont typeface="Wingdings" pitchFamily="2" charset="2"/>
              <a:buNone/>
            </a:pPr>
            <a:r>
              <a:rPr lang="zh-CN" altLang="en-US" sz="2000">
                <a:ea typeface="宋体" panose="02010600030101010101" pitchFamily="2" charset="-122"/>
                <a:cs typeface="Times New Roman" panose="02020603050405020304" pitchFamily="18" charset="0"/>
              </a:rPr>
              <a:t>将</a:t>
            </a:r>
            <a:r>
              <a:rPr lang="en-US" altLang="zh-CN" sz="2000">
                <a:ea typeface="宋体" panose="02010600030101010101" pitchFamily="2" charset="-122"/>
                <a:cs typeface="Times New Roman" panose="02020603050405020304" pitchFamily="18" charset="0"/>
              </a:rPr>
              <a:t>V</a:t>
            </a:r>
            <a:r>
              <a:rPr lang="en-US" altLang="zh-CN" sz="2000" baseline="-25000">
                <a:ea typeface="宋体" panose="02010600030101010101" pitchFamily="2" charset="-122"/>
                <a:cs typeface="Times New Roman" panose="02020603050405020304" pitchFamily="18" charset="0"/>
              </a:rPr>
              <a:t>N</a:t>
            </a:r>
            <a:r>
              <a:rPr lang="zh-CN" altLang="en-US" sz="2000">
                <a:ea typeface="宋体" panose="02010600030101010101" pitchFamily="2" charset="-122"/>
                <a:cs typeface="Times New Roman" panose="02020603050405020304" pitchFamily="18" charset="0"/>
              </a:rPr>
              <a:t>中的每一非终结符号视为状态符号，并增加一个新的终态符号</a:t>
            </a:r>
            <a:r>
              <a:rPr lang="en-US" altLang="zh-CN" sz="2000">
                <a:ea typeface="宋体" panose="02010600030101010101" pitchFamily="2" charset="-122"/>
                <a:cs typeface="Times New Roman" panose="02020603050405020304" pitchFamily="18" charset="0"/>
              </a:rPr>
              <a:t>f</a:t>
            </a:r>
            <a:r>
              <a:rPr lang="en-US" altLang="zh-CN" sz="2000">
                <a:ea typeface="宋体" panose="02010600030101010101" pitchFamily="2" charset="-122"/>
                <a:cs typeface="Times New Roman" panose="02020603050405020304" pitchFamily="18" charset="0"/>
                <a:sym typeface="Symbol" pitchFamily="2" charset="2"/>
              </a:rPr>
              <a:t></a:t>
            </a:r>
            <a:r>
              <a:rPr lang="en-US" altLang="zh-CN" sz="2000">
                <a:ea typeface="宋体" panose="02010600030101010101" pitchFamily="2" charset="-122"/>
                <a:cs typeface="Times New Roman" panose="02020603050405020304" pitchFamily="18" charset="0"/>
              </a:rPr>
              <a:t>V</a:t>
            </a:r>
            <a:r>
              <a:rPr lang="en-US" altLang="zh-CN" sz="2000" baseline="-25000">
                <a:ea typeface="宋体" panose="02010600030101010101" pitchFamily="2" charset="-122"/>
                <a:cs typeface="Times New Roman" panose="02020603050405020304" pitchFamily="18" charset="0"/>
              </a:rPr>
              <a:t>N </a:t>
            </a:r>
            <a:r>
              <a:rPr lang="zh-CN" altLang="en-US" sz="2000">
                <a:ea typeface="宋体" panose="02010600030101010101" pitchFamily="2" charset="-122"/>
                <a:cs typeface="Times New Roman" panose="02020603050405020304" pitchFamily="18" charset="0"/>
              </a:rPr>
              <a:t>。</a:t>
            </a:r>
          </a:p>
          <a:p>
            <a:pPr eaLnBrk="1" hangingPunct="1">
              <a:lnSpc>
                <a:spcPct val="110000"/>
              </a:lnSpc>
              <a:spcBef>
                <a:spcPct val="30000"/>
              </a:spcBef>
              <a:buFont typeface="Wingdings" pitchFamily="2" charset="2"/>
              <a:buNone/>
            </a:pPr>
            <a:r>
              <a:rPr lang="zh-CN" altLang="en-US" sz="2000">
                <a:ea typeface="宋体" panose="02010600030101010101" pitchFamily="2" charset="-122"/>
                <a:cs typeface="Times New Roman" panose="02020603050405020304" pitchFamily="18" charset="0"/>
              </a:rPr>
              <a:t>令</a:t>
            </a:r>
            <a:r>
              <a:rPr lang="en-US" altLang="zh-CN" sz="2000">
                <a:solidFill>
                  <a:srgbClr val="990000"/>
                </a:solidFill>
                <a:ea typeface="宋体" panose="02010600030101010101" pitchFamily="2" charset="-122"/>
                <a:cs typeface="Times New Roman" panose="02020603050405020304" pitchFamily="18" charset="0"/>
              </a:rPr>
              <a:t>M= </a:t>
            </a:r>
            <a:r>
              <a:rPr kumimoji="1" lang="en-US" altLang="zh-CN" sz="2000">
                <a:solidFill>
                  <a:srgbClr val="990000"/>
                </a:solidFill>
                <a:ea typeface="宋体" panose="02010600030101010101" pitchFamily="2" charset="-122"/>
                <a:cs typeface="Times New Roman" panose="02020603050405020304" pitchFamily="18" charset="0"/>
              </a:rPr>
              <a:t>(</a:t>
            </a:r>
            <a:r>
              <a:rPr lang="en-US" altLang="zh-CN" sz="2000">
                <a:solidFill>
                  <a:srgbClr val="990000"/>
                </a:solidFill>
                <a:ea typeface="宋体" panose="02010600030101010101" pitchFamily="2" charset="-122"/>
                <a:cs typeface="Times New Roman" panose="02020603050405020304" pitchFamily="18" charset="0"/>
              </a:rPr>
              <a:t>V</a:t>
            </a:r>
            <a:r>
              <a:rPr lang="en-US" altLang="zh-CN" sz="2000" baseline="-25000">
                <a:solidFill>
                  <a:srgbClr val="990000"/>
                </a:solidFill>
                <a:ea typeface="宋体" panose="02010600030101010101" pitchFamily="2" charset="-122"/>
                <a:cs typeface="Times New Roman" panose="02020603050405020304" pitchFamily="18" charset="0"/>
              </a:rPr>
              <a:t>N</a:t>
            </a:r>
            <a:r>
              <a:rPr kumimoji="1" lang="en-US" altLang="zh-CN" sz="2000">
                <a:solidFill>
                  <a:srgbClr val="990000"/>
                </a:solidFill>
                <a:ea typeface="宋体" panose="02010600030101010101" pitchFamily="2" charset="-122"/>
                <a:cs typeface="Times New Roman" panose="02020603050405020304" pitchFamily="18" charset="0"/>
                <a:sym typeface="Symbol" pitchFamily="2" charset="2"/>
              </a:rPr>
              <a:t> {f}</a:t>
            </a:r>
            <a:r>
              <a:rPr kumimoji="1" lang="en-US" altLang="zh-CN" sz="2000">
                <a:solidFill>
                  <a:srgbClr val="990000"/>
                </a:solidFill>
                <a:ea typeface="宋体" panose="02010600030101010101" pitchFamily="2" charset="-122"/>
                <a:cs typeface="Times New Roman" panose="02020603050405020304" pitchFamily="18" charset="0"/>
              </a:rPr>
              <a:t>, </a:t>
            </a:r>
            <a:r>
              <a:rPr lang="en-US" altLang="zh-CN" sz="2000">
                <a:solidFill>
                  <a:srgbClr val="990000"/>
                </a:solidFill>
                <a:ea typeface="宋体" panose="02010600030101010101" pitchFamily="2" charset="-122"/>
                <a:cs typeface="Times New Roman" panose="02020603050405020304" pitchFamily="18" charset="0"/>
              </a:rPr>
              <a:t>V</a:t>
            </a:r>
            <a:r>
              <a:rPr lang="en-US" altLang="zh-CN" sz="2000" baseline="-25000">
                <a:solidFill>
                  <a:srgbClr val="990000"/>
                </a:solidFill>
                <a:ea typeface="宋体" panose="02010600030101010101" pitchFamily="2" charset="-122"/>
                <a:cs typeface="Times New Roman" panose="02020603050405020304" pitchFamily="18" charset="0"/>
              </a:rPr>
              <a:t>T</a:t>
            </a:r>
            <a:r>
              <a:rPr kumimoji="1" lang="en-US" altLang="zh-CN" sz="2000">
                <a:solidFill>
                  <a:srgbClr val="990000"/>
                </a:solidFill>
                <a:ea typeface="宋体" panose="02010600030101010101" pitchFamily="2" charset="-122"/>
                <a:cs typeface="Times New Roman" panose="02020603050405020304" pitchFamily="18" charset="0"/>
              </a:rPr>
              <a:t>, δ,  S, {f} )</a:t>
            </a:r>
            <a:r>
              <a:rPr kumimoji="1" lang="zh-CN" altLang="en-US" sz="2000">
                <a:ea typeface="宋体" panose="02010600030101010101" pitchFamily="2" charset="-122"/>
                <a:cs typeface="Times New Roman" panose="02020603050405020304" pitchFamily="18" charset="0"/>
              </a:rPr>
              <a:t>，其中</a:t>
            </a:r>
            <a:r>
              <a:rPr kumimoji="1" lang="en-US" altLang="zh-CN" sz="2000">
                <a:ea typeface="宋体" panose="02010600030101010101" pitchFamily="2" charset="-122"/>
                <a:cs typeface="Times New Roman" panose="02020603050405020304" pitchFamily="18" charset="0"/>
              </a:rPr>
              <a:t>δ</a:t>
            </a:r>
            <a:r>
              <a:rPr kumimoji="1" lang="zh-CN" altLang="en-US" sz="2000">
                <a:ea typeface="宋体" panose="02010600030101010101" pitchFamily="2" charset="-122"/>
                <a:cs typeface="Times New Roman" panose="02020603050405020304" pitchFamily="18" charset="0"/>
              </a:rPr>
              <a:t>由以下规则定义：</a:t>
            </a:r>
          </a:p>
          <a:p>
            <a:pPr eaLnBrk="1" hangingPunct="1">
              <a:lnSpc>
                <a:spcPct val="110000"/>
              </a:lnSpc>
              <a:spcBef>
                <a:spcPct val="30000"/>
              </a:spcBef>
              <a:buFont typeface="Wingdings" pitchFamily="2" charset="2"/>
              <a:buNone/>
            </a:pPr>
            <a:r>
              <a:rPr kumimoji="1" lang="zh-CN" altLang="en-US" sz="2000">
                <a:ea typeface="宋体" panose="02010600030101010101" pitchFamily="2" charset="-122"/>
                <a:cs typeface="Times New Roman" panose="02020603050405020304" pitchFamily="18" charset="0"/>
              </a:rPr>
              <a:t>（</a:t>
            </a:r>
            <a:r>
              <a:rPr kumimoji="1" lang="en-US" altLang="zh-CN" sz="2000">
                <a:ea typeface="宋体" panose="02010600030101010101" pitchFamily="2" charset="-122"/>
                <a:cs typeface="Times New Roman" panose="02020603050405020304" pitchFamily="18" charset="0"/>
              </a:rPr>
              <a:t>a</a:t>
            </a:r>
            <a:r>
              <a:rPr kumimoji="1" lang="zh-CN" altLang="en-US" sz="2000">
                <a:ea typeface="宋体" panose="02010600030101010101" pitchFamily="2" charset="-122"/>
                <a:cs typeface="Times New Roman" panose="02020603050405020304" pitchFamily="18" charset="0"/>
              </a:rPr>
              <a:t>）若对某个</a:t>
            </a:r>
            <a:r>
              <a:rPr kumimoji="1" lang="en-US" altLang="zh-CN" sz="2000">
                <a:ea typeface="宋体" panose="02010600030101010101" pitchFamily="2" charset="-122"/>
                <a:cs typeface="Times New Roman" panose="02020603050405020304" pitchFamily="18" charset="0"/>
              </a:rPr>
              <a:t>A</a:t>
            </a:r>
            <a:r>
              <a:rPr kumimoji="1" lang="en-US" altLang="zh-CN" sz="2000">
                <a:ea typeface="宋体" panose="02010600030101010101" pitchFamily="2" charset="-122"/>
                <a:cs typeface="Times New Roman" panose="02020603050405020304" pitchFamily="18" charset="0"/>
                <a:sym typeface="Symbol" pitchFamily="2" charset="2"/>
              </a:rPr>
              <a:t> </a:t>
            </a:r>
            <a:r>
              <a:rPr lang="en-US" altLang="zh-CN" sz="2000">
                <a:ea typeface="宋体" panose="02010600030101010101" pitchFamily="2" charset="-122"/>
                <a:cs typeface="Times New Roman" panose="02020603050405020304" pitchFamily="18" charset="0"/>
              </a:rPr>
              <a:t>V</a:t>
            </a:r>
            <a:r>
              <a:rPr lang="en-US" altLang="zh-CN" sz="2000" baseline="-25000">
                <a:ea typeface="宋体" panose="02010600030101010101" pitchFamily="2" charset="-122"/>
                <a:cs typeface="Times New Roman" panose="02020603050405020304" pitchFamily="18" charset="0"/>
              </a:rPr>
              <a:t>N</a:t>
            </a:r>
            <a:r>
              <a:rPr kumimoji="1" lang="zh-CN" altLang="en-US" sz="2000">
                <a:ea typeface="宋体" panose="02010600030101010101" pitchFamily="2" charset="-122"/>
                <a:cs typeface="Times New Roman" panose="02020603050405020304" pitchFamily="18" charset="0"/>
                <a:sym typeface="Symbol" pitchFamily="2" charset="2"/>
              </a:rPr>
              <a:t>及</a:t>
            </a:r>
            <a:r>
              <a:rPr kumimoji="1" lang="en-US" altLang="zh-CN" sz="2000">
                <a:ea typeface="宋体" panose="02010600030101010101" pitchFamily="2" charset="-122"/>
                <a:cs typeface="Times New Roman" panose="02020603050405020304" pitchFamily="18" charset="0"/>
                <a:sym typeface="Symbol" pitchFamily="2" charset="2"/>
              </a:rPr>
              <a:t>a </a:t>
            </a:r>
            <a:r>
              <a:rPr lang="en-US" altLang="zh-CN" sz="2000">
                <a:ea typeface="宋体" panose="02010600030101010101" pitchFamily="2" charset="-122"/>
                <a:cs typeface="Times New Roman" panose="02020603050405020304" pitchFamily="18" charset="0"/>
              </a:rPr>
              <a:t>V</a:t>
            </a:r>
            <a:r>
              <a:rPr lang="en-US" altLang="zh-CN" sz="2000" baseline="-25000">
                <a:ea typeface="宋体" panose="02010600030101010101" pitchFamily="2" charset="-122"/>
                <a:cs typeface="Times New Roman" panose="02020603050405020304" pitchFamily="18" charset="0"/>
              </a:rPr>
              <a:t>T </a:t>
            </a:r>
            <a:r>
              <a:rPr kumimoji="1" lang="en-US" altLang="zh-CN" sz="2000">
                <a:ea typeface="宋体" panose="02010600030101010101" pitchFamily="2" charset="-122"/>
                <a:cs typeface="Times New Roman" panose="02020603050405020304" pitchFamily="18" charset="0"/>
                <a:sym typeface="Symbol" pitchFamily="2" charset="2"/>
              </a:rPr>
              <a:t> {</a:t>
            </a:r>
            <a:r>
              <a:rPr lang="en-US" altLang="zh-CN" sz="2000">
                <a:ea typeface="宋体" panose="02010600030101010101" pitchFamily="2" charset="-122"/>
                <a:cs typeface="Times New Roman" panose="02020603050405020304" pitchFamily="18" charset="0"/>
              </a:rPr>
              <a:t>ε</a:t>
            </a:r>
            <a:r>
              <a:rPr kumimoji="1" lang="en-US" altLang="zh-CN" sz="2000">
                <a:ea typeface="宋体" panose="02010600030101010101" pitchFamily="2" charset="-122"/>
                <a:cs typeface="Times New Roman" panose="02020603050405020304" pitchFamily="18" charset="0"/>
                <a:sym typeface="Symbol" pitchFamily="2" charset="2"/>
              </a:rPr>
              <a:t>}</a:t>
            </a:r>
            <a:r>
              <a:rPr kumimoji="1" lang="zh-CN" altLang="en-US" sz="2000">
                <a:ea typeface="宋体" panose="02010600030101010101" pitchFamily="2" charset="-122"/>
                <a:cs typeface="Times New Roman" panose="02020603050405020304" pitchFamily="18" charset="0"/>
                <a:sym typeface="Symbol" pitchFamily="2" charset="2"/>
              </a:rPr>
              <a:t>，存在</a:t>
            </a:r>
            <a:r>
              <a:rPr kumimoji="1" lang="en-US" altLang="zh-CN" sz="2000">
                <a:ea typeface="宋体" panose="02010600030101010101" pitchFamily="2" charset="-122"/>
                <a:cs typeface="Times New Roman" panose="02020603050405020304" pitchFamily="18" charset="0"/>
                <a:sym typeface="Symbol" pitchFamily="2" charset="2"/>
              </a:rPr>
              <a:t>A </a:t>
            </a:r>
            <a:r>
              <a:rPr lang="en-US" altLang="zh-CN" sz="2000">
                <a:ea typeface="宋体" panose="02010600030101010101" pitchFamily="2" charset="-122"/>
                <a:cs typeface="Times New Roman" panose="02020603050405020304" pitchFamily="18" charset="0"/>
              </a:rPr>
              <a:t>→a</a:t>
            </a:r>
            <a:r>
              <a:rPr lang="zh-CN" altLang="en-US" sz="2000">
                <a:ea typeface="宋体" panose="02010600030101010101" pitchFamily="2" charset="-122"/>
                <a:cs typeface="Times New Roman" panose="02020603050405020304" pitchFamily="18" charset="0"/>
              </a:rPr>
              <a:t>，则令</a:t>
            </a:r>
          </a:p>
          <a:p>
            <a:pPr eaLnBrk="1" hangingPunct="1">
              <a:lnSpc>
                <a:spcPct val="110000"/>
              </a:lnSpc>
              <a:spcBef>
                <a:spcPct val="30000"/>
              </a:spcBef>
              <a:buFont typeface="Wingdings" pitchFamily="2" charset="2"/>
              <a:buNone/>
            </a:pPr>
            <a:r>
              <a:rPr kumimoji="1" lang="zh-CN" altLang="en-US" sz="2000">
                <a:ea typeface="宋体" panose="02010600030101010101" pitchFamily="2" charset="-122"/>
                <a:cs typeface="Times New Roman" panose="02020603050405020304" pitchFamily="18" charset="0"/>
              </a:rPr>
              <a:t>                </a:t>
            </a:r>
            <a:r>
              <a:rPr kumimoji="1" lang="en-US" altLang="zh-CN" sz="2000">
                <a:ea typeface="宋体" panose="02010600030101010101" pitchFamily="2" charset="-122"/>
                <a:cs typeface="Times New Roman" panose="02020603050405020304" pitchFamily="18" charset="0"/>
              </a:rPr>
              <a:t>δ</a:t>
            </a:r>
            <a:r>
              <a:rPr kumimoji="1" lang="zh-CN" altLang="en-US" sz="2000">
                <a:ea typeface="宋体" panose="02010600030101010101" pitchFamily="2" charset="-122"/>
                <a:cs typeface="Times New Roman" panose="02020603050405020304" pitchFamily="18" charset="0"/>
              </a:rPr>
              <a:t>（</a:t>
            </a:r>
            <a:r>
              <a:rPr kumimoji="1" lang="en-US" altLang="zh-CN" sz="2000">
                <a:ea typeface="宋体" panose="02010600030101010101" pitchFamily="2" charset="-122"/>
                <a:cs typeface="Times New Roman" panose="02020603050405020304" pitchFamily="18" charset="0"/>
              </a:rPr>
              <a:t>A</a:t>
            </a:r>
            <a:r>
              <a:rPr kumimoji="1" lang="zh-CN" altLang="en-US" sz="2000">
                <a:ea typeface="宋体" panose="02010600030101010101" pitchFamily="2" charset="-122"/>
                <a:cs typeface="Times New Roman" panose="02020603050405020304" pitchFamily="18" charset="0"/>
              </a:rPr>
              <a:t>，</a:t>
            </a:r>
            <a:r>
              <a:rPr kumimoji="1" lang="en-US" altLang="zh-CN" sz="2000">
                <a:ea typeface="宋体" panose="02010600030101010101" pitchFamily="2" charset="-122"/>
                <a:cs typeface="Times New Roman" panose="02020603050405020304" pitchFamily="18" charset="0"/>
              </a:rPr>
              <a:t>a</a:t>
            </a:r>
            <a:r>
              <a:rPr kumimoji="1" lang="zh-CN" altLang="en-US" sz="2000">
                <a:ea typeface="宋体" panose="02010600030101010101" pitchFamily="2" charset="-122"/>
                <a:cs typeface="Times New Roman" panose="02020603050405020304" pitchFamily="18" charset="0"/>
              </a:rPr>
              <a:t>）</a:t>
            </a:r>
            <a:r>
              <a:rPr kumimoji="1" lang="en-US" altLang="zh-CN" sz="2000">
                <a:ea typeface="宋体" panose="02010600030101010101" pitchFamily="2" charset="-122"/>
                <a:cs typeface="Times New Roman" panose="02020603050405020304" pitchFamily="18" charset="0"/>
              </a:rPr>
              <a:t>= f</a:t>
            </a:r>
            <a:r>
              <a:rPr kumimoji="1" lang="zh-CN" altLang="en-US" sz="2000">
                <a:ea typeface="宋体" panose="02010600030101010101" pitchFamily="2" charset="-122"/>
                <a:cs typeface="Times New Roman" panose="02020603050405020304" pitchFamily="18" charset="0"/>
              </a:rPr>
              <a:t>；</a:t>
            </a:r>
          </a:p>
          <a:p>
            <a:pPr eaLnBrk="1" hangingPunct="1">
              <a:lnSpc>
                <a:spcPct val="110000"/>
              </a:lnSpc>
              <a:spcBef>
                <a:spcPct val="30000"/>
              </a:spcBef>
              <a:buFont typeface="Wingdings" pitchFamily="2" charset="2"/>
              <a:buNone/>
            </a:pPr>
            <a:r>
              <a:rPr kumimoji="1" lang="zh-CN" altLang="en-US" sz="2000">
                <a:ea typeface="宋体" panose="02010600030101010101" pitchFamily="2" charset="-122"/>
                <a:cs typeface="Times New Roman" panose="02020603050405020304" pitchFamily="18" charset="0"/>
              </a:rPr>
              <a:t>（</a:t>
            </a:r>
            <a:r>
              <a:rPr kumimoji="1" lang="en-US" altLang="zh-CN" sz="2000">
                <a:ea typeface="宋体" panose="02010600030101010101" pitchFamily="2" charset="-122"/>
                <a:cs typeface="Times New Roman" panose="02020603050405020304" pitchFamily="18" charset="0"/>
              </a:rPr>
              <a:t>b</a:t>
            </a:r>
            <a:r>
              <a:rPr kumimoji="1" lang="zh-CN" altLang="en-US" sz="2000">
                <a:ea typeface="宋体" panose="02010600030101010101" pitchFamily="2" charset="-122"/>
                <a:cs typeface="Times New Roman" panose="02020603050405020304" pitchFamily="18" charset="0"/>
              </a:rPr>
              <a:t>）对任意的</a:t>
            </a:r>
            <a:r>
              <a:rPr kumimoji="1" lang="en-US" altLang="zh-CN" sz="2000">
                <a:ea typeface="宋体" panose="02010600030101010101" pitchFamily="2" charset="-122"/>
                <a:cs typeface="Times New Roman" panose="02020603050405020304" pitchFamily="18" charset="0"/>
              </a:rPr>
              <a:t>A</a:t>
            </a:r>
            <a:r>
              <a:rPr kumimoji="1" lang="en-US" altLang="zh-CN" sz="2000">
                <a:ea typeface="宋体" panose="02010600030101010101" pitchFamily="2" charset="-122"/>
                <a:cs typeface="Times New Roman" panose="02020603050405020304" pitchFamily="18" charset="0"/>
                <a:sym typeface="Symbol" pitchFamily="2" charset="2"/>
              </a:rPr>
              <a:t> </a:t>
            </a:r>
            <a:r>
              <a:rPr lang="en-US" altLang="zh-CN" sz="2000">
                <a:ea typeface="宋体" panose="02010600030101010101" pitchFamily="2" charset="-122"/>
                <a:cs typeface="Times New Roman" panose="02020603050405020304" pitchFamily="18" charset="0"/>
              </a:rPr>
              <a:t>V</a:t>
            </a:r>
            <a:r>
              <a:rPr lang="en-US" altLang="zh-CN" sz="2000" baseline="-25000">
                <a:ea typeface="宋体" panose="02010600030101010101" pitchFamily="2" charset="-122"/>
                <a:cs typeface="Times New Roman" panose="02020603050405020304" pitchFamily="18" charset="0"/>
              </a:rPr>
              <a:t>N</a:t>
            </a:r>
            <a:r>
              <a:rPr kumimoji="1" lang="zh-CN" altLang="en-US" sz="2000">
                <a:ea typeface="宋体" panose="02010600030101010101" pitchFamily="2" charset="-122"/>
                <a:cs typeface="Times New Roman" panose="02020603050405020304" pitchFamily="18" charset="0"/>
                <a:sym typeface="Symbol" pitchFamily="2" charset="2"/>
              </a:rPr>
              <a:t>及</a:t>
            </a:r>
            <a:r>
              <a:rPr kumimoji="1" lang="en-US" altLang="zh-CN" sz="2000">
                <a:ea typeface="宋体" panose="02010600030101010101" pitchFamily="2" charset="-122"/>
                <a:cs typeface="Times New Roman" panose="02020603050405020304" pitchFamily="18" charset="0"/>
                <a:sym typeface="Symbol" pitchFamily="2" charset="2"/>
              </a:rPr>
              <a:t>a </a:t>
            </a:r>
            <a:r>
              <a:rPr lang="en-US" altLang="zh-CN" sz="2000">
                <a:ea typeface="宋体" panose="02010600030101010101" pitchFamily="2" charset="-122"/>
                <a:cs typeface="Times New Roman" panose="02020603050405020304" pitchFamily="18" charset="0"/>
              </a:rPr>
              <a:t>V</a:t>
            </a:r>
            <a:r>
              <a:rPr lang="en-US" altLang="zh-CN" sz="2000" baseline="-25000">
                <a:ea typeface="宋体" panose="02010600030101010101" pitchFamily="2" charset="-122"/>
                <a:cs typeface="Times New Roman" panose="02020603050405020304" pitchFamily="18" charset="0"/>
              </a:rPr>
              <a:t>T </a:t>
            </a:r>
            <a:r>
              <a:rPr kumimoji="1" lang="en-US" altLang="zh-CN" sz="2000">
                <a:ea typeface="宋体" panose="02010600030101010101" pitchFamily="2" charset="-122"/>
                <a:cs typeface="Times New Roman" panose="02020603050405020304" pitchFamily="18" charset="0"/>
                <a:sym typeface="Symbol" pitchFamily="2" charset="2"/>
              </a:rPr>
              <a:t> {</a:t>
            </a:r>
            <a:r>
              <a:rPr lang="en-US" altLang="zh-CN" sz="2000">
                <a:ea typeface="宋体" panose="02010600030101010101" pitchFamily="2" charset="-122"/>
                <a:cs typeface="Times New Roman" panose="02020603050405020304" pitchFamily="18" charset="0"/>
              </a:rPr>
              <a:t>ε</a:t>
            </a:r>
            <a:r>
              <a:rPr kumimoji="1" lang="en-US" altLang="zh-CN" sz="2000">
                <a:ea typeface="宋体" panose="02010600030101010101" pitchFamily="2" charset="-122"/>
                <a:cs typeface="Times New Roman" panose="02020603050405020304" pitchFamily="18" charset="0"/>
                <a:sym typeface="Symbol" pitchFamily="2" charset="2"/>
              </a:rPr>
              <a:t>}</a:t>
            </a:r>
            <a:r>
              <a:rPr kumimoji="1" lang="zh-CN" altLang="en-US" sz="2000">
                <a:ea typeface="宋体" panose="02010600030101010101" pitchFamily="2" charset="-122"/>
                <a:cs typeface="Times New Roman" panose="02020603050405020304" pitchFamily="18" charset="0"/>
                <a:sym typeface="Symbol" pitchFamily="2" charset="2"/>
              </a:rPr>
              <a:t>，存在</a:t>
            </a:r>
          </a:p>
          <a:p>
            <a:pPr eaLnBrk="1" hangingPunct="1">
              <a:lnSpc>
                <a:spcPct val="110000"/>
              </a:lnSpc>
              <a:spcBef>
                <a:spcPct val="30000"/>
              </a:spcBef>
              <a:buFont typeface="Wingdings" pitchFamily="2" charset="2"/>
              <a:buNone/>
            </a:pPr>
            <a:r>
              <a:rPr kumimoji="1" lang="zh-CN" altLang="en-US" sz="2000">
                <a:ea typeface="宋体" panose="02010600030101010101" pitchFamily="2" charset="-122"/>
                <a:cs typeface="Times New Roman" panose="02020603050405020304" pitchFamily="18" charset="0"/>
                <a:sym typeface="Symbol" pitchFamily="2" charset="2"/>
              </a:rPr>
              <a:t>                 </a:t>
            </a:r>
            <a:r>
              <a:rPr kumimoji="1" lang="en-US" altLang="zh-CN" sz="2000">
                <a:ea typeface="宋体" panose="02010600030101010101" pitchFamily="2" charset="-122"/>
                <a:cs typeface="Times New Roman" panose="02020603050405020304" pitchFamily="18" charset="0"/>
                <a:sym typeface="Symbol" pitchFamily="2" charset="2"/>
              </a:rPr>
              <a:t>A </a:t>
            </a:r>
            <a:r>
              <a:rPr lang="en-US" altLang="zh-CN" sz="2000">
                <a:ea typeface="宋体" panose="02010600030101010101" pitchFamily="2" charset="-122"/>
                <a:cs typeface="Times New Roman" panose="02020603050405020304" pitchFamily="18" charset="0"/>
              </a:rPr>
              <a:t>→aA</a:t>
            </a:r>
            <a:r>
              <a:rPr lang="en-US" altLang="zh-CN" sz="2000" baseline="-25000">
                <a:ea typeface="宋体" panose="02010600030101010101" pitchFamily="2" charset="-122"/>
                <a:cs typeface="Times New Roman" panose="02020603050405020304" pitchFamily="18" charset="0"/>
              </a:rPr>
              <a:t>1</a:t>
            </a:r>
            <a:r>
              <a:rPr lang="en-US" altLang="zh-CN" sz="2000">
                <a:ea typeface="宋体" panose="02010600030101010101" pitchFamily="2" charset="-122"/>
                <a:cs typeface="Times New Roman" panose="02020603050405020304" pitchFamily="18" charset="0"/>
              </a:rPr>
              <a:t>| aA</a:t>
            </a:r>
            <a:r>
              <a:rPr lang="en-US" altLang="zh-CN" sz="2000" baseline="-25000">
                <a:ea typeface="宋体" panose="02010600030101010101" pitchFamily="2" charset="-122"/>
                <a:cs typeface="Times New Roman" panose="02020603050405020304" pitchFamily="18" charset="0"/>
              </a:rPr>
              <a:t>2</a:t>
            </a:r>
            <a:r>
              <a:rPr lang="en-US" altLang="zh-CN" sz="2000">
                <a:ea typeface="宋体" panose="02010600030101010101" pitchFamily="2" charset="-122"/>
                <a:cs typeface="Times New Roman" panose="02020603050405020304" pitchFamily="18" charset="0"/>
              </a:rPr>
              <a:t>| …| aA</a:t>
            </a:r>
            <a:r>
              <a:rPr lang="en-US" altLang="zh-CN" sz="2000" baseline="-25000">
                <a:ea typeface="宋体" panose="02010600030101010101" pitchFamily="2" charset="-122"/>
                <a:cs typeface="Times New Roman" panose="02020603050405020304" pitchFamily="18" charset="0"/>
              </a:rPr>
              <a:t>k</a:t>
            </a:r>
          </a:p>
          <a:p>
            <a:pPr eaLnBrk="1" hangingPunct="1">
              <a:lnSpc>
                <a:spcPct val="110000"/>
              </a:lnSpc>
              <a:spcBef>
                <a:spcPct val="30000"/>
              </a:spcBef>
              <a:buFont typeface="Wingdings" pitchFamily="2" charset="2"/>
              <a:buNone/>
            </a:pPr>
            <a:r>
              <a:rPr lang="en-US" altLang="zh-CN" sz="2000">
                <a:ea typeface="宋体" panose="02010600030101010101" pitchFamily="2" charset="-122"/>
                <a:cs typeface="Times New Roman" panose="02020603050405020304" pitchFamily="18" charset="0"/>
              </a:rPr>
              <a:t>          </a:t>
            </a:r>
            <a:r>
              <a:rPr lang="zh-CN" altLang="en-US" sz="2000">
                <a:ea typeface="宋体" panose="02010600030101010101" pitchFamily="2" charset="-122"/>
                <a:cs typeface="Times New Roman" panose="02020603050405020304" pitchFamily="18" charset="0"/>
              </a:rPr>
              <a:t>则令</a:t>
            </a:r>
          </a:p>
          <a:p>
            <a:pPr eaLnBrk="1" hangingPunct="1">
              <a:lnSpc>
                <a:spcPct val="110000"/>
              </a:lnSpc>
              <a:spcBef>
                <a:spcPct val="30000"/>
              </a:spcBef>
              <a:buFont typeface="Wingdings" pitchFamily="2" charset="2"/>
              <a:buNone/>
            </a:pPr>
            <a:r>
              <a:rPr kumimoji="1" lang="zh-CN" altLang="en-US" sz="2000">
                <a:ea typeface="宋体" panose="02010600030101010101" pitchFamily="2" charset="-122"/>
                <a:cs typeface="Times New Roman" panose="02020603050405020304" pitchFamily="18" charset="0"/>
              </a:rPr>
              <a:t>                 </a:t>
            </a:r>
            <a:r>
              <a:rPr kumimoji="1" lang="en-US" altLang="zh-CN" sz="2000">
                <a:ea typeface="宋体" panose="02010600030101010101" pitchFamily="2" charset="-122"/>
                <a:cs typeface="Times New Roman" panose="02020603050405020304" pitchFamily="18" charset="0"/>
              </a:rPr>
              <a:t>δ</a:t>
            </a:r>
            <a:r>
              <a:rPr kumimoji="1" lang="zh-CN" altLang="en-US" sz="2000">
                <a:ea typeface="宋体" panose="02010600030101010101" pitchFamily="2" charset="-122"/>
                <a:cs typeface="Times New Roman" panose="02020603050405020304" pitchFamily="18" charset="0"/>
              </a:rPr>
              <a:t>（</a:t>
            </a:r>
            <a:r>
              <a:rPr kumimoji="1" lang="en-US" altLang="zh-CN" sz="2000">
                <a:ea typeface="宋体" panose="02010600030101010101" pitchFamily="2" charset="-122"/>
                <a:cs typeface="Times New Roman" panose="02020603050405020304" pitchFamily="18" charset="0"/>
              </a:rPr>
              <a:t>A</a:t>
            </a:r>
            <a:r>
              <a:rPr kumimoji="1" lang="zh-CN" altLang="en-US" sz="2000">
                <a:ea typeface="宋体" panose="02010600030101010101" pitchFamily="2" charset="-122"/>
                <a:cs typeface="Times New Roman" panose="02020603050405020304" pitchFamily="18" charset="0"/>
              </a:rPr>
              <a:t>，</a:t>
            </a:r>
            <a:r>
              <a:rPr kumimoji="1" lang="en-US" altLang="zh-CN" sz="2000">
                <a:ea typeface="宋体" panose="02010600030101010101" pitchFamily="2" charset="-122"/>
                <a:cs typeface="Times New Roman" panose="02020603050405020304" pitchFamily="18" charset="0"/>
              </a:rPr>
              <a:t>a</a:t>
            </a:r>
            <a:r>
              <a:rPr kumimoji="1" lang="zh-CN" altLang="en-US" sz="2000">
                <a:ea typeface="宋体" panose="02010600030101010101" pitchFamily="2" charset="-122"/>
                <a:cs typeface="Times New Roman" panose="02020603050405020304" pitchFamily="18" charset="0"/>
              </a:rPr>
              <a:t>）</a:t>
            </a:r>
            <a:r>
              <a:rPr kumimoji="1" lang="en-US" altLang="zh-CN" sz="2000">
                <a:ea typeface="宋体" panose="02010600030101010101" pitchFamily="2" charset="-122"/>
                <a:cs typeface="Times New Roman" panose="02020603050405020304" pitchFamily="18" charset="0"/>
              </a:rPr>
              <a:t>= {</a:t>
            </a:r>
            <a:r>
              <a:rPr lang="en-US" altLang="zh-CN" sz="2000">
                <a:ea typeface="宋体" panose="02010600030101010101" pitchFamily="2" charset="-122"/>
                <a:cs typeface="Times New Roman" panose="02020603050405020304" pitchFamily="18" charset="0"/>
              </a:rPr>
              <a:t>A</a:t>
            </a:r>
            <a:r>
              <a:rPr lang="en-US" altLang="zh-CN" sz="2000" baseline="-25000">
                <a:ea typeface="宋体" panose="02010600030101010101" pitchFamily="2" charset="-122"/>
                <a:cs typeface="Times New Roman" panose="02020603050405020304" pitchFamily="18" charset="0"/>
              </a:rPr>
              <a:t>1</a:t>
            </a:r>
            <a:r>
              <a:rPr kumimoji="1" lang="zh-CN" altLang="en-US" sz="2000">
                <a:ea typeface="宋体" panose="02010600030101010101" pitchFamily="2" charset="-122"/>
                <a:cs typeface="Times New Roman" panose="02020603050405020304" pitchFamily="18" charset="0"/>
              </a:rPr>
              <a:t>，</a:t>
            </a:r>
            <a:r>
              <a:rPr lang="en-US" altLang="zh-CN" sz="2000">
                <a:ea typeface="宋体" panose="02010600030101010101" pitchFamily="2" charset="-122"/>
                <a:cs typeface="Times New Roman" panose="02020603050405020304" pitchFamily="18" charset="0"/>
              </a:rPr>
              <a:t>…</a:t>
            </a:r>
            <a:r>
              <a:rPr lang="zh-CN" altLang="en-US" sz="2000">
                <a:ea typeface="宋体" panose="02010600030101010101" pitchFamily="2" charset="-122"/>
                <a:cs typeface="Times New Roman" panose="02020603050405020304" pitchFamily="18" charset="0"/>
              </a:rPr>
              <a:t>，</a:t>
            </a:r>
            <a:r>
              <a:rPr lang="en-US" altLang="zh-CN" sz="2000">
                <a:ea typeface="宋体" panose="02010600030101010101" pitchFamily="2" charset="-122"/>
                <a:cs typeface="Times New Roman" panose="02020603050405020304" pitchFamily="18" charset="0"/>
              </a:rPr>
              <a:t>A</a:t>
            </a:r>
            <a:r>
              <a:rPr lang="en-US" altLang="zh-CN" sz="2000" baseline="-25000">
                <a:ea typeface="宋体" panose="02010600030101010101" pitchFamily="2" charset="-122"/>
                <a:cs typeface="Times New Roman" panose="02020603050405020304" pitchFamily="18" charset="0"/>
              </a:rPr>
              <a:t>k</a:t>
            </a:r>
            <a:r>
              <a:rPr kumimoji="1" lang="en-US" altLang="zh-CN" sz="2000">
                <a:ea typeface="宋体" panose="02010600030101010101" pitchFamily="2" charset="-122"/>
                <a:cs typeface="Times New Roman" panose="02020603050405020304" pitchFamily="18" charset="0"/>
              </a:rPr>
              <a:t>}</a:t>
            </a:r>
            <a:r>
              <a:rPr kumimoji="1" lang="zh-CN" altLang="en-US" sz="2000">
                <a:ea typeface="宋体" panose="02010600030101010101" pitchFamily="2" charset="-122"/>
                <a:cs typeface="Times New Roman" panose="02020603050405020304" pitchFamily="18" charset="0"/>
              </a:rPr>
              <a:t>；</a:t>
            </a:r>
          </a:p>
        </p:txBody>
      </p:sp>
      <p:sp>
        <p:nvSpPr>
          <p:cNvPr id="77828" name="灯片编号占位符 3">
            <a:extLst>
              <a:ext uri="{FF2B5EF4-FFF2-40B4-BE49-F238E27FC236}">
                <a16:creationId xmlns:a16="http://schemas.microsoft.com/office/drawing/2014/main" id="{C7B4EF5F-EFF0-F383-4BF9-1E259558044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22F9FDD7-549B-C841-9E35-69EF62875F62}"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66</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AD0DDE55-CB2D-DC13-7361-A2EAC8875B49}"/>
              </a:ext>
            </a:extLst>
          </p:cNvPr>
          <p:cNvSpPr>
            <a:spLocks noGrp="1" noChangeArrowheads="1"/>
          </p:cNvSpPr>
          <p:nvPr>
            <p:ph type="title"/>
          </p:nvPr>
        </p:nvSpPr>
        <p:spPr/>
        <p:txBody>
          <a:bodyPr/>
          <a:lstStyle/>
          <a:p>
            <a:pPr eaLnBrk="1" hangingPunct="1"/>
            <a:r>
              <a:rPr lang="en-US" altLang="zh-CN"/>
              <a:t>DFA</a:t>
            </a:r>
            <a:r>
              <a:rPr lang="zh-CN" altLang="en-US"/>
              <a:t>产生右线性正规文法方法</a:t>
            </a:r>
          </a:p>
        </p:txBody>
      </p:sp>
      <p:sp>
        <p:nvSpPr>
          <p:cNvPr id="78851" name="Rectangle 3">
            <a:extLst>
              <a:ext uri="{FF2B5EF4-FFF2-40B4-BE49-F238E27FC236}">
                <a16:creationId xmlns:a16="http://schemas.microsoft.com/office/drawing/2014/main" id="{FF2134F4-DBFB-96BE-64FB-067EB3DC94E3}"/>
              </a:ext>
            </a:extLst>
          </p:cNvPr>
          <p:cNvSpPr>
            <a:spLocks noGrp="1" noChangeArrowheads="1"/>
          </p:cNvSpPr>
          <p:nvPr>
            <p:ph type="body" idx="1"/>
          </p:nvPr>
        </p:nvSpPr>
        <p:spPr/>
        <p:txBody>
          <a:bodyPr/>
          <a:lstStyle/>
          <a:p>
            <a:pPr eaLnBrk="1" hangingPunct="1">
              <a:lnSpc>
                <a:spcPct val="115000"/>
              </a:lnSpc>
              <a:buFont typeface="Wingdings" pitchFamily="2" charset="2"/>
              <a:buNone/>
            </a:pPr>
            <a:r>
              <a:rPr lang="zh-CN" altLang="en-US" sz="2400">
                <a:ea typeface="宋体" panose="02010600030101010101" pitchFamily="2" charset="-122"/>
                <a:cs typeface="Times New Roman" panose="02020603050405020304" pitchFamily="18" charset="0"/>
              </a:rPr>
              <a:t>设</a:t>
            </a:r>
            <a:r>
              <a:rPr lang="en-US" altLang="zh-CN" sz="2400">
                <a:ea typeface="宋体" panose="02010600030101010101" pitchFamily="2" charset="-122"/>
                <a:cs typeface="Times New Roman" panose="02020603050405020304" pitchFamily="18" charset="0"/>
              </a:rPr>
              <a:t>DFA M= </a:t>
            </a:r>
            <a:r>
              <a:rPr kumimoji="1" lang="en-US" altLang="zh-CN" sz="2400">
                <a:ea typeface="宋体" panose="02010600030101010101" pitchFamily="2" charset="-122"/>
                <a:cs typeface="Times New Roman" panose="02020603050405020304" pitchFamily="18" charset="0"/>
              </a:rPr>
              <a:t>(</a:t>
            </a:r>
            <a:r>
              <a:rPr lang="en-US" altLang="zh-CN" sz="2400">
                <a:ea typeface="宋体" panose="02010600030101010101" pitchFamily="2" charset="-122"/>
                <a:cs typeface="Times New Roman" panose="02020603050405020304" pitchFamily="18" charset="0"/>
              </a:rPr>
              <a:t>S</a:t>
            </a:r>
            <a:r>
              <a:rPr kumimoji="1" lang="en-US" altLang="zh-CN" sz="2400">
                <a:ea typeface="宋体" panose="02010600030101010101" pitchFamily="2" charset="-122"/>
                <a:cs typeface="Times New Roman" panose="02020603050405020304" pitchFamily="18" charset="0"/>
              </a:rPr>
              <a:t>, </a:t>
            </a:r>
            <a:r>
              <a:rPr lang="en-US" altLang="zh-CN" sz="2400">
                <a:ea typeface="宋体" panose="02010600030101010101" pitchFamily="2" charset="-122"/>
                <a:cs typeface="Times New Roman" panose="02020603050405020304" pitchFamily="18" charset="0"/>
              </a:rPr>
              <a:t>Σ</a:t>
            </a:r>
            <a:r>
              <a:rPr kumimoji="1" lang="en-US" altLang="zh-CN" sz="2400">
                <a:ea typeface="宋体" panose="02010600030101010101" pitchFamily="2" charset="-122"/>
                <a:cs typeface="Times New Roman" panose="02020603050405020304" pitchFamily="18" charset="0"/>
              </a:rPr>
              <a:t>, δ, s</a:t>
            </a:r>
            <a:r>
              <a:rPr kumimoji="1" lang="en-US" altLang="zh-CN" sz="2400" baseline="-25000">
                <a:ea typeface="宋体" panose="02010600030101010101" pitchFamily="2" charset="-122"/>
                <a:cs typeface="Times New Roman" panose="02020603050405020304" pitchFamily="18" charset="0"/>
              </a:rPr>
              <a:t>0</a:t>
            </a:r>
            <a:r>
              <a:rPr kumimoji="1" lang="en-US" altLang="zh-CN" sz="2400">
                <a:ea typeface="宋体" panose="02010600030101010101" pitchFamily="2" charset="-122"/>
                <a:cs typeface="Times New Roman" panose="02020603050405020304" pitchFamily="18" charset="0"/>
              </a:rPr>
              <a:t>, F ).</a:t>
            </a:r>
          </a:p>
          <a:p>
            <a:pPr eaLnBrk="1" hangingPunct="1">
              <a:lnSpc>
                <a:spcPct val="115000"/>
              </a:lnSpc>
              <a:buFont typeface="Wingdings" pitchFamily="2" charset="2"/>
              <a:buNone/>
            </a:pPr>
            <a:r>
              <a:rPr lang="zh-CN" altLang="en-US" sz="2400">
                <a:ea typeface="宋体" panose="02010600030101010101" pitchFamily="2" charset="-122"/>
                <a:cs typeface="Times New Roman" panose="02020603050405020304" pitchFamily="18" charset="0"/>
              </a:rPr>
              <a:t>（</a:t>
            </a:r>
            <a:r>
              <a:rPr lang="en-US" altLang="zh-CN" sz="2400">
                <a:ea typeface="宋体" panose="02010600030101010101" pitchFamily="2" charset="-122"/>
                <a:cs typeface="Times New Roman" panose="02020603050405020304" pitchFamily="18" charset="0"/>
              </a:rPr>
              <a:t>1</a:t>
            </a:r>
            <a:r>
              <a:rPr lang="zh-CN" altLang="en-US" sz="2400">
                <a:ea typeface="宋体" panose="02010600030101010101" pitchFamily="2" charset="-122"/>
                <a:cs typeface="Times New Roman" panose="02020603050405020304" pitchFamily="18" charset="0"/>
              </a:rPr>
              <a:t>）若</a:t>
            </a:r>
            <a:r>
              <a:rPr kumimoji="1" lang="en-US" altLang="zh-CN" sz="2400">
                <a:ea typeface="宋体" panose="02010600030101010101" pitchFamily="2" charset="-122"/>
                <a:cs typeface="Times New Roman" panose="02020603050405020304" pitchFamily="18" charset="0"/>
              </a:rPr>
              <a:t>s</a:t>
            </a:r>
            <a:r>
              <a:rPr kumimoji="1" lang="en-US" altLang="zh-CN" sz="2400" baseline="-25000">
                <a:ea typeface="宋体" panose="02010600030101010101" pitchFamily="2" charset="-122"/>
                <a:cs typeface="Times New Roman" panose="02020603050405020304" pitchFamily="18" charset="0"/>
              </a:rPr>
              <a:t>0</a:t>
            </a:r>
            <a:r>
              <a:rPr lang="en-US" altLang="zh-CN" sz="2400">
                <a:ea typeface="宋体" panose="02010600030101010101" pitchFamily="2" charset="-122"/>
                <a:cs typeface="Times New Roman" panose="02020603050405020304" pitchFamily="18" charset="0"/>
              </a:rPr>
              <a:t> </a:t>
            </a:r>
            <a:r>
              <a:rPr lang="en-US" altLang="zh-CN" sz="2400">
                <a:ea typeface="宋体" panose="02010600030101010101" pitchFamily="2" charset="-122"/>
                <a:cs typeface="Times New Roman" panose="02020603050405020304" pitchFamily="18" charset="0"/>
                <a:sym typeface="Symbol" pitchFamily="2" charset="2"/>
              </a:rPr>
              <a:t>F</a:t>
            </a:r>
            <a:r>
              <a:rPr lang="zh-CN" altLang="en-US" sz="2400">
                <a:ea typeface="宋体" panose="02010600030101010101" pitchFamily="2" charset="-122"/>
                <a:cs typeface="Times New Roman" panose="02020603050405020304" pitchFamily="18" charset="0"/>
                <a:sym typeface="Symbol" pitchFamily="2" charset="2"/>
              </a:rPr>
              <a:t>，我们令</a:t>
            </a:r>
            <a:r>
              <a:rPr lang="en-US" altLang="zh-CN" sz="2400">
                <a:ea typeface="宋体" panose="02010600030101010101" pitchFamily="2" charset="-122"/>
                <a:cs typeface="Times New Roman" panose="02020603050405020304" pitchFamily="18" charset="0"/>
              </a:rPr>
              <a:t>G=(Σ, S, </a:t>
            </a:r>
            <a:r>
              <a:rPr kumimoji="1" lang="en-US" altLang="zh-CN" sz="2400">
                <a:ea typeface="宋体" panose="02010600030101010101" pitchFamily="2" charset="-122"/>
                <a:cs typeface="Times New Roman" panose="02020603050405020304" pitchFamily="18" charset="0"/>
              </a:rPr>
              <a:t>s</a:t>
            </a:r>
            <a:r>
              <a:rPr kumimoji="1" lang="en-US" altLang="zh-CN" sz="2400" baseline="-25000">
                <a:ea typeface="宋体" panose="02010600030101010101" pitchFamily="2" charset="-122"/>
                <a:cs typeface="Times New Roman" panose="02020603050405020304" pitchFamily="18" charset="0"/>
              </a:rPr>
              <a:t>0</a:t>
            </a:r>
            <a:r>
              <a:rPr lang="en-US" altLang="zh-CN" sz="2400">
                <a:ea typeface="宋体" panose="02010600030101010101" pitchFamily="2" charset="-122"/>
                <a:cs typeface="Times New Roman" panose="02020603050405020304" pitchFamily="18" charset="0"/>
              </a:rPr>
              <a:t>, </a:t>
            </a:r>
            <a:r>
              <a:rPr lang="zh-CN" altLang="en-US" sz="2400">
                <a:ea typeface="宋体" panose="02010600030101010101" pitchFamily="2" charset="-122"/>
                <a:cs typeface="Times New Roman" panose="02020603050405020304" pitchFamily="18" charset="0"/>
              </a:rPr>
              <a:t>￡</a:t>
            </a:r>
            <a:r>
              <a:rPr lang="en-US" altLang="zh-CN" sz="2400">
                <a:ea typeface="宋体" panose="02010600030101010101" pitchFamily="2" charset="-122"/>
                <a:cs typeface="Times New Roman" panose="02020603050405020304" pitchFamily="18" charset="0"/>
              </a:rPr>
              <a:t>)</a:t>
            </a:r>
            <a:r>
              <a:rPr lang="zh-CN" altLang="en-US" sz="2400">
                <a:ea typeface="宋体" panose="02010600030101010101" pitchFamily="2" charset="-122"/>
                <a:cs typeface="Times New Roman" panose="02020603050405020304" pitchFamily="18" charset="0"/>
              </a:rPr>
              <a:t>，其中， ￡是由以下规则定义的产生式集合：</a:t>
            </a:r>
          </a:p>
          <a:p>
            <a:pPr eaLnBrk="1" hangingPunct="1">
              <a:lnSpc>
                <a:spcPct val="115000"/>
              </a:lnSpc>
              <a:buFont typeface="Wingdings" pitchFamily="2" charset="2"/>
              <a:buNone/>
            </a:pPr>
            <a:r>
              <a:rPr lang="zh-CN" altLang="en-US" sz="2400">
                <a:ea typeface="宋体" panose="02010600030101010101" pitchFamily="2" charset="-122"/>
                <a:cs typeface="Times New Roman" panose="02020603050405020304" pitchFamily="18" charset="0"/>
              </a:rPr>
              <a:t>     对任何</a:t>
            </a:r>
            <a:r>
              <a:rPr lang="en-US" altLang="zh-CN" sz="2400">
                <a:ea typeface="宋体" panose="02010600030101010101" pitchFamily="2" charset="-122"/>
                <a:cs typeface="Times New Roman" panose="02020603050405020304" pitchFamily="18" charset="0"/>
              </a:rPr>
              <a:t>a </a:t>
            </a:r>
            <a:r>
              <a:rPr kumimoji="1" lang="en-US" altLang="zh-CN" sz="2400">
                <a:ea typeface="宋体" panose="02010600030101010101" pitchFamily="2" charset="-122"/>
                <a:cs typeface="Times New Roman" panose="02020603050405020304" pitchFamily="18" charset="0"/>
                <a:sym typeface="Symbol" pitchFamily="2" charset="2"/>
              </a:rPr>
              <a:t> </a:t>
            </a:r>
            <a:r>
              <a:rPr lang="en-US" altLang="zh-CN" sz="2400">
                <a:ea typeface="宋体" panose="02010600030101010101" pitchFamily="2" charset="-122"/>
                <a:cs typeface="Times New Roman" panose="02020603050405020304" pitchFamily="18" charset="0"/>
              </a:rPr>
              <a:t>Σ</a:t>
            </a:r>
            <a:r>
              <a:rPr lang="zh-CN" altLang="en-US" sz="2400">
                <a:ea typeface="宋体" panose="02010600030101010101" pitchFamily="2" charset="-122"/>
                <a:cs typeface="Times New Roman" panose="02020603050405020304" pitchFamily="18" charset="0"/>
              </a:rPr>
              <a:t>及</a:t>
            </a:r>
            <a:r>
              <a:rPr lang="en-US" altLang="zh-CN" sz="2400">
                <a:ea typeface="宋体" panose="02010600030101010101" pitchFamily="2" charset="-122"/>
                <a:cs typeface="Times New Roman" panose="02020603050405020304" pitchFamily="18" charset="0"/>
              </a:rPr>
              <a:t>A,B </a:t>
            </a:r>
            <a:r>
              <a:rPr kumimoji="1" lang="en-US" altLang="zh-CN" sz="2400">
                <a:ea typeface="宋体" panose="02010600030101010101" pitchFamily="2" charset="-122"/>
                <a:cs typeface="Times New Roman" panose="02020603050405020304" pitchFamily="18" charset="0"/>
                <a:sym typeface="Symbol" pitchFamily="2" charset="2"/>
              </a:rPr>
              <a:t>S</a:t>
            </a:r>
            <a:r>
              <a:rPr kumimoji="1" lang="zh-CN" altLang="en-US" sz="2400">
                <a:ea typeface="宋体" panose="02010600030101010101" pitchFamily="2" charset="-122"/>
                <a:cs typeface="Times New Roman" panose="02020603050405020304" pitchFamily="18" charset="0"/>
                <a:sym typeface="Symbol" pitchFamily="2" charset="2"/>
              </a:rPr>
              <a:t>，若有</a:t>
            </a:r>
            <a:r>
              <a:rPr kumimoji="1" lang="en-US" altLang="zh-CN" sz="2400">
                <a:ea typeface="宋体" panose="02010600030101010101" pitchFamily="2" charset="-122"/>
                <a:cs typeface="Times New Roman" panose="02020603050405020304" pitchFamily="18" charset="0"/>
              </a:rPr>
              <a:t>δ(A, a)=B</a:t>
            </a:r>
            <a:r>
              <a:rPr kumimoji="1" lang="zh-CN" altLang="en-US" sz="2400">
                <a:ea typeface="宋体" panose="02010600030101010101" pitchFamily="2" charset="-122"/>
                <a:cs typeface="Times New Roman" panose="02020603050405020304" pitchFamily="18" charset="0"/>
              </a:rPr>
              <a:t>，则</a:t>
            </a:r>
            <a:endParaRPr lang="zh-CN" altLang="en-US" sz="2400">
              <a:ea typeface="宋体" panose="02010600030101010101" pitchFamily="2" charset="-122"/>
              <a:cs typeface="Times New Roman" panose="02020603050405020304" pitchFamily="18" charset="0"/>
            </a:endParaRPr>
          </a:p>
          <a:p>
            <a:pPr eaLnBrk="1" hangingPunct="1">
              <a:lnSpc>
                <a:spcPct val="115000"/>
              </a:lnSpc>
              <a:buFont typeface="Wingdings" pitchFamily="2" charset="2"/>
              <a:buNone/>
            </a:pPr>
            <a:r>
              <a:rPr lang="zh-CN" altLang="en-US" sz="2400">
                <a:ea typeface="宋体" panose="02010600030101010101" pitchFamily="2" charset="-122"/>
                <a:cs typeface="Times New Roman" panose="02020603050405020304" pitchFamily="18" charset="0"/>
              </a:rPr>
              <a:t>   （</a:t>
            </a:r>
            <a:r>
              <a:rPr lang="en-US" altLang="zh-CN" sz="2400">
                <a:ea typeface="宋体" panose="02010600030101010101" pitchFamily="2" charset="-122"/>
                <a:cs typeface="Times New Roman" panose="02020603050405020304" pitchFamily="18" charset="0"/>
              </a:rPr>
              <a:t>a</a:t>
            </a:r>
            <a:r>
              <a:rPr lang="zh-CN" altLang="en-US" sz="2400">
                <a:ea typeface="宋体" panose="02010600030101010101" pitchFamily="2" charset="-122"/>
                <a:cs typeface="Times New Roman" panose="02020603050405020304" pitchFamily="18" charset="0"/>
              </a:rPr>
              <a:t>）当</a:t>
            </a:r>
            <a:r>
              <a:rPr lang="en-US" altLang="zh-CN" sz="2400">
                <a:ea typeface="宋体" panose="02010600030101010101" pitchFamily="2" charset="-122"/>
                <a:cs typeface="Times New Roman" panose="02020603050405020304" pitchFamily="18" charset="0"/>
              </a:rPr>
              <a:t>B </a:t>
            </a:r>
            <a:r>
              <a:rPr lang="en-US" altLang="zh-CN" sz="2400">
                <a:ea typeface="宋体" panose="02010600030101010101" pitchFamily="2" charset="-122"/>
                <a:cs typeface="Times New Roman" panose="02020603050405020304" pitchFamily="18" charset="0"/>
                <a:sym typeface="Symbol" pitchFamily="2" charset="2"/>
              </a:rPr>
              <a:t>F</a:t>
            </a:r>
            <a:r>
              <a:rPr lang="zh-CN" altLang="en-US" sz="2400">
                <a:ea typeface="宋体" panose="02010600030101010101" pitchFamily="2" charset="-122"/>
                <a:cs typeface="Times New Roman" panose="02020603050405020304" pitchFamily="18" charset="0"/>
                <a:sym typeface="Symbol" pitchFamily="2" charset="2"/>
              </a:rPr>
              <a:t>，令</a:t>
            </a:r>
            <a:r>
              <a:rPr lang="en-US" altLang="zh-CN" sz="2400">
                <a:ea typeface="宋体" panose="02010600030101010101" pitchFamily="2" charset="-122"/>
                <a:cs typeface="Times New Roman" panose="02020603050405020304" pitchFamily="18" charset="0"/>
                <a:sym typeface="Symbol" pitchFamily="2" charset="2"/>
              </a:rPr>
              <a:t>A </a:t>
            </a:r>
            <a:r>
              <a:rPr lang="en-US" altLang="zh-CN" sz="2400">
                <a:ea typeface="宋体" panose="02010600030101010101" pitchFamily="2" charset="-122"/>
                <a:cs typeface="Times New Roman" panose="02020603050405020304" pitchFamily="18" charset="0"/>
              </a:rPr>
              <a:t>→aB</a:t>
            </a:r>
          </a:p>
          <a:p>
            <a:pPr eaLnBrk="1" hangingPunct="1">
              <a:lnSpc>
                <a:spcPct val="115000"/>
              </a:lnSpc>
              <a:buFont typeface="Wingdings" pitchFamily="2" charset="2"/>
              <a:buNone/>
            </a:pPr>
            <a:r>
              <a:rPr lang="en-US" altLang="zh-CN" sz="2400">
                <a:ea typeface="宋体" panose="02010600030101010101" pitchFamily="2" charset="-122"/>
                <a:cs typeface="Times New Roman" panose="02020603050405020304" pitchFamily="18" charset="0"/>
              </a:rPr>
              <a:t>   </a:t>
            </a:r>
            <a:r>
              <a:rPr lang="zh-CN" altLang="en-US" sz="2400">
                <a:ea typeface="宋体" panose="02010600030101010101" pitchFamily="2" charset="-122"/>
                <a:cs typeface="Times New Roman" panose="02020603050405020304" pitchFamily="18" charset="0"/>
              </a:rPr>
              <a:t>（</a:t>
            </a:r>
            <a:r>
              <a:rPr lang="en-US" altLang="zh-CN" sz="2400">
                <a:ea typeface="宋体" panose="02010600030101010101" pitchFamily="2" charset="-122"/>
                <a:cs typeface="Times New Roman" panose="02020603050405020304" pitchFamily="18" charset="0"/>
              </a:rPr>
              <a:t>b</a:t>
            </a:r>
            <a:r>
              <a:rPr lang="zh-CN" altLang="en-US" sz="2400">
                <a:ea typeface="宋体" panose="02010600030101010101" pitchFamily="2" charset="-122"/>
                <a:cs typeface="Times New Roman" panose="02020603050405020304" pitchFamily="18" charset="0"/>
              </a:rPr>
              <a:t>）当</a:t>
            </a:r>
            <a:r>
              <a:rPr lang="en-US" altLang="zh-CN" sz="2400">
                <a:ea typeface="宋体" panose="02010600030101010101" pitchFamily="2" charset="-122"/>
                <a:cs typeface="Times New Roman" panose="02020603050405020304" pitchFamily="18" charset="0"/>
              </a:rPr>
              <a:t>B </a:t>
            </a:r>
            <a:r>
              <a:rPr kumimoji="1" lang="en-US" altLang="zh-CN" sz="2400">
                <a:ea typeface="宋体" panose="02010600030101010101" pitchFamily="2" charset="-122"/>
                <a:cs typeface="Times New Roman" panose="02020603050405020304" pitchFamily="18" charset="0"/>
                <a:sym typeface="Symbol" pitchFamily="2" charset="2"/>
              </a:rPr>
              <a:t></a:t>
            </a:r>
            <a:r>
              <a:rPr lang="en-US" altLang="zh-CN" sz="2400">
                <a:ea typeface="宋体" panose="02010600030101010101" pitchFamily="2" charset="-122"/>
                <a:cs typeface="Times New Roman" panose="02020603050405020304" pitchFamily="18" charset="0"/>
                <a:sym typeface="Symbol" pitchFamily="2" charset="2"/>
              </a:rPr>
              <a:t> F</a:t>
            </a:r>
            <a:r>
              <a:rPr lang="zh-CN" altLang="en-US" sz="2400">
                <a:ea typeface="宋体" panose="02010600030101010101" pitchFamily="2" charset="-122"/>
                <a:cs typeface="Times New Roman" panose="02020603050405020304" pitchFamily="18" charset="0"/>
                <a:sym typeface="Symbol" pitchFamily="2" charset="2"/>
              </a:rPr>
              <a:t>，令</a:t>
            </a:r>
            <a:r>
              <a:rPr lang="en-US" altLang="zh-CN" sz="2400">
                <a:ea typeface="宋体" panose="02010600030101010101" pitchFamily="2" charset="-122"/>
                <a:cs typeface="Times New Roman" panose="02020603050405020304" pitchFamily="18" charset="0"/>
                <a:sym typeface="Symbol" pitchFamily="2" charset="2"/>
              </a:rPr>
              <a:t>A </a:t>
            </a:r>
            <a:r>
              <a:rPr lang="en-US" altLang="zh-CN" sz="2400">
                <a:ea typeface="宋体" panose="02010600030101010101" pitchFamily="2" charset="-122"/>
                <a:cs typeface="Times New Roman" panose="02020603050405020304" pitchFamily="18" charset="0"/>
              </a:rPr>
              <a:t>→a | aB</a:t>
            </a:r>
          </a:p>
          <a:p>
            <a:pPr eaLnBrk="1" hangingPunct="1">
              <a:lnSpc>
                <a:spcPct val="115000"/>
              </a:lnSpc>
              <a:buFont typeface="Wingdings" pitchFamily="2" charset="2"/>
              <a:buNone/>
            </a:pPr>
            <a:r>
              <a:rPr lang="zh-CN" altLang="en-US" sz="2400">
                <a:ea typeface="宋体" panose="02010600030101010101" pitchFamily="2" charset="-122"/>
                <a:cs typeface="Times New Roman" panose="02020603050405020304" pitchFamily="18" charset="0"/>
              </a:rPr>
              <a:t>（</a:t>
            </a:r>
            <a:r>
              <a:rPr lang="en-US" altLang="zh-CN" sz="2400">
                <a:ea typeface="宋体" panose="02010600030101010101" pitchFamily="2" charset="-122"/>
                <a:cs typeface="Times New Roman" panose="02020603050405020304" pitchFamily="18" charset="0"/>
              </a:rPr>
              <a:t>2</a:t>
            </a:r>
            <a:r>
              <a:rPr lang="zh-CN" altLang="en-US" sz="2400">
                <a:ea typeface="宋体" panose="02010600030101010101" pitchFamily="2" charset="-122"/>
                <a:cs typeface="Times New Roman" panose="02020603050405020304" pitchFamily="18" charset="0"/>
              </a:rPr>
              <a:t>）若</a:t>
            </a:r>
            <a:r>
              <a:rPr kumimoji="1" lang="en-US" altLang="zh-CN" sz="2400">
                <a:ea typeface="宋体" panose="02010600030101010101" pitchFamily="2" charset="-122"/>
                <a:cs typeface="Times New Roman" panose="02020603050405020304" pitchFamily="18" charset="0"/>
              </a:rPr>
              <a:t>s</a:t>
            </a:r>
            <a:r>
              <a:rPr kumimoji="1" lang="en-US" altLang="zh-CN" sz="2400" baseline="-25000">
                <a:ea typeface="宋体" panose="02010600030101010101" pitchFamily="2" charset="-122"/>
                <a:cs typeface="Times New Roman" panose="02020603050405020304" pitchFamily="18" charset="0"/>
              </a:rPr>
              <a:t>0 </a:t>
            </a:r>
            <a:r>
              <a:rPr kumimoji="1" lang="en-US" altLang="zh-CN" sz="2400">
                <a:ea typeface="宋体" panose="02010600030101010101" pitchFamily="2" charset="-122"/>
                <a:cs typeface="Times New Roman" panose="02020603050405020304" pitchFamily="18" charset="0"/>
                <a:sym typeface="Symbol" pitchFamily="2" charset="2"/>
              </a:rPr>
              <a:t> </a:t>
            </a:r>
            <a:r>
              <a:rPr lang="en-US" altLang="zh-CN" sz="2400">
                <a:ea typeface="宋体" panose="02010600030101010101" pitchFamily="2" charset="-122"/>
                <a:cs typeface="Times New Roman" panose="02020603050405020304" pitchFamily="18" charset="0"/>
                <a:sym typeface="Symbol" pitchFamily="2" charset="2"/>
              </a:rPr>
              <a:t>F</a:t>
            </a:r>
            <a:r>
              <a:rPr lang="zh-CN" altLang="en-US" sz="2400">
                <a:ea typeface="宋体" panose="02010600030101010101" pitchFamily="2" charset="-122"/>
                <a:cs typeface="Times New Roman" panose="02020603050405020304" pitchFamily="18" charset="0"/>
                <a:sym typeface="Symbol" pitchFamily="2" charset="2"/>
              </a:rPr>
              <a:t>，添加新的非终结符号</a:t>
            </a:r>
            <a:r>
              <a:rPr kumimoji="1" lang="en-US" altLang="zh-CN" sz="2400">
                <a:ea typeface="宋体" panose="02010600030101010101" pitchFamily="2" charset="-122"/>
                <a:cs typeface="Times New Roman" panose="02020603050405020304" pitchFamily="18" charset="0"/>
              </a:rPr>
              <a:t>s</a:t>
            </a:r>
            <a:r>
              <a:rPr kumimoji="1" lang="en-US" altLang="zh-CN" sz="2400" baseline="-25000">
                <a:ea typeface="宋体" panose="02010600030101010101" pitchFamily="2" charset="-122"/>
                <a:cs typeface="Times New Roman" panose="02020603050405020304" pitchFamily="18" charset="0"/>
              </a:rPr>
              <a:t>0</a:t>
            </a:r>
            <a:r>
              <a:rPr lang="en-US" altLang="zh-CN" sz="2400">
                <a:ea typeface="宋体" panose="02010600030101010101" pitchFamily="2" charset="-122"/>
                <a:cs typeface="Times New Roman" panose="02020603050405020304" pitchFamily="18" charset="0"/>
                <a:sym typeface="Symbol" pitchFamily="2" charset="2"/>
              </a:rPr>
              <a:t></a:t>
            </a:r>
            <a:r>
              <a:rPr lang="zh-CN" altLang="en-US" sz="2400">
                <a:ea typeface="宋体" panose="02010600030101010101" pitchFamily="2" charset="-122"/>
                <a:cs typeface="Times New Roman" panose="02020603050405020304" pitchFamily="18" charset="0"/>
                <a:sym typeface="Symbol" pitchFamily="2" charset="2"/>
              </a:rPr>
              <a:t>和产生式</a:t>
            </a:r>
            <a:r>
              <a:rPr kumimoji="1" lang="en-US" altLang="zh-CN" sz="2400">
                <a:ea typeface="宋体" panose="02010600030101010101" pitchFamily="2" charset="-122"/>
                <a:cs typeface="Times New Roman" panose="02020603050405020304" pitchFamily="18" charset="0"/>
              </a:rPr>
              <a:t>s</a:t>
            </a:r>
            <a:r>
              <a:rPr kumimoji="1" lang="en-US" altLang="zh-CN" sz="2400" baseline="-25000">
                <a:ea typeface="宋体" panose="02010600030101010101" pitchFamily="2" charset="-122"/>
                <a:cs typeface="Times New Roman" panose="02020603050405020304" pitchFamily="18" charset="0"/>
              </a:rPr>
              <a:t>0</a:t>
            </a:r>
            <a:r>
              <a:rPr lang="en-US" altLang="zh-CN" sz="2400">
                <a:ea typeface="宋体" panose="02010600030101010101" pitchFamily="2" charset="-122"/>
                <a:cs typeface="Times New Roman" panose="02020603050405020304" pitchFamily="18" charset="0"/>
                <a:sym typeface="Symbol" pitchFamily="2" charset="2"/>
              </a:rPr>
              <a:t></a:t>
            </a:r>
            <a:r>
              <a:rPr lang="en-US" altLang="zh-CN" sz="2400">
                <a:ea typeface="宋体" panose="02010600030101010101" pitchFamily="2" charset="-122"/>
                <a:cs typeface="Times New Roman" panose="02020603050405020304" pitchFamily="18" charset="0"/>
              </a:rPr>
              <a:t>→ε|</a:t>
            </a:r>
            <a:r>
              <a:rPr kumimoji="1" lang="en-US" altLang="zh-CN" sz="2400">
                <a:ea typeface="宋体" panose="02010600030101010101" pitchFamily="2" charset="-122"/>
                <a:cs typeface="Times New Roman" panose="02020603050405020304" pitchFamily="18" charset="0"/>
              </a:rPr>
              <a:t>s</a:t>
            </a:r>
            <a:r>
              <a:rPr kumimoji="1" lang="en-US" altLang="zh-CN" sz="2400" baseline="-25000">
                <a:ea typeface="宋体" panose="02010600030101010101" pitchFamily="2" charset="-122"/>
                <a:cs typeface="Times New Roman" panose="02020603050405020304" pitchFamily="18" charset="0"/>
              </a:rPr>
              <a:t>0</a:t>
            </a:r>
            <a:r>
              <a:rPr kumimoji="1" lang="zh-CN" altLang="en-US" sz="2400">
                <a:ea typeface="宋体" panose="02010600030101010101" pitchFamily="2" charset="-122"/>
                <a:cs typeface="Times New Roman" panose="02020603050405020304" pitchFamily="18" charset="0"/>
                <a:sym typeface="Symbol" pitchFamily="2" charset="2"/>
              </a:rPr>
              <a:t>，并用</a:t>
            </a:r>
            <a:r>
              <a:rPr kumimoji="1" lang="en-US" altLang="zh-CN" sz="2400">
                <a:ea typeface="宋体" panose="02010600030101010101" pitchFamily="2" charset="-122"/>
                <a:cs typeface="Times New Roman" panose="02020603050405020304" pitchFamily="18" charset="0"/>
              </a:rPr>
              <a:t>s</a:t>
            </a:r>
            <a:r>
              <a:rPr kumimoji="1" lang="en-US" altLang="zh-CN" sz="2400" baseline="-25000">
                <a:ea typeface="宋体" panose="02010600030101010101" pitchFamily="2" charset="-122"/>
                <a:cs typeface="Times New Roman" panose="02020603050405020304" pitchFamily="18" charset="0"/>
              </a:rPr>
              <a:t>0</a:t>
            </a:r>
            <a:r>
              <a:rPr lang="en-US" altLang="zh-CN" sz="2400">
                <a:ea typeface="宋体" panose="02010600030101010101" pitchFamily="2" charset="-122"/>
                <a:cs typeface="Times New Roman" panose="02020603050405020304" pitchFamily="18" charset="0"/>
                <a:sym typeface="Symbol" pitchFamily="2" charset="2"/>
              </a:rPr>
              <a:t></a:t>
            </a:r>
            <a:r>
              <a:rPr kumimoji="1" lang="zh-CN" altLang="en-US" sz="2400">
                <a:ea typeface="宋体" panose="02010600030101010101" pitchFamily="2" charset="-122"/>
                <a:cs typeface="Times New Roman" panose="02020603050405020304" pitchFamily="18" charset="0"/>
                <a:sym typeface="Symbol" pitchFamily="2" charset="2"/>
              </a:rPr>
              <a:t>代替</a:t>
            </a:r>
            <a:r>
              <a:rPr kumimoji="1" lang="en-US" altLang="zh-CN" sz="2400">
                <a:ea typeface="宋体" panose="02010600030101010101" pitchFamily="2" charset="-122"/>
                <a:cs typeface="Times New Roman" panose="02020603050405020304" pitchFamily="18" charset="0"/>
              </a:rPr>
              <a:t>s</a:t>
            </a:r>
            <a:r>
              <a:rPr kumimoji="1" lang="en-US" altLang="zh-CN" sz="2400" baseline="-25000">
                <a:ea typeface="宋体" panose="02010600030101010101" pitchFamily="2" charset="-122"/>
                <a:cs typeface="Times New Roman" panose="02020603050405020304" pitchFamily="18" charset="0"/>
              </a:rPr>
              <a:t>0</a:t>
            </a:r>
            <a:r>
              <a:rPr kumimoji="1" lang="zh-CN" altLang="en-US" sz="2400">
                <a:ea typeface="宋体" panose="02010600030101010101" pitchFamily="2" charset="-122"/>
                <a:cs typeface="Times New Roman" panose="02020603050405020304" pitchFamily="18" charset="0"/>
                <a:sym typeface="Symbol" pitchFamily="2" charset="2"/>
              </a:rPr>
              <a:t>作为开始符号</a:t>
            </a:r>
          </a:p>
        </p:txBody>
      </p:sp>
      <p:sp>
        <p:nvSpPr>
          <p:cNvPr id="78852" name="灯片编号占位符 3">
            <a:extLst>
              <a:ext uri="{FF2B5EF4-FFF2-40B4-BE49-F238E27FC236}">
                <a16:creationId xmlns:a16="http://schemas.microsoft.com/office/drawing/2014/main" id="{645D3050-52B0-3E96-5D9E-18BEF8C59FF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EE9ED14E-81F3-0345-8C27-413428BCBB1A}"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67</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Oval 6">
            <a:extLst>
              <a:ext uri="{FF2B5EF4-FFF2-40B4-BE49-F238E27FC236}">
                <a16:creationId xmlns:a16="http://schemas.microsoft.com/office/drawing/2014/main" id="{56BE8BC4-382E-6205-265F-11426A30E9ED}"/>
              </a:ext>
            </a:extLst>
          </p:cNvPr>
          <p:cNvSpPr>
            <a:spLocks noChangeArrowheads="1"/>
          </p:cNvSpPr>
          <p:nvPr/>
        </p:nvSpPr>
        <p:spPr bwMode="auto">
          <a:xfrm>
            <a:off x="971550" y="1628775"/>
            <a:ext cx="503238" cy="504825"/>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ea typeface="宋体" panose="02010600030101010101" pitchFamily="2" charset="-122"/>
              </a:rPr>
              <a:t>A</a:t>
            </a:r>
          </a:p>
        </p:txBody>
      </p:sp>
      <p:sp>
        <p:nvSpPr>
          <p:cNvPr id="79875" name="Line 10">
            <a:extLst>
              <a:ext uri="{FF2B5EF4-FFF2-40B4-BE49-F238E27FC236}">
                <a16:creationId xmlns:a16="http://schemas.microsoft.com/office/drawing/2014/main" id="{42DF47A6-ADFC-2BB3-4477-83016BA11454}"/>
              </a:ext>
            </a:extLst>
          </p:cNvPr>
          <p:cNvSpPr>
            <a:spLocks noChangeShapeType="1"/>
          </p:cNvSpPr>
          <p:nvPr/>
        </p:nvSpPr>
        <p:spPr bwMode="auto">
          <a:xfrm>
            <a:off x="2268538" y="1052513"/>
            <a:ext cx="0" cy="15843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876" name="Oval 20">
            <a:extLst>
              <a:ext uri="{FF2B5EF4-FFF2-40B4-BE49-F238E27FC236}">
                <a16:creationId xmlns:a16="http://schemas.microsoft.com/office/drawing/2014/main" id="{DAEE6434-63B3-F15F-5BC3-46EC0CED0B6F}"/>
              </a:ext>
            </a:extLst>
          </p:cNvPr>
          <p:cNvSpPr>
            <a:spLocks noChangeArrowheads="1"/>
          </p:cNvSpPr>
          <p:nvPr/>
        </p:nvSpPr>
        <p:spPr bwMode="auto">
          <a:xfrm>
            <a:off x="2012950" y="539750"/>
            <a:ext cx="504825" cy="504825"/>
          </a:xfrm>
          <a:prstGeom prst="ellipse">
            <a:avLst/>
          </a:prstGeom>
          <a:solidFill>
            <a:schemeClr val="accent1"/>
          </a:solidFill>
          <a:ln w="38100" cmpd="dbl" algn="ctr">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ea typeface="宋体" panose="02010600030101010101" pitchFamily="2" charset="-122"/>
              </a:rPr>
              <a:t>B</a:t>
            </a:r>
          </a:p>
        </p:txBody>
      </p:sp>
      <p:sp>
        <p:nvSpPr>
          <p:cNvPr id="79877" name="Text Box 29">
            <a:extLst>
              <a:ext uri="{FF2B5EF4-FFF2-40B4-BE49-F238E27FC236}">
                <a16:creationId xmlns:a16="http://schemas.microsoft.com/office/drawing/2014/main" id="{5EEF835A-751E-98D8-F687-FEE07D6051FE}"/>
              </a:ext>
            </a:extLst>
          </p:cNvPr>
          <p:cNvSpPr txBox="1">
            <a:spLocks noChangeArrowheads="1"/>
          </p:cNvSpPr>
          <p:nvPr/>
        </p:nvSpPr>
        <p:spPr bwMode="auto">
          <a:xfrm>
            <a:off x="1331913" y="2349500"/>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Times New Roman" panose="02020603050405020304" pitchFamily="18" charset="0"/>
                <a:ea typeface="宋体" panose="02010600030101010101" pitchFamily="2" charset="-122"/>
              </a:rPr>
              <a:t>1</a:t>
            </a:r>
          </a:p>
        </p:txBody>
      </p:sp>
      <p:sp>
        <p:nvSpPr>
          <p:cNvPr id="79878" name="Oval 33">
            <a:extLst>
              <a:ext uri="{FF2B5EF4-FFF2-40B4-BE49-F238E27FC236}">
                <a16:creationId xmlns:a16="http://schemas.microsoft.com/office/drawing/2014/main" id="{4DB15409-F195-BE26-3196-03E44830F15F}"/>
              </a:ext>
            </a:extLst>
          </p:cNvPr>
          <p:cNvSpPr>
            <a:spLocks noChangeArrowheads="1"/>
          </p:cNvSpPr>
          <p:nvPr/>
        </p:nvSpPr>
        <p:spPr bwMode="auto">
          <a:xfrm>
            <a:off x="3133725" y="1628775"/>
            <a:ext cx="503238" cy="504825"/>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ea typeface="宋体" panose="02010600030101010101" pitchFamily="2" charset="-122"/>
              </a:rPr>
              <a:t>C</a:t>
            </a:r>
          </a:p>
        </p:txBody>
      </p:sp>
      <p:sp>
        <p:nvSpPr>
          <p:cNvPr id="79879" name="Oval 34">
            <a:extLst>
              <a:ext uri="{FF2B5EF4-FFF2-40B4-BE49-F238E27FC236}">
                <a16:creationId xmlns:a16="http://schemas.microsoft.com/office/drawing/2014/main" id="{B880E15D-A7D8-69DC-A567-E875FFC543C1}"/>
              </a:ext>
            </a:extLst>
          </p:cNvPr>
          <p:cNvSpPr>
            <a:spLocks noChangeArrowheads="1"/>
          </p:cNvSpPr>
          <p:nvPr/>
        </p:nvSpPr>
        <p:spPr bwMode="auto">
          <a:xfrm>
            <a:off x="1979613" y="2636838"/>
            <a:ext cx="503237" cy="504825"/>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ea typeface="宋体" panose="02010600030101010101" pitchFamily="2" charset="-122"/>
              </a:rPr>
              <a:t>D</a:t>
            </a:r>
          </a:p>
        </p:txBody>
      </p:sp>
      <p:sp>
        <p:nvSpPr>
          <p:cNvPr id="79880" name="Freeform 36">
            <a:extLst>
              <a:ext uri="{FF2B5EF4-FFF2-40B4-BE49-F238E27FC236}">
                <a16:creationId xmlns:a16="http://schemas.microsoft.com/office/drawing/2014/main" id="{3241FDD1-C5E4-0311-410C-CADE4CDE8B9D}"/>
              </a:ext>
            </a:extLst>
          </p:cNvPr>
          <p:cNvSpPr>
            <a:spLocks/>
          </p:cNvSpPr>
          <p:nvPr/>
        </p:nvSpPr>
        <p:spPr bwMode="auto">
          <a:xfrm>
            <a:off x="1879600" y="3073400"/>
            <a:ext cx="708025" cy="504825"/>
          </a:xfrm>
          <a:custGeom>
            <a:avLst/>
            <a:gdLst>
              <a:gd name="T0" fmla="*/ 2147483646 w 446"/>
              <a:gd name="T1" fmla="*/ 0 h 318"/>
              <a:gd name="T2" fmla="*/ 2147483646 w 446"/>
              <a:gd name="T3" fmla="*/ 2147483646 h 318"/>
              <a:gd name="T4" fmla="*/ 2147483646 w 446"/>
              <a:gd name="T5" fmla="*/ 2147483646 h 318"/>
              <a:gd name="T6" fmla="*/ 2147483646 w 446"/>
              <a:gd name="T7" fmla="*/ 2147483646 h 318"/>
              <a:gd name="T8" fmla="*/ 2147483646 w 446"/>
              <a:gd name="T9" fmla="*/ 0 h 318"/>
              <a:gd name="T10" fmla="*/ 0 60000 65536"/>
              <a:gd name="T11" fmla="*/ 0 60000 65536"/>
              <a:gd name="T12" fmla="*/ 0 60000 65536"/>
              <a:gd name="T13" fmla="*/ 0 60000 65536"/>
              <a:gd name="T14" fmla="*/ 0 60000 65536"/>
              <a:gd name="T15" fmla="*/ 0 w 446"/>
              <a:gd name="T16" fmla="*/ 0 h 318"/>
              <a:gd name="T17" fmla="*/ 446 w 446"/>
              <a:gd name="T18" fmla="*/ 318 h 318"/>
            </a:gdLst>
            <a:ahLst/>
            <a:cxnLst>
              <a:cxn ang="T10">
                <a:pos x="T0" y="T1"/>
              </a:cxn>
              <a:cxn ang="T11">
                <a:pos x="T2" y="T3"/>
              </a:cxn>
              <a:cxn ang="T12">
                <a:pos x="T4" y="T5"/>
              </a:cxn>
              <a:cxn ang="T13">
                <a:pos x="T6" y="T7"/>
              </a:cxn>
              <a:cxn ang="T14">
                <a:pos x="T8" y="T9"/>
              </a:cxn>
            </a:cxnLst>
            <a:rect l="T15" t="T16" r="T17" b="T18"/>
            <a:pathLst>
              <a:path w="446" h="318">
                <a:moveTo>
                  <a:pt x="105" y="0"/>
                </a:moveTo>
                <a:cubicBezTo>
                  <a:pt x="52" y="64"/>
                  <a:pt x="0" y="129"/>
                  <a:pt x="15" y="182"/>
                </a:cubicBezTo>
                <a:cubicBezTo>
                  <a:pt x="30" y="235"/>
                  <a:pt x="128" y="318"/>
                  <a:pt x="196" y="318"/>
                </a:cubicBezTo>
                <a:cubicBezTo>
                  <a:pt x="264" y="318"/>
                  <a:pt x="400" y="235"/>
                  <a:pt x="423" y="182"/>
                </a:cubicBezTo>
                <a:cubicBezTo>
                  <a:pt x="446" y="129"/>
                  <a:pt x="389" y="64"/>
                  <a:pt x="332" y="0"/>
                </a:cubicBez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9881" name="Freeform 38">
            <a:extLst>
              <a:ext uri="{FF2B5EF4-FFF2-40B4-BE49-F238E27FC236}">
                <a16:creationId xmlns:a16="http://schemas.microsoft.com/office/drawing/2014/main" id="{8EC15EA8-9395-0300-5746-899CFFCECC5D}"/>
              </a:ext>
            </a:extLst>
          </p:cNvPr>
          <p:cNvSpPr>
            <a:spLocks/>
          </p:cNvSpPr>
          <p:nvPr/>
        </p:nvSpPr>
        <p:spPr bwMode="auto">
          <a:xfrm>
            <a:off x="2411413" y="981075"/>
            <a:ext cx="720725" cy="792163"/>
          </a:xfrm>
          <a:custGeom>
            <a:avLst/>
            <a:gdLst>
              <a:gd name="T0" fmla="*/ 2147483646 w 454"/>
              <a:gd name="T1" fmla="*/ 2147483646 h 499"/>
              <a:gd name="T2" fmla="*/ 2147483646 w 454"/>
              <a:gd name="T3" fmla="*/ 2147483646 h 499"/>
              <a:gd name="T4" fmla="*/ 0 w 454"/>
              <a:gd name="T5" fmla="*/ 0 h 499"/>
              <a:gd name="T6" fmla="*/ 0 60000 65536"/>
              <a:gd name="T7" fmla="*/ 0 60000 65536"/>
              <a:gd name="T8" fmla="*/ 0 60000 65536"/>
              <a:gd name="T9" fmla="*/ 0 w 454"/>
              <a:gd name="T10" fmla="*/ 0 h 499"/>
              <a:gd name="T11" fmla="*/ 454 w 454"/>
              <a:gd name="T12" fmla="*/ 499 h 499"/>
            </a:gdLst>
            <a:ahLst/>
            <a:cxnLst>
              <a:cxn ang="T6">
                <a:pos x="T0" y="T1"/>
              </a:cxn>
              <a:cxn ang="T7">
                <a:pos x="T2" y="T3"/>
              </a:cxn>
              <a:cxn ang="T8">
                <a:pos x="T4" y="T5"/>
              </a:cxn>
            </a:cxnLst>
            <a:rect l="T9" t="T10" r="T11" b="T12"/>
            <a:pathLst>
              <a:path w="454" h="499">
                <a:moveTo>
                  <a:pt x="454" y="499"/>
                </a:moveTo>
                <a:cubicBezTo>
                  <a:pt x="356" y="472"/>
                  <a:pt x="258" y="446"/>
                  <a:pt x="182" y="363"/>
                </a:cubicBezTo>
                <a:cubicBezTo>
                  <a:pt x="106" y="280"/>
                  <a:pt x="53" y="140"/>
                  <a:pt x="0" y="0"/>
                </a:cubicBez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9882" name="Freeform 39">
            <a:extLst>
              <a:ext uri="{FF2B5EF4-FFF2-40B4-BE49-F238E27FC236}">
                <a16:creationId xmlns:a16="http://schemas.microsoft.com/office/drawing/2014/main" id="{E0FED7C7-7099-0EE3-0F96-59508A9D41C5}"/>
              </a:ext>
            </a:extLst>
          </p:cNvPr>
          <p:cNvSpPr>
            <a:spLocks/>
          </p:cNvSpPr>
          <p:nvPr/>
        </p:nvSpPr>
        <p:spPr bwMode="auto">
          <a:xfrm>
            <a:off x="2555875" y="763588"/>
            <a:ext cx="863600" cy="865187"/>
          </a:xfrm>
          <a:custGeom>
            <a:avLst/>
            <a:gdLst>
              <a:gd name="T0" fmla="*/ 0 w 544"/>
              <a:gd name="T1" fmla="*/ 2147483646 h 545"/>
              <a:gd name="T2" fmla="*/ 2147483646 w 544"/>
              <a:gd name="T3" fmla="*/ 2147483646 h 545"/>
              <a:gd name="T4" fmla="*/ 2147483646 w 544"/>
              <a:gd name="T5" fmla="*/ 2147483646 h 545"/>
              <a:gd name="T6" fmla="*/ 0 60000 65536"/>
              <a:gd name="T7" fmla="*/ 0 60000 65536"/>
              <a:gd name="T8" fmla="*/ 0 60000 65536"/>
              <a:gd name="T9" fmla="*/ 0 w 544"/>
              <a:gd name="T10" fmla="*/ 0 h 545"/>
              <a:gd name="T11" fmla="*/ 544 w 544"/>
              <a:gd name="T12" fmla="*/ 545 h 545"/>
            </a:gdLst>
            <a:ahLst/>
            <a:cxnLst>
              <a:cxn ang="T6">
                <a:pos x="T0" y="T1"/>
              </a:cxn>
              <a:cxn ang="T7">
                <a:pos x="T2" y="T3"/>
              </a:cxn>
              <a:cxn ang="T8">
                <a:pos x="T4" y="T5"/>
              </a:cxn>
            </a:cxnLst>
            <a:rect l="T9" t="T10" r="T11" b="T12"/>
            <a:pathLst>
              <a:path w="544" h="545">
                <a:moveTo>
                  <a:pt x="0" y="1"/>
                </a:moveTo>
                <a:cubicBezTo>
                  <a:pt x="136" y="0"/>
                  <a:pt x="272" y="0"/>
                  <a:pt x="363" y="91"/>
                </a:cubicBezTo>
                <a:cubicBezTo>
                  <a:pt x="454" y="182"/>
                  <a:pt x="499" y="363"/>
                  <a:pt x="544" y="545"/>
                </a:cubicBez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9883" name="Text Box 41">
            <a:extLst>
              <a:ext uri="{FF2B5EF4-FFF2-40B4-BE49-F238E27FC236}">
                <a16:creationId xmlns:a16="http://schemas.microsoft.com/office/drawing/2014/main" id="{7CA8C3AB-2095-06CC-37D9-AC15D42C1B08}"/>
              </a:ext>
            </a:extLst>
          </p:cNvPr>
          <p:cNvSpPr txBox="1">
            <a:spLocks noChangeArrowheads="1"/>
          </p:cNvSpPr>
          <p:nvPr/>
        </p:nvSpPr>
        <p:spPr bwMode="auto">
          <a:xfrm>
            <a:off x="3132138" y="692150"/>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Times New Roman" panose="02020603050405020304" pitchFamily="18" charset="0"/>
                <a:ea typeface="宋体" panose="02010600030101010101" pitchFamily="2" charset="-122"/>
              </a:rPr>
              <a:t>1</a:t>
            </a:r>
          </a:p>
        </p:txBody>
      </p:sp>
      <p:sp>
        <p:nvSpPr>
          <p:cNvPr id="79884" name="Text Box 42">
            <a:extLst>
              <a:ext uri="{FF2B5EF4-FFF2-40B4-BE49-F238E27FC236}">
                <a16:creationId xmlns:a16="http://schemas.microsoft.com/office/drawing/2014/main" id="{5467F813-94E4-3048-34BF-BB8B789A8815}"/>
              </a:ext>
            </a:extLst>
          </p:cNvPr>
          <p:cNvSpPr txBox="1">
            <a:spLocks noChangeArrowheads="1"/>
          </p:cNvSpPr>
          <p:nvPr/>
        </p:nvSpPr>
        <p:spPr bwMode="auto">
          <a:xfrm>
            <a:off x="2843213" y="2349500"/>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Times New Roman" panose="02020603050405020304" pitchFamily="18" charset="0"/>
                <a:ea typeface="宋体" panose="02010600030101010101" pitchFamily="2" charset="-122"/>
              </a:rPr>
              <a:t>1</a:t>
            </a:r>
          </a:p>
        </p:txBody>
      </p:sp>
      <p:sp>
        <p:nvSpPr>
          <p:cNvPr id="79885" name="Line 43">
            <a:extLst>
              <a:ext uri="{FF2B5EF4-FFF2-40B4-BE49-F238E27FC236}">
                <a16:creationId xmlns:a16="http://schemas.microsoft.com/office/drawing/2014/main" id="{024F6BFD-F4D9-B69D-6D7A-5680F49B5AAB}"/>
              </a:ext>
            </a:extLst>
          </p:cNvPr>
          <p:cNvSpPr>
            <a:spLocks noChangeShapeType="1"/>
          </p:cNvSpPr>
          <p:nvPr/>
        </p:nvSpPr>
        <p:spPr bwMode="auto">
          <a:xfrm flipH="1">
            <a:off x="2484438" y="2133600"/>
            <a:ext cx="792162" cy="7191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886" name="Line 44">
            <a:extLst>
              <a:ext uri="{FF2B5EF4-FFF2-40B4-BE49-F238E27FC236}">
                <a16:creationId xmlns:a16="http://schemas.microsoft.com/office/drawing/2014/main" id="{8B33622C-7183-AFCD-F50E-0AC8B7A4B6F3}"/>
              </a:ext>
            </a:extLst>
          </p:cNvPr>
          <p:cNvSpPr>
            <a:spLocks noChangeShapeType="1"/>
          </p:cNvSpPr>
          <p:nvPr/>
        </p:nvSpPr>
        <p:spPr bwMode="auto">
          <a:xfrm>
            <a:off x="1260475" y="2133600"/>
            <a:ext cx="719138" cy="7191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887" name="Line 45">
            <a:extLst>
              <a:ext uri="{FF2B5EF4-FFF2-40B4-BE49-F238E27FC236}">
                <a16:creationId xmlns:a16="http://schemas.microsoft.com/office/drawing/2014/main" id="{9E81C1B9-88AE-0AED-855D-C8A144FC4F68}"/>
              </a:ext>
            </a:extLst>
          </p:cNvPr>
          <p:cNvSpPr>
            <a:spLocks noChangeShapeType="1"/>
          </p:cNvSpPr>
          <p:nvPr/>
        </p:nvSpPr>
        <p:spPr bwMode="auto">
          <a:xfrm flipV="1">
            <a:off x="1260475" y="908050"/>
            <a:ext cx="792163" cy="7207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888" name="Text Box 46">
            <a:extLst>
              <a:ext uri="{FF2B5EF4-FFF2-40B4-BE49-F238E27FC236}">
                <a16:creationId xmlns:a16="http://schemas.microsoft.com/office/drawing/2014/main" id="{1B05F522-48EB-21C8-D98D-244121BF2231}"/>
              </a:ext>
            </a:extLst>
          </p:cNvPr>
          <p:cNvSpPr txBox="1">
            <a:spLocks noChangeArrowheads="1"/>
          </p:cNvSpPr>
          <p:nvPr/>
        </p:nvSpPr>
        <p:spPr bwMode="auto">
          <a:xfrm>
            <a:off x="1403350" y="944563"/>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Times New Roman" panose="02020603050405020304" pitchFamily="18" charset="0"/>
                <a:ea typeface="宋体" panose="02010600030101010101" pitchFamily="2" charset="-122"/>
              </a:rPr>
              <a:t>0</a:t>
            </a:r>
          </a:p>
        </p:txBody>
      </p:sp>
      <p:sp>
        <p:nvSpPr>
          <p:cNvPr id="79889" name="Text Box 47">
            <a:extLst>
              <a:ext uri="{FF2B5EF4-FFF2-40B4-BE49-F238E27FC236}">
                <a16:creationId xmlns:a16="http://schemas.microsoft.com/office/drawing/2014/main" id="{F8F96F5E-A43B-9A80-0F35-C0AB9931C201}"/>
              </a:ext>
            </a:extLst>
          </p:cNvPr>
          <p:cNvSpPr txBox="1">
            <a:spLocks noChangeArrowheads="1"/>
          </p:cNvSpPr>
          <p:nvPr/>
        </p:nvSpPr>
        <p:spPr bwMode="auto">
          <a:xfrm>
            <a:off x="2628900" y="1231900"/>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Times New Roman" panose="02020603050405020304" pitchFamily="18" charset="0"/>
                <a:ea typeface="宋体" panose="02010600030101010101" pitchFamily="2" charset="-122"/>
              </a:rPr>
              <a:t>0</a:t>
            </a:r>
          </a:p>
        </p:txBody>
      </p:sp>
      <p:sp>
        <p:nvSpPr>
          <p:cNvPr id="79890" name="Text Box 48">
            <a:extLst>
              <a:ext uri="{FF2B5EF4-FFF2-40B4-BE49-F238E27FC236}">
                <a16:creationId xmlns:a16="http://schemas.microsoft.com/office/drawing/2014/main" id="{A473914E-26BD-0ADF-3FCD-B307E1757699}"/>
              </a:ext>
            </a:extLst>
          </p:cNvPr>
          <p:cNvSpPr txBox="1">
            <a:spLocks noChangeArrowheads="1"/>
          </p:cNvSpPr>
          <p:nvPr/>
        </p:nvSpPr>
        <p:spPr bwMode="auto">
          <a:xfrm>
            <a:off x="1979613" y="1663700"/>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Times New Roman" panose="02020603050405020304" pitchFamily="18" charset="0"/>
                <a:ea typeface="宋体" panose="02010600030101010101" pitchFamily="2" charset="-122"/>
              </a:rPr>
              <a:t>0</a:t>
            </a:r>
          </a:p>
        </p:txBody>
      </p:sp>
      <p:sp>
        <p:nvSpPr>
          <p:cNvPr id="79891" name="Text Box 49">
            <a:extLst>
              <a:ext uri="{FF2B5EF4-FFF2-40B4-BE49-F238E27FC236}">
                <a16:creationId xmlns:a16="http://schemas.microsoft.com/office/drawing/2014/main" id="{342C48A9-DD19-C111-8707-563E3C0148D5}"/>
              </a:ext>
            </a:extLst>
          </p:cNvPr>
          <p:cNvSpPr txBox="1">
            <a:spLocks noChangeArrowheads="1"/>
          </p:cNvSpPr>
          <p:nvPr/>
        </p:nvSpPr>
        <p:spPr bwMode="auto">
          <a:xfrm>
            <a:off x="1979613" y="3176588"/>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Times New Roman" panose="02020603050405020304" pitchFamily="18" charset="0"/>
                <a:ea typeface="宋体" panose="02010600030101010101" pitchFamily="2" charset="-122"/>
              </a:rPr>
              <a:t>0,1</a:t>
            </a:r>
          </a:p>
        </p:txBody>
      </p:sp>
      <p:sp>
        <p:nvSpPr>
          <p:cNvPr id="839730" name="Rectangle 50">
            <a:extLst>
              <a:ext uri="{FF2B5EF4-FFF2-40B4-BE49-F238E27FC236}">
                <a16:creationId xmlns:a16="http://schemas.microsoft.com/office/drawing/2014/main" id="{3471A2AD-958F-9A37-7DA4-D22B06D84743}"/>
              </a:ext>
            </a:extLst>
          </p:cNvPr>
          <p:cNvSpPr>
            <a:spLocks noGrp="1" noChangeArrowheads="1"/>
          </p:cNvSpPr>
          <p:nvPr>
            <p:ph type="body" idx="1"/>
          </p:nvPr>
        </p:nvSpPr>
        <p:spPr>
          <a:xfrm>
            <a:off x="250825" y="3789363"/>
            <a:ext cx="5256213" cy="2736850"/>
          </a:xfrm>
        </p:spPr>
        <p:txBody>
          <a:bodyPr/>
          <a:lstStyle/>
          <a:p>
            <a:pPr eaLnBrk="1" hangingPunct="1">
              <a:buFont typeface="Wingdings" pitchFamily="2" charset="2"/>
              <a:buNone/>
            </a:pPr>
            <a:r>
              <a:rPr lang="zh-CN" altLang="en-US" sz="2400">
                <a:ea typeface="宋体" panose="02010600030101010101" pitchFamily="2" charset="-122"/>
              </a:rPr>
              <a:t>右线性正规文法</a:t>
            </a:r>
          </a:p>
          <a:p>
            <a:pPr eaLnBrk="1" hangingPunct="1">
              <a:buFont typeface="Wingdings" pitchFamily="2" charset="2"/>
              <a:buNone/>
            </a:pPr>
            <a:r>
              <a:rPr lang="zh-CN" altLang="en-US" sz="2400">
                <a:ea typeface="宋体" panose="02010600030101010101" pitchFamily="2" charset="-122"/>
              </a:rPr>
              <a:t>  </a:t>
            </a:r>
            <a:r>
              <a:rPr lang="en-US" altLang="zh-CN" sz="2400">
                <a:ea typeface="宋体" panose="02010600030101010101" pitchFamily="2" charset="-122"/>
              </a:rPr>
              <a:t>G=({A,B,C,D},{0,1},A, </a:t>
            </a:r>
            <a:r>
              <a:rPr lang="zh-CN" altLang="en-US" sz="2400">
                <a:ea typeface="宋体" panose="02010600030101010101" pitchFamily="2" charset="-122"/>
                <a:cs typeface="Times New Roman" panose="02020603050405020304" pitchFamily="18" charset="0"/>
              </a:rPr>
              <a:t>￡</a:t>
            </a:r>
            <a:r>
              <a:rPr lang="en-US" altLang="zh-CN" sz="2400">
                <a:ea typeface="宋体" panose="02010600030101010101" pitchFamily="2" charset="-122"/>
              </a:rPr>
              <a:t>)</a:t>
            </a:r>
            <a:r>
              <a:rPr lang="zh-CN" altLang="en-US" sz="2400">
                <a:ea typeface="宋体" panose="02010600030101010101" pitchFamily="2" charset="-122"/>
              </a:rPr>
              <a:t>，其中</a:t>
            </a:r>
          </a:p>
          <a:p>
            <a:pPr eaLnBrk="1" hangingPunct="1">
              <a:buFont typeface="Wingdings" pitchFamily="2" charset="2"/>
              <a:buNone/>
            </a:pPr>
            <a:r>
              <a:rPr lang="zh-CN" altLang="en-US" sz="2400">
                <a:ea typeface="宋体" panose="02010600030101010101" pitchFamily="2" charset="-122"/>
              </a:rPr>
              <a:t>     </a:t>
            </a:r>
            <a:r>
              <a:rPr lang="en-US" altLang="zh-CN" sz="2400">
                <a:ea typeface="宋体" panose="02010600030101010101" pitchFamily="2" charset="-122"/>
              </a:rPr>
              <a:t>A</a:t>
            </a:r>
            <a:r>
              <a:rPr lang="en-US" altLang="zh-CN" sz="2400">
                <a:ea typeface="宋体" panose="02010600030101010101" pitchFamily="2" charset="-122"/>
                <a:sym typeface="Symbol" pitchFamily="2" charset="2"/>
              </a:rPr>
              <a:t> </a:t>
            </a:r>
            <a:r>
              <a:rPr lang="en-US" altLang="zh-CN" sz="2400">
                <a:ea typeface="宋体" panose="02010600030101010101" pitchFamily="2" charset="-122"/>
              </a:rPr>
              <a:t>→0|0B|1D</a:t>
            </a:r>
          </a:p>
          <a:p>
            <a:pPr eaLnBrk="1" hangingPunct="1">
              <a:buFont typeface="Wingdings" pitchFamily="2" charset="2"/>
              <a:buNone/>
            </a:pPr>
            <a:r>
              <a:rPr lang="en-US" altLang="zh-CN" sz="2400">
                <a:ea typeface="宋体" panose="02010600030101010101" pitchFamily="2" charset="-122"/>
              </a:rPr>
              <a:t>     B →0D|1C</a:t>
            </a:r>
          </a:p>
          <a:p>
            <a:pPr eaLnBrk="1" hangingPunct="1">
              <a:buFont typeface="Wingdings" pitchFamily="2" charset="2"/>
              <a:buNone/>
            </a:pPr>
            <a:r>
              <a:rPr lang="en-US" altLang="zh-CN" sz="2400">
                <a:ea typeface="宋体" panose="02010600030101010101" pitchFamily="2" charset="-122"/>
              </a:rPr>
              <a:t>     C → 0|0B|1D</a:t>
            </a:r>
          </a:p>
          <a:p>
            <a:pPr eaLnBrk="1" hangingPunct="1">
              <a:buFont typeface="Wingdings" pitchFamily="2" charset="2"/>
              <a:buNone/>
            </a:pPr>
            <a:r>
              <a:rPr lang="en-US" altLang="zh-CN" sz="2400">
                <a:ea typeface="宋体" panose="02010600030101010101" pitchFamily="2" charset="-122"/>
              </a:rPr>
              <a:t>     D →0D|1D</a:t>
            </a:r>
          </a:p>
        </p:txBody>
      </p:sp>
      <p:sp>
        <p:nvSpPr>
          <p:cNvPr id="839731" name="Oval 51">
            <a:extLst>
              <a:ext uri="{FF2B5EF4-FFF2-40B4-BE49-F238E27FC236}">
                <a16:creationId xmlns:a16="http://schemas.microsoft.com/office/drawing/2014/main" id="{5B9AC385-FDD9-40A1-BDA1-5A679D6EFC89}"/>
              </a:ext>
            </a:extLst>
          </p:cNvPr>
          <p:cNvSpPr>
            <a:spLocks noChangeArrowheads="1"/>
          </p:cNvSpPr>
          <p:nvPr/>
        </p:nvSpPr>
        <p:spPr bwMode="auto">
          <a:xfrm>
            <a:off x="5508625" y="4575175"/>
            <a:ext cx="503238" cy="504825"/>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ea typeface="宋体" panose="02010600030101010101" pitchFamily="2" charset="-122"/>
              </a:rPr>
              <a:t>A</a:t>
            </a:r>
          </a:p>
        </p:txBody>
      </p:sp>
      <p:sp>
        <p:nvSpPr>
          <p:cNvPr id="839732" name="Line 52">
            <a:extLst>
              <a:ext uri="{FF2B5EF4-FFF2-40B4-BE49-F238E27FC236}">
                <a16:creationId xmlns:a16="http://schemas.microsoft.com/office/drawing/2014/main" id="{C27ABE20-9AC6-3D21-0589-C2FB9BB1C66D}"/>
              </a:ext>
            </a:extLst>
          </p:cNvPr>
          <p:cNvSpPr>
            <a:spLocks noChangeShapeType="1"/>
          </p:cNvSpPr>
          <p:nvPr/>
        </p:nvSpPr>
        <p:spPr bwMode="auto">
          <a:xfrm flipH="1">
            <a:off x="7094538" y="4854575"/>
            <a:ext cx="5746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733" name="Oval 53">
            <a:extLst>
              <a:ext uri="{FF2B5EF4-FFF2-40B4-BE49-F238E27FC236}">
                <a16:creationId xmlns:a16="http://schemas.microsoft.com/office/drawing/2014/main" id="{2491D6C1-215F-63DE-ACBA-67BBC6134437}"/>
              </a:ext>
            </a:extLst>
          </p:cNvPr>
          <p:cNvSpPr>
            <a:spLocks noChangeArrowheads="1"/>
          </p:cNvSpPr>
          <p:nvPr/>
        </p:nvSpPr>
        <p:spPr bwMode="auto">
          <a:xfrm>
            <a:off x="6550025" y="3486150"/>
            <a:ext cx="504825" cy="504825"/>
          </a:xfrm>
          <a:prstGeom prst="ellipse">
            <a:avLst/>
          </a:prstGeom>
          <a:solidFill>
            <a:schemeClr val="accent1"/>
          </a:solidFill>
          <a:ln w="9525" algn="ctr">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ea typeface="宋体" panose="02010600030101010101" pitchFamily="2" charset="-122"/>
              </a:rPr>
              <a:t>B</a:t>
            </a:r>
          </a:p>
        </p:txBody>
      </p:sp>
      <p:sp>
        <p:nvSpPr>
          <p:cNvPr id="839734" name="Text Box 54">
            <a:extLst>
              <a:ext uri="{FF2B5EF4-FFF2-40B4-BE49-F238E27FC236}">
                <a16:creationId xmlns:a16="http://schemas.microsoft.com/office/drawing/2014/main" id="{566CA17F-F3E9-2BFE-C17F-2EA96793A81F}"/>
              </a:ext>
            </a:extLst>
          </p:cNvPr>
          <p:cNvSpPr txBox="1">
            <a:spLocks noChangeArrowheads="1"/>
          </p:cNvSpPr>
          <p:nvPr/>
        </p:nvSpPr>
        <p:spPr bwMode="auto">
          <a:xfrm>
            <a:off x="5868988" y="5295900"/>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Times New Roman" panose="02020603050405020304" pitchFamily="18" charset="0"/>
                <a:ea typeface="宋体" panose="02010600030101010101" pitchFamily="2" charset="-122"/>
              </a:rPr>
              <a:t>1</a:t>
            </a:r>
          </a:p>
        </p:txBody>
      </p:sp>
      <p:sp>
        <p:nvSpPr>
          <p:cNvPr id="839735" name="Oval 55">
            <a:extLst>
              <a:ext uri="{FF2B5EF4-FFF2-40B4-BE49-F238E27FC236}">
                <a16:creationId xmlns:a16="http://schemas.microsoft.com/office/drawing/2014/main" id="{F8892AC4-CD19-3301-5233-FBB4DD5CEFE9}"/>
              </a:ext>
            </a:extLst>
          </p:cNvPr>
          <p:cNvSpPr>
            <a:spLocks noChangeArrowheads="1"/>
          </p:cNvSpPr>
          <p:nvPr/>
        </p:nvSpPr>
        <p:spPr bwMode="auto">
          <a:xfrm>
            <a:off x="7670800" y="4575175"/>
            <a:ext cx="503238" cy="504825"/>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ea typeface="宋体" panose="02010600030101010101" pitchFamily="2" charset="-122"/>
              </a:rPr>
              <a:t>C</a:t>
            </a:r>
          </a:p>
        </p:txBody>
      </p:sp>
      <p:sp>
        <p:nvSpPr>
          <p:cNvPr id="839736" name="Oval 56">
            <a:extLst>
              <a:ext uri="{FF2B5EF4-FFF2-40B4-BE49-F238E27FC236}">
                <a16:creationId xmlns:a16="http://schemas.microsoft.com/office/drawing/2014/main" id="{BD5B45FF-E4F5-4D96-5EC2-43D408AA197A}"/>
              </a:ext>
            </a:extLst>
          </p:cNvPr>
          <p:cNvSpPr>
            <a:spLocks noChangeArrowheads="1"/>
          </p:cNvSpPr>
          <p:nvPr/>
        </p:nvSpPr>
        <p:spPr bwMode="auto">
          <a:xfrm>
            <a:off x="6516688" y="5583238"/>
            <a:ext cx="503237" cy="504825"/>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ea typeface="宋体" panose="02010600030101010101" pitchFamily="2" charset="-122"/>
              </a:rPr>
              <a:t>D</a:t>
            </a:r>
          </a:p>
        </p:txBody>
      </p:sp>
      <p:sp>
        <p:nvSpPr>
          <p:cNvPr id="839737" name="Freeform 57">
            <a:extLst>
              <a:ext uri="{FF2B5EF4-FFF2-40B4-BE49-F238E27FC236}">
                <a16:creationId xmlns:a16="http://schemas.microsoft.com/office/drawing/2014/main" id="{D543FD05-E007-6181-6584-4F33F51E5489}"/>
              </a:ext>
            </a:extLst>
          </p:cNvPr>
          <p:cNvSpPr>
            <a:spLocks/>
          </p:cNvSpPr>
          <p:nvPr/>
        </p:nvSpPr>
        <p:spPr bwMode="auto">
          <a:xfrm>
            <a:off x="6416675" y="6019800"/>
            <a:ext cx="708025" cy="504825"/>
          </a:xfrm>
          <a:custGeom>
            <a:avLst/>
            <a:gdLst>
              <a:gd name="T0" fmla="*/ 2147483646 w 446"/>
              <a:gd name="T1" fmla="*/ 0 h 318"/>
              <a:gd name="T2" fmla="*/ 2147483646 w 446"/>
              <a:gd name="T3" fmla="*/ 2147483646 h 318"/>
              <a:gd name="T4" fmla="*/ 2147483646 w 446"/>
              <a:gd name="T5" fmla="*/ 2147483646 h 318"/>
              <a:gd name="T6" fmla="*/ 2147483646 w 446"/>
              <a:gd name="T7" fmla="*/ 2147483646 h 318"/>
              <a:gd name="T8" fmla="*/ 2147483646 w 446"/>
              <a:gd name="T9" fmla="*/ 0 h 318"/>
              <a:gd name="T10" fmla="*/ 0 60000 65536"/>
              <a:gd name="T11" fmla="*/ 0 60000 65536"/>
              <a:gd name="T12" fmla="*/ 0 60000 65536"/>
              <a:gd name="T13" fmla="*/ 0 60000 65536"/>
              <a:gd name="T14" fmla="*/ 0 60000 65536"/>
              <a:gd name="T15" fmla="*/ 0 w 446"/>
              <a:gd name="T16" fmla="*/ 0 h 318"/>
              <a:gd name="T17" fmla="*/ 446 w 446"/>
              <a:gd name="T18" fmla="*/ 318 h 318"/>
            </a:gdLst>
            <a:ahLst/>
            <a:cxnLst>
              <a:cxn ang="T10">
                <a:pos x="T0" y="T1"/>
              </a:cxn>
              <a:cxn ang="T11">
                <a:pos x="T2" y="T3"/>
              </a:cxn>
              <a:cxn ang="T12">
                <a:pos x="T4" y="T5"/>
              </a:cxn>
              <a:cxn ang="T13">
                <a:pos x="T6" y="T7"/>
              </a:cxn>
              <a:cxn ang="T14">
                <a:pos x="T8" y="T9"/>
              </a:cxn>
            </a:cxnLst>
            <a:rect l="T15" t="T16" r="T17" b="T18"/>
            <a:pathLst>
              <a:path w="446" h="318">
                <a:moveTo>
                  <a:pt x="105" y="0"/>
                </a:moveTo>
                <a:cubicBezTo>
                  <a:pt x="52" y="64"/>
                  <a:pt x="0" y="129"/>
                  <a:pt x="15" y="182"/>
                </a:cubicBezTo>
                <a:cubicBezTo>
                  <a:pt x="30" y="235"/>
                  <a:pt x="128" y="318"/>
                  <a:pt x="196" y="318"/>
                </a:cubicBezTo>
                <a:cubicBezTo>
                  <a:pt x="264" y="318"/>
                  <a:pt x="400" y="235"/>
                  <a:pt x="423" y="182"/>
                </a:cubicBezTo>
                <a:cubicBezTo>
                  <a:pt x="446" y="129"/>
                  <a:pt x="389" y="64"/>
                  <a:pt x="332" y="0"/>
                </a:cubicBez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738" name="Freeform 58">
            <a:extLst>
              <a:ext uri="{FF2B5EF4-FFF2-40B4-BE49-F238E27FC236}">
                <a16:creationId xmlns:a16="http://schemas.microsoft.com/office/drawing/2014/main" id="{5F26CD8A-1150-D2CE-2934-870DCD37ED02}"/>
              </a:ext>
            </a:extLst>
          </p:cNvPr>
          <p:cNvSpPr>
            <a:spLocks/>
          </p:cNvSpPr>
          <p:nvPr/>
        </p:nvSpPr>
        <p:spPr bwMode="auto">
          <a:xfrm>
            <a:off x="6948488" y="3927475"/>
            <a:ext cx="720725" cy="792163"/>
          </a:xfrm>
          <a:custGeom>
            <a:avLst/>
            <a:gdLst>
              <a:gd name="T0" fmla="*/ 2147483646 w 454"/>
              <a:gd name="T1" fmla="*/ 2147483646 h 499"/>
              <a:gd name="T2" fmla="*/ 2147483646 w 454"/>
              <a:gd name="T3" fmla="*/ 2147483646 h 499"/>
              <a:gd name="T4" fmla="*/ 0 w 454"/>
              <a:gd name="T5" fmla="*/ 0 h 499"/>
              <a:gd name="T6" fmla="*/ 0 60000 65536"/>
              <a:gd name="T7" fmla="*/ 0 60000 65536"/>
              <a:gd name="T8" fmla="*/ 0 60000 65536"/>
              <a:gd name="T9" fmla="*/ 0 w 454"/>
              <a:gd name="T10" fmla="*/ 0 h 499"/>
              <a:gd name="T11" fmla="*/ 454 w 454"/>
              <a:gd name="T12" fmla="*/ 499 h 499"/>
            </a:gdLst>
            <a:ahLst/>
            <a:cxnLst>
              <a:cxn ang="T6">
                <a:pos x="T0" y="T1"/>
              </a:cxn>
              <a:cxn ang="T7">
                <a:pos x="T2" y="T3"/>
              </a:cxn>
              <a:cxn ang="T8">
                <a:pos x="T4" y="T5"/>
              </a:cxn>
            </a:cxnLst>
            <a:rect l="T9" t="T10" r="T11" b="T12"/>
            <a:pathLst>
              <a:path w="454" h="499">
                <a:moveTo>
                  <a:pt x="454" y="499"/>
                </a:moveTo>
                <a:cubicBezTo>
                  <a:pt x="356" y="472"/>
                  <a:pt x="258" y="446"/>
                  <a:pt x="182" y="363"/>
                </a:cubicBezTo>
                <a:cubicBezTo>
                  <a:pt x="106" y="280"/>
                  <a:pt x="53" y="140"/>
                  <a:pt x="0" y="0"/>
                </a:cubicBez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739" name="Freeform 59">
            <a:extLst>
              <a:ext uri="{FF2B5EF4-FFF2-40B4-BE49-F238E27FC236}">
                <a16:creationId xmlns:a16="http://schemas.microsoft.com/office/drawing/2014/main" id="{977F0D82-8A7D-07C9-E7B7-DFD06996C489}"/>
              </a:ext>
            </a:extLst>
          </p:cNvPr>
          <p:cNvSpPr>
            <a:spLocks/>
          </p:cNvSpPr>
          <p:nvPr/>
        </p:nvSpPr>
        <p:spPr bwMode="auto">
          <a:xfrm>
            <a:off x="7092950" y="3709988"/>
            <a:ext cx="863600" cy="865187"/>
          </a:xfrm>
          <a:custGeom>
            <a:avLst/>
            <a:gdLst>
              <a:gd name="T0" fmla="*/ 0 w 544"/>
              <a:gd name="T1" fmla="*/ 2147483646 h 545"/>
              <a:gd name="T2" fmla="*/ 2147483646 w 544"/>
              <a:gd name="T3" fmla="*/ 2147483646 h 545"/>
              <a:gd name="T4" fmla="*/ 2147483646 w 544"/>
              <a:gd name="T5" fmla="*/ 2147483646 h 545"/>
              <a:gd name="T6" fmla="*/ 0 60000 65536"/>
              <a:gd name="T7" fmla="*/ 0 60000 65536"/>
              <a:gd name="T8" fmla="*/ 0 60000 65536"/>
              <a:gd name="T9" fmla="*/ 0 w 544"/>
              <a:gd name="T10" fmla="*/ 0 h 545"/>
              <a:gd name="T11" fmla="*/ 544 w 544"/>
              <a:gd name="T12" fmla="*/ 545 h 545"/>
            </a:gdLst>
            <a:ahLst/>
            <a:cxnLst>
              <a:cxn ang="T6">
                <a:pos x="T0" y="T1"/>
              </a:cxn>
              <a:cxn ang="T7">
                <a:pos x="T2" y="T3"/>
              </a:cxn>
              <a:cxn ang="T8">
                <a:pos x="T4" y="T5"/>
              </a:cxn>
            </a:cxnLst>
            <a:rect l="T9" t="T10" r="T11" b="T12"/>
            <a:pathLst>
              <a:path w="544" h="545">
                <a:moveTo>
                  <a:pt x="0" y="1"/>
                </a:moveTo>
                <a:cubicBezTo>
                  <a:pt x="136" y="0"/>
                  <a:pt x="272" y="0"/>
                  <a:pt x="363" y="91"/>
                </a:cubicBezTo>
                <a:cubicBezTo>
                  <a:pt x="454" y="182"/>
                  <a:pt x="499" y="363"/>
                  <a:pt x="544" y="545"/>
                </a:cubicBez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740" name="Text Box 60">
            <a:extLst>
              <a:ext uri="{FF2B5EF4-FFF2-40B4-BE49-F238E27FC236}">
                <a16:creationId xmlns:a16="http://schemas.microsoft.com/office/drawing/2014/main" id="{70A65035-97CE-440A-8973-F1B80833399D}"/>
              </a:ext>
            </a:extLst>
          </p:cNvPr>
          <p:cNvSpPr txBox="1">
            <a:spLocks noChangeArrowheads="1"/>
          </p:cNvSpPr>
          <p:nvPr/>
        </p:nvSpPr>
        <p:spPr bwMode="auto">
          <a:xfrm>
            <a:off x="7669213" y="3638550"/>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Times New Roman" panose="02020603050405020304" pitchFamily="18" charset="0"/>
                <a:ea typeface="宋体" panose="02010600030101010101" pitchFamily="2" charset="-122"/>
              </a:rPr>
              <a:t>1</a:t>
            </a:r>
          </a:p>
        </p:txBody>
      </p:sp>
      <p:sp>
        <p:nvSpPr>
          <p:cNvPr id="839741" name="Text Box 61">
            <a:extLst>
              <a:ext uri="{FF2B5EF4-FFF2-40B4-BE49-F238E27FC236}">
                <a16:creationId xmlns:a16="http://schemas.microsoft.com/office/drawing/2014/main" id="{E9AC20FC-39C4-2368-37D9-D1F22ECEA05A}"/>
              </a:ext>
            </a:extLst>
          </p:cNvPr>
          <p:cNvSpPr txBox="1">
            <a:spLocks noChangeArrowheads="1"/>
          </p:cNvSpPr>
          <p:nvPr/>
        </p:nvSpPr>
        <p:spPr bwMode="auto">
          <a:xfrm>
            <a:off x="7380288" y="5295900"/>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Times New Roman" panose="02020603050405020304" pitchFamily="18" charset="0"/>
                <a:ea typeface="宋体" panose="02010600030101010101" pitchFamily="2" charset="-122"/>
              </a:rPr>
              <a:t>1</a:t>
            </a:r>
          </a:p>
        </p:txBody>
      </p:sp>
      <p:sp>
        <p:nvSpPr>
          <p:cNvPr id="839742" name="Line 62">
            <a:extLst>
              <a:ext uri="{FF2B5EF4-FFF2-40B4-BE49-F238E27FC236}">
                <a16:creationId xmlns:a16="http://schemas.microsoft.com/office/drawing/2014/main" id="{12A55E5C-003A-9C2E-F442-6C9D50C687C8}"/>
              </a:ext>
            </a:extLst>
          </p:cNvPr>
          <p:cNvSpPr>
            <a:spLocks noChangeShapeType="1"/>
          </p:cNvSpPr>
          <p:nvPr/>
        </p:nvSpPr>
        <p:spPr bwMode="auto">
          <a:xfrm flipH="1">
            <a:off x="7021513" y="5080000"/>
            <a:ext cx="792162" cy="7191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743" name="Line 63">
            <a:extLst>
              <a:ext uri="{FF2B5EF4-FFF2-40B4-BE49-F238E27FC236}">
                <a16:creationId xmlns:a16="http://schemas.microsoft.com/office/drawing/2014/main" id="{2E4E4E4B-BBAC-6990-E6AF-93C8499EDF51}"/>
              </a:ext>
            </a:extLst>
          </p:cNvPr>
          <p:cNvSpPr>
            <a:spLocks noChangeShapeType="1"/>
          </p:cNvSpPr>
          <p:nvPr/>
        </p:nvSpPr>
        <p:spPr bwMode="auto">
          <a:xfrm>
            <a:off x="5797550" y="5080000"/>
            <a:ext cx="719138" cy="7191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744" name="Line 64">
            <a:extLst>
              <a:ext uri="{FF2B5EF4-FFF2-40B4-BE49-F238E27FC236}">
                <a16:creationId xmlns:a16="http://schemas.microsoft.com/office/drawing/2014/main" id="{36BD7FFB-76C6-3254-2C5D-D1AD7DBEAB69}"/>
              </a:ext>
            </a:extLst>
          </p:cNvPr>
          <p:cNvSpPr>
            <a:spLocks noChangeShapeType="1"/>
          </p:cNvSpPr>
          <p:nvPr/>
        </p:nvSpPr>
        <p:spPr bwMode="auto">
          <a:xfrm flipV="1">
            <a:off x="5797550" y="3854450"/>
            <a:ext cx="792163" cy="7207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745" name="Text Box 65">
            <a:extLst>
              <a:ext uri="{FF2B5EF4-FFF2-40B4-BE49-F238E27FC236}">
                <a16:creationId xmlns:a16="http://schemas.microsoft.com/office/drawing/2014/main" id="{17CA19AF-DBE6-D6F1-E528-969305C8B318}"/>
              </a:ext>
            </a:extLst>
          </p:cNvPr>
          <p:cNvSpPr txBox="1">
            <a:spLocks noChangeArrowheads="1"/>
          </p:cNvSpPr>
          <p:nvPr/>
        </p:nvSpPr>
        <p:spPr bwMode="auto">
          <a:xfrm>
            <a:off x="5940425" y="3890963"/>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Times New Roman" panose="02020603050405020304" pitchFamily="18" charset="0"/>
                <a:ea typeface="宋体" panose="02010600030101010101" pitchFamily="2" charset="-122"/>
              </a:rPr>
              <a:t>0</a:t>
            </a:r>
          </a:p>
        </p:txBody>
      </p:sp>
      <p:sp>
        <p:nvSpPr>
          <p:cNvPr id="839746" name="Text Box 66">
            <a:extLst>
              <a:ext uri="{FF2B5EF4-FFF2-40B4-BE49-F238E27FC236}">
                <a16:creationId xmlns:a16="http://schemas.microsoft.com/office/drawing/2014/main" id="{B0D59CBA-F515-AD46-E0AD-D1A0F0AF0069}"/>
              </a:ext>
            </a:extLst>
          </p:cNvPr>
          <p:cNvSpPr txBox="1">
            <a:spLocks noChangeArrowheads="1"/>
          </p:cNvSpPr>
          <p:nvPr/>
        </p:nvSpPr>
        <p:spPr bwMode="auto">
          <a:xfrm>
            <a:off x="7031038" y="4008438"/>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Times New Roman" panose="02020603050405020304" pitchFamily="18" charset="0"/>
                <a:ea typeface="宋体" panose="02010600030101010101" pitchFamily="2" charset="-122"/>
              </a:rPr>
              <a:t>0</a:t>
            </a:r>
          </a:p>
        </p:txBody>
      </p:sp>
      <p:sp>
        <p:nvSpPr>
          <p:cNvPr id="839747" name="Text Box 67">
            <a:extLst>
              <a:ext uri="{FF2B5EF4-FFF2-40B4-BE49-F238E27FC236}">
                <a16:creationId xmlns:a16="http://schemas.microsoft.com/office/drawing/2014/main" id="{F419B5AE-B635-0D5F-1EF6-FFDDC1E9275D}"/>
              </a:ext>
            </a:extLst>
          </p:cNvPr>
          <p:cNvSpPr txBox="1">
            <a:spLocks noChangeArrowheads="1"/>
          </p:cNvSpPr>
          <p:nvPr/>
        </p:nvSpPr>
        <p:spPr bwMode="auto">
          <a:xfrm>
            <a:off x="6157913" y="4494213"/>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Times New Roman" panose="02020603050405020304" pitchFamily="18" charset="0"/>
                <a:ea typeface="宋体" panose="02010600030101010101" pitchFamily="2" charset="-122"/>
              </a:rPr>
              <a:t>0</a:t>
            </a:r>
          </a:p>
        </p:txBody>
      </p:sp>
      <p:sp>
        <p:nvSpPr>
          <p:cNvPr id="839748" name="Text Box 68">
            <a:extLst>
              <a:ext uri="{FF2B5EF4-FFF2-40B4-BE49-F238E27FC236}">
                <a16:creationId xmlns:a16="http://schemas.microsoft.com/office/drawing/2014/main" id="{F3DB064F-5F80-2261-1731-62F6FAED6FAC}"/>
              </a:ext>
            </a:extLst>
          </p:cNvPr>
          <p:cNvSpPr txBox="1">
            <a:spLocks noChangeArrowheads="1"/>
          </p:cNvSpPr>
          <p:nvPr/>
        </p:nvSpPr>
        <p:spPr bwMode="auto">
          <a:xfrm>
            <a:off x="6516688" y="6122988"/>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Times New Roman" panose="02020603050405020304" pitchFamily="18" charset="0"/>
                <a:ea typeface="宋体" panose="02010600030101010101" pitchFamily="2" charset="-122"/>
              </a:rPr>
              <a:t>0,1</a:t>
            </a:r>
          </a:p>
        </p:txBody>
      </p:sp>
      <p:sp>
        <p:nvSpPr>
          <p:cNvPr id="839749" name="Oval 69">
            <a:extLst>
              <a:ext uri="{FF2B5EF4-FFF2-40B4-BE49-F238E27FC236}">
                <a16:creationId xmlns:a16="http://schemas.microsoft.com/office/drawing/2014/main" id="{E6613B0F-DBA2-197C-0FB9-83048FD91BD6}"/>
              </a:ext>
            </a:extLst>
          </p:cNvPr>
          <p:cNvSpPr>
            <a:spLocks noChangeArrowheads="1"/>
          </p:cNvSpPr>
          <p:nvPr/>
        </p:nvSpPr>
        <p:spPr bwMode="auto">
          <a:xfrm>
            <a:off x="6589713" y="4565650"/>
            <a:ext cx="504825" cy="504825"/>
          </a:xfrm>
          <a:prstGeom prst="ellipse">
            <a:avLst/>
          </a:prstGeom>
          <a:solidFill>
            <a:schemeClr val="accent1"/>
          </a:solidFill>
          <a:ln w="38100" cmpd="dbl" algn="ctr">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ea typeface="宋体" panose="02010600030101010101" pitchFamily="2" charset="-122"/>
              </a:rPr>
              <a:t>f</a:t>
            </a:r>
          </a:p>
        </p:txBody>
      </p:sp>
      <p:sp>
        <p:nvSpPr>
          <p:cNvPr id="839750" name="Line 70">
            <a:extLst>
              <a:ext uri="{FF2B5EF4-FFF2-40B4-BE49-F238E27FC236}">
                <a16:creationId xmlns:a16="http://schemas.microsoft.com/office/drawing/2014/main" id="{652B1D3A-4FD8-1A5A-7C93-10EFF101D083}"/>
              </a:ext>
            </a:extLst>
          </p:cNvPr>
          <p:cNvSpPr>
            <a:spLocks noChangeShapeType="1"/>
          </p:cNvSpPr>
          <p:nvPr/>
        </p:nvSpPr>
        <p:spPr bwMode="auto">
          <a:xfrm>
            <a:off x="6013450" y="4854575"/>
            <a:ext cx="5762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9751" name="Freeform 71">
            <a:extLst>
              <a:ext uri="{FF2B5EF4-FFF2-40B4-BE49-F238E27FC236}">
                <a16:creationId xmlns:a16="http://schemas.microsoft.com/office/drawing/2014/main" id="{FB106767-A1D1-8567-8951-4DDBC28536D5}"/>
              </a:ext>
            </a:extLst>
          </p:cNvPr>
          <p:cNvSpPr>
            <a:spLocks/>
          </p:cNvSpPr>
          <p:nvPr/>
        </p:nvSpPr>
        <p:spPr bwMode="auto">
          <a:xfrm>
            <a:off x="6877050" y="3462338"/>
            <a:ext cx="1860550" cy="2640012"/>
          </a:xfrm>
          <a:custGeom>
            <a:avLst/>
            <a:gdLst>
              <a:gd name="T0" fmla="*/ 0 w 1172"/>
              <a:gd name="T1" fmla="*/ 2147483646 h 1663"/>
              <a:gd name="T2" fmla="*/ 2147483646 w 1172"/>
              <a:gd name="T3" fmla="*/ 2147483646 h 1663"/>
              <a:gd name="T4" fmla="*/ 2147483646 w 1172"/>
              <a:gd name="T5" fmla="*/ 2147483646 h 1663"/>
              <a:gd name="T6" fmla="*/ 2147483646 w 1172"/>
              <a:gd name="T7" fmla="*/ 2147483646 h 1663"/>
              <a:gd name="T8" fmla="*/ 2147483646 w 1172"/>
              <a:gd name="T9" fmla="*/ 2147483646 h 1663"/>
              <a:gd name="T10" fmla="*/ 0 60000 65536"/>
              <a:gd name="T11" fmla="*/ 0 60000 65536"/>
              <a:gd name="T12" fmla="*/ 0 60000 65536"/>
              <a:gd name="T13" fmla="*/ 0 60000 65536"/>
              <a:gd name="T14" fmla="*/ 0 60000 65536"/>
              <a:gd name="T15" fmla="*/ 0 w 1172"/>
              <a:gd name="T16" fmla="*/ 0 h 1663"/>
              <a:gd name="T17" fmla="*/ 1172 w 1172"/>
              <a:gd name="T18" fmla="*/ 1663 h 1663"/>
            </a:gdLst>
            <a:ahLst/>
            <a:cxnLst>
              <a:cxn ang="T10">
                <a:pos x="T0" y="T1"/>
              </a:cxn>
              <a:cxn ang="T11">
                <a:pos x="T2" y="T3"/>
              </a:cxn>
              <a:cxn ang="T12">
                <a:pos x="T4" y="T5"/>
              </a:cxn>
              <a:cxn ang="T13">
                <a:pos x="T6" y="T7"/>
              </a:cxn>
              <a:cxn ang="T14">
                <a:pos x="T8" y="T9"/>
              </a:cxn>
            </a:cxnLst>
            <a:rect l="T15" t="T16" r="T17" b="T18"/>
            <a:pathLst>
              <a:path w="1172" h="1663">
                <a:moveTo>
                  <a:pt x="0" y="15"/>
                </a:moveTo>
                <a:cubicBezTo>
                  <a:pt x="359" y="7"/>
                  <a:pt x="719" y="0"/>
                  <a:pt x="908" y="151"/>
                </a:cubicBezTo>
                <a:cubicBezTo>
                  <a:pt x="1097" y="302"/>
                  <a:pt x="1172" y="688"/>
                  <a:pt x="1134" y="922"/>
                </a:cubicBezTo>
                <a:cubicBezTo>
                  <a:pt x="1096" y="1156"/>
                  <a:pt x="855" y="1451"/>
                  <a:pt x="681" y="1557"/>
                </a:cubicBezTo>
                <a:cubicBezTo>
                  <a:pt x="507" y="1663"/>
                  <a:pt x="299" y="1610"/>
                  <a:pt x="91" y="1557"/>
                </a:cubicBezTo>
              </a:path>
            </a:pathLst>
          </a:custGeom>
          <a:noFill/>
          <a:ln w="9525" cap="flat" cmpd="sng">
            <a:solidFill>
              <a:schemeClr val="tx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39752" name="Text Box 72">
            <a:extLst>
              <a:ext uri="{FF2B5EF4-FFF2-40B4-BE49-F238E27FC236}">
                <a16:creationId xmlns:a16="http://schemas.microsoft.com/office/drawing/2014/main" id="{C232F4A4-D08A-988B-C080-78E7DF44997A}"/>
              </a:ext>
            </a:extLst>
          </p:cNvPr>
          <p:cNvSpPr txBox="1">
            <a:spLocks noChangeArrowheads="1"/>
          </p:cNvSpPr>
          <p:nvPr/>
        </p:nvSpPr>
        <p:spPr bwMode="auto">
          <a:xfrm>
            <a:off x="8459788" y="4545013"/>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Times New Roman" panose="02020603050405020304" pitchFamily="18" charset="0"/>
                <a:ea typeface="宋体" panose="02010600030101010101" pitchFamily="2" charset="-122"/>
              </a:rPr>
              <a:t>0</a:t>
            </a:r>
          </a:p>
        </p:txBody>
      </p:sp>
      <p:sp>
        <p:nvSpPr>
          <p:cNvPr id="839753" name="Text Box 73">
            <a:extLst>
              <a:ext uri="{FF2B5EF4-FFF2-40B4-BE49-F238E27FC236}">
                <a16:creationId xmlns:a16="http://schemas.microsoft.com/office/drawing/2014/main" id="{9583205A-6E71-0239-7ABD-DE905DD715D1}"/>
              </a:ext>
            </a:extLst>
          </p:cNvPr>
          <p:cNvSpPr txBox="1">
            <a:spLocks noChangeArrowheads="1"/>
          </p:cNvSpPr>
          <p:nvPr/>
        </p:nvSpPr>
        <p:spPr bwMode="auto">
          <a:xfrm>
            <a:off x="7183438" y="4513263"/>
            <a:ext cx="504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2000">
                <a:solidFill>
                  <a:schemeClr val="tx1"/>
                </a:solidFill>
                <a:latin typeface="Times New Roman" panose="02020603050405020304" pitchFamily="18" charset="0"/>
                <a:ea typeface="宋体" panose="02010600030101010101" pitchFamily="2" charset="-122"/>
              </a:rPr>
              <a:t>0</a:t>
            </a:r>
          </a:p>
        </p:txBody>
      </p:sp>
      <p:sp>
        <p:nvSpPr>
          <p:cNvPr id="839754" name="Rectangle 74">
            <a:extLst>
              <a:ext uri="{FF2B5EF4-FFF2-40B4-BE49-F238E27FC236}">
                <a16:creationId xmlns:a16="http://schemas.microsoft.com/office/drawing/2014/main" id="{7D2179F4-750A-5006-7EDD-E2101AC7B1F5}"/>
              </a:ext>
            </a:extLst>
          </p:cNvPr>
          <p:cNvSpPr>
            <a:spLocks noChangeArrowheads="1"/>
          </p:cNvSpPr>
          <p:nvPr/>
        </p:nvSpPr>
        <p:spPr bwMode="auto">
          <a:xfrm>
            <a:off x="3924300" y="476250"/>
            <a:ext cx="5111750"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buFont typeface="Wingdings" pitchFamily="2" charset="2"/>
              <a:buNone/>
            </a:pPr>
            <a:r>
              <a:rPr lang="en-US" altLang="zh-CN" sz="2400">
                <a:ea typeface="宋体" panose="02010600030101010101" pitchFamily="2" charset="-122"/>
              </a:rPr>
              <a:t>NFA M= ({A,B,C,D,f},{0,1}, </a:t>
            </a:r>
            <a:r>
              <a:rPr kumimoji="1" lang="en-US" altLang="zh-CN" sz="2400">
                <a:ea typeface="宋体" panose="02010600030101010101" pitchFamily="2" charset="-122"/>
              </a:rPr>
              <a:t>δ</a:t>
            </a:r>
            <a:r>
              <a:rPr lang="en-US" altLang="zh-CN" sz="2400">
                <a:ea typeface="宋体" panose="02010600030101010101" pitchFamily="2" charset="-122"/>
              </a:rPr>
              <a:t>, A, </a:t>
            </a:r>
            <a:r>
              <a:rPr lang="en-US" altLang="zh-CN" sz="2400">
                <a:ea typeface="宋体" panose="02010600030101010101" pitchFamily="2" charset="-122"/>
                <a:cs typeface="Times New Roman" panose="02020603050405020304" pitchFamily="18" charset="0"/>
              </a:rPr>
              <a:t>{f}</a:t>
            </a:r>
            <a:r>
              <a:rPr lang="en-US" altLang="zh-CN" sz="2400">
                <a:ea typeface="宋体" panose="02010600030101010101" pitchFamily="2" charset="-122"/>
              </a:rPr>
              <a:t>)</a:t>
            </a:r>
            <a:r>
              <a:rPr lang="zh-CN" altLang="en-US" sz="2400">
                <a:ea typeface="宋体" panose="02010600030101010101" pitchFamily="2" charset="-122"/>
              </a:rPr>
              <a:t>，其中</a:t>
            </a:r>
          </a:p>
          <a:p>
            <a:pPr eaLnBrk="1" hangingPunct="1">
              <a:buFont typeface="Wingdings" pitchFamily="2" charset="2"/>
              <a:buNone/>
            </a:pPr>
            <a:r>
              <a:rPr lang="zh-CN" altLang="en-US" sz="2400">
                <a:ea typeface="宋体" panose="02010600030101010101" pitchFamily="2" charset="-122"/>
              </a:rPr>
              <a:t>     </a:t>
            </a:r>
            <a:r>
              <a:rPr lang="en-US" altLang="zh-CN" sz="2400">
                <a:ea typeface="宋体" panose="02010600030101010101" pitchFamily="2" charset="-122"/>
              </a:rPr>
              <a:t>δ(A,0)</a:t>
            </a:r>
            <a:r>
              <a:rPr lang="en-US" altLang="zh-CN" sz="2400">
                <a:ea typeface="宋体" panose="02010600030101010101" pitchFamily="2" charset="-122"/>
                <a:sym typeface="Symbol" pitchFamily="2" charset="2"/>
              </a:rPr>
              <a:t> </a:t>
            </a:r>
            <a:r>
              <a:rPr lang="en-US" altLang="zh-CN" sz="2400">
                <a:ea typeface="宋体" panose="02010600030101010101" pitchFamily="2" charset="-122"/>
              </a:rPr>
              <a:t>→{B,f}  δ(A,1)</a:t>
            </a:r>
            <a:r>
              <a:rPr lang="en-US" altLang="zh-CN" sz="2400">
                <a:ea typeface="宋体" panose="02010600030101010101" pitchFamily="2" charset="-122"/>
                <a:sym typeface="Symbol" pitchFamily="2" charset="2"/>
              </a:rPr>
              <a:t> </a:t>
            </a:r>
            <a:r>
              <a:rPr lang="en-US" altLang="zh-CN" sz="2400">
                <a:ea typeface="宋体" panose="02010600030101010101" pitchFamily="2" charset="-122"/>
              </a:rPr>
              <a:t>→{D}</a:t>
            </a:r>
          </a:p>
          <a:p>
            <a:pPr eaLnBrk="1" hangingPunct="1">
              <a:buFont typeface="Wingdings" pitchFamily="2" charset="2"/>
              <a:buNone/>
            </a:pPr>
            <a:r>
              <a:rPr lang="en-US" altLang="zh-CN" sz="2400">
                <a:ea typeface="宋体" panose="02010600030101010101" pitchFamily="2" charset="-122"/>
              </a:rPr>
              <a:t>     δ(B,0)</a:t>
            </a:r>
            <a:r>
              <a:rPr lang="en-US" altLang="zh-CN" sz="2400">
                <a:ea typeface="宋体" panose="02010600030101010101" pitchFamily="2" charset="-122"/>
                <a:sym typeface="Symbol" pitchFamily="2" charset="2"/>
              </a:rPr>
              <a:t> </a:t>
            </a:r>
            <a:r>
              <a:rPr lang="en-US" altLang="zh-CN" sz="2400">
                <a:ea typeface="宋体" panose="02010600030101010101" pitchFamily="2" charset="-122"/>
              </a:rPr>
              <a:t>→{D}    δ(B,1)</a:t>
            </a:r>
            <a:r>
              <a:rPr lang="en-US" altLang="zh-CN" sz="2400">
                <a:ea typeface="宋体" panose="02010600030101010101" pitchFamily="2" charset="-122"/>
                <a:sym typeface="Symbol" pitchFamily="2" charset="2"/>
              </a:rPr>
              <a:t> </a:t>
            </a:r>
            <a:r>
              <a:rPr lang="en-US" altLang="zh-CN" sz="2400">
                <a:ea typeface="宋体" panose="02010600030101010101" pitchFamily="2" charset="-122"/>
              </a:rPr>
              <a:t>→{C}</a:t>
            </a:r>
          </a:p>
          <a:p>
            <a:pPr eaLnBrk="1" hangingPunct="1">
              <a:buFont typeface="Wingdings" pitchFamily="2" charset="2"/>
              <a:buNone/>
            </a:pPr>
            <a:r>
              <a:rPr lang="en-US" altLang="zh-CN" sz="2400">
                <a:ea typeface="宋体" panose="02010600030101010101" pitchFamily="2" charset="-122"/>
              </a:rPr>
              <a:t>     δ(C,0)</a:t>
            </a:r>
            <a:r>
              <a:rPr lang="en-US" altLang="zh-CN" sz="2400">
                <a:ea typeface="宋体" panose="02010600030101010101" pitchFamily="2" charset="-122"/>
                <a:sym typeface="Symbol" pitchFamily="2" charset="2"/>
              </a:rPr>
              <a:t> </a:t>
            </a:r>
            <a:r>
              <a:rPr lang="en-US" altLang="zh-CN" sz="2400">
                <a:ea typeface="宋体" panose="02010600030101010101" pitchFamily="2" charset="-122"/>
              </a:rPr>
              <a:t>→{B,f}    δ(C,1)</a:t>
            </a:r>
            <a:r>
              <a:rPr lang="en-US" altLang="zh-CN" sz="2400">
                <a:ea typeface="宋体" panose="02010600030101010101" pitchFamily="2" charset="-122"/>
                <a:sym typeface="Symbol" pitchFamily="2" charset="2"/>
              </a:rPr>
              <a:t> </a:t>
            </a:r>
            <a:r>
              <a:rPr lang="en-US" altLang="zh-CN" sz="2400">
                <a:ea typeface="宋体" panose="02010600030101010101" pitchFamily="2" charset="-122"/>
              </a:rPr>
              <a:t>→{D}</a:t>
            </a:r>
          </a:p>
          <a:p>
            <a:pPr eaLnBrk="1" hangingPunct="1">
              <a:buFont typeface="Wingdings" pitchFamily="2" charset="2"/>
              <a:buNone/>
            </a:pPr>
            <a:r>
              <a:rPr lang="en-US" altLang="zh-CN" sz="2400">
                <a:ea typeface="宋体" panose="02010600030101010101" pitchFamily="2" charset="-122"/>
              </a:rPr>
              <a:t>     δ(D,0)</a:t>
            </a:r>
            <a:r>
              <a:rPr lang="en-US" altLang="zh-CN" sz="2400">
                <a:ea typeface="宋体" panose="02010600030101010101" pitchFamily="2" charset="-122"/>
                <a:sym typeface="Symbol" pitchFamily="2" charset="2"/>
              </a:rPr>
              <a:t> </a:t>
            </a:r>
            <a:r>
              <a:rPr lang="en-US" altLang="zh-CN" sz="2400">
                <a:ea typeface="宋体" panose="02010600030101010101" pitchFamily="2" charset="-122"/>
              </a:rPr>
              <a:t>→{D}    δ(D,1)</a:t>
            </a:r>
            <a:r>
              <a:rPr lang="en-US" altLang="zh-CN" sz="2400">
                <a:ea typeface="宋体" panose="02010600030101010101" pitchFamily="2" charset="-122"/>
                <a:sym typeface="Symbol" pitchFamily="2" charset="2"/>
              </a:rPr>
              <a:t> </a:t>
            </a:r>
            <a:r>
              <a:rPr lang="en-US" altLang="zh-CN" sz="2400">
                <a:ea typeface="宋体" panose="02010600030101010101" pitchFamily="2" charset="-122"/>
              </a:rPr>
              <a:t>→{D}</a:t>
            </a:r>
          </a:p>
        </p:txBody>
      </p:sp>
      <p:sp>
        <p:nvSpPr>
          <p:cNvPr id="839755" name="AutoShape 75">
            <a:extLst>
              <a:ext uri="{FF2B5EF4-FFF2-40B4-BE49-F238E27FC236}">
                <a16:creationId xmlns:a16="http://schemas.microsoft.com/office/drawing/2014/main" id="{106C8CAD-9EE6-901A-3999-28D496703DFB}"/>
              </a:ext>
            </a:extLst>
          </p:cNvPr>
          <p:cNvSpPr>
            <a:spLocks noChangeArrowheads="1"/>
          </p:cNvSpPr>
          <p:nvPr/>
        </p:nvSpPr>
        <p:spPr bwMode="auto">
          <a:xfrm>
            <a:off x="250825" y="2349500"/>
            <a:ext cx="504825" cy="1511300"/>
          </a:xfrm>
          <a:prstGeom prst="curvedRightArrow">
            <a:avLst>
              <a:gd name="adj1" fmla="val 59874"/>
              <a:gd name="adj2" fmla="val 119748"/>
              <a:gd name="adj3" fmla="val 33333"/>
            </a:avLst>
          </a:prstGeom>
          <a:solidFill>
            <a:srgbClr val="FF9900"/>
          </a:solidFill>
          <a:ln w="9525">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39756" name="AutoShape 76">
            <a:extLst>
              <a:ext uri="{FF2B5EF4-FFF2-40B4-BE49-F238E27FC236}">
                <a16:creationId xmlns:a16="http://schemas.microsoft.com/office/drawing/2014/main" id="{D2977940-1659-2DB5-47E7-7EA7A590BC5E}"/>
              </a:ext>
            </a:extLst>
          </p:cNvPr>
          <p:cNvSpPr>
            <a:spLocks noChangeArrowheads="1"/>
          </p:cNvSpPr>
          <p:nvPr/>
        </p:nvSpPr>
        <p:spPr bwMode="auto">
          <a:xfrm rot="-5400000">
            <a:off x="4067175" y="5229226"/>
            <a:ext cx="504825" cy="1511300"/>
          </a:xfrm>
          <a:prstGeom prst="curvedRightArrow">
            <a:avLst>
              <a:gd name="adj1" fmla="val 59874"/>
              <a:gd name="adj2" fmla="val 119748"/>
              <a:gd name="adj3" fmla="val 33333"/>
            </a:avLst>
          </a:prstGeom>
          <a:solidFill>
            <a:srgbClr val="FF9900"/>
          </a:solidFill>
          <a:ln w="9525">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79919" name="Line 77">
            <a:extLst>
              <a:ext uri="{FF2B5EF4-FFF2-40B4-BE49-F238E27FC236}">
                <a16:creationId xmlns:a16="http://schemas.microsoft.com/office/drawing/2014/main" id="{A7F732DE-6333-F157-7C41-45D99E27DC41}"/>
              </a:ext>
            </a:extLst>
          </p:cNvPr>
          <p:cNvSpPr>
            <a:spLocks noChangeShapeType="1"/>
          </p:cNvSpPr>
          <p:nvPr/>
        </p:nvSpPr>
        <p:spPr bwMode="auto">
          <a:xfrm>
            <a:off x="539750" y="1878013"/>
            <a:ext cx="43021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920" name="灯片编号占位符 47">
            <a:extLst>
              <a:ext uri="{FF2B5EF4-FFF2-40B4-BE49-F238E27FC236}">
                <a16:creationId xmlns:a16="http://schemas.microsoft.com/office/drawing/2014/main" id="{3466450A-6F07-DDC8-66D0-D0FD7FA3107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D8782F9B-17E9-594B-A15B-95EBAA8F26C3}"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68</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839755"/>
                                        </p:tgtEl>
                                        <p:attrNameLst>
                                          <p:attrName>style.visibility</p:attrName>
                                        </p:attrNameLst>
                                      </p:cBhvr>
                                      <p:to>
                                        <p:strVal val="visible"/>
                                      </p:to>
                                    </p:set>
                                    <p:animEffect transition="in" filter="wipe(up)">
                                      <p:cBhvr>
                                        <p:cTn id="7" dur="500"/>
                                        <p:tgtEl>
                                          <p:spTgt spid="839755"/>
                                        </p:tgtEl>
                                      </p:cBhvr>
                                    </p:animEffect>
                                  </p:childTnLst>
                                </p:cTn>
                              </p:par>
                              <p:par>
                                <p:cTn id="8" presetID="22" presetClass="entr" presetSubtype="4" fill="hold" nodeType="withEffect">
                                  <p:stCondLst>
                                    <p:cond delay="0"/>
                                  </p:stCondLst>
                                  <p:childTnLst>
                                    <p:set>
                                      <p:cBhvr>
                                        <p:cTn id="9" dur="1" fill="hold">
                                          <p:stCondLst>
                                            <p:cond delay="0"/>
                                          </p:stCondLst>
                                        </p:cTn>
                                        <p:tgtEl>
                                          <p:spTgt spid="839730">
                                            <p:txEl>
                                              <p:pRg st="0" end="0"/>
                                            </p:txEl>
                                          </p:spTgt>
                                        </p:tgtEl>
                                        <p:attrNameLst>
                                          <p:attrName>style.visibility</p:attrName>
                                        </p:attrNameLst>
                                      </p:cBhvr>
                                      <p:to>
                                        <p:strVal val="visible"/>
                                      </p:to>
                                    </p:set>
                                    <p:animEffect transition="in" filter="wipe(down)">
                                      <p:cBhvr>
                                        <p:cTn id="10" dur="500"/>
                                        <p:tgtEl>
                                          <p:spTgt spid="839730">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839730">
                                            <p:txEl>
                                              <p:pRg st="1" end="1"/>
                                            </p:txEl>
                                          </p:spTgt>
                                        </p:tgtEl>
                                        <p:attrNameLst>
                                          <p:attrName>style.visibility</p:attrName>
                                        </p:attrNameLst>
                                      </p:cBhvr>
                                      <p:to>
                                        <p:strVal val="visible"/>
                                      </p:to>
                                    </p:set>
                                    <p:animEffect transition="in" filter="wipe(down)">
                                      <p:cBhvr>
                                        <p:cTn id="15" dur="500"/>
                                        <p:tgtEl>
                                          <p:spTgt spid="839730">
                                            <p:txEl>
                                              <p:pRg st="1" end="1"/>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nodeType="clickEffect">
                                  <p:stCondLst>
                                    <p:cond delay="0"/>
                                  </p:stCondLst>
                                  <p:childTnLst>
                                    <p:set>
                                      <p:cBhvr>
                                        <p:cTn id="19" dur="1" fill="hold">
                                          <p:stCondLst>
                                            <p:cond delay="0"/>
                                          </p:stCondLst>
                                        </p:cTn>
                                        <p:tgtEl>
                                          <p:spTgt spid="839730">
                                            <p:txEl>
                                              <p:pRg st="2" end="2"/>
                                            </p:txEl>
                                          </p:spTgt>
                                        </p:tgtEl>
                                        <p:attrNameLst>
                                          <p:attrName>style.visibility</p:attrName>
                                        </p:attrNameLst>
                                      </p:cBhvr>
                                      <p:to>
                                        <p:strVal val="visible"/>
                                      </p:to>
                                    </p:set>
                                    <p:animEffect transition="in" filter="wipe(down)">
                                      <p:cBhvr>
                                        <p:cTn id="20" dur="500"/>
                                        <p:tgtEl>
                                          <p:spTgt spid="839730">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4" fill="hold" nodeType="clickEffect">
                                  <p:stCondLst>
                                    <p:cond delay="0"/>
                                  </p:stCondLst>
                                  <p:childTnLst>
                                    <p:set>
                                      <p:cBhvr>
                                        <p:cTn id="24" dur="1" fill="hold">
                                          <p:stCondLst>
                                            <p:cond delay="0"/>
                                          </p:stCondLst>
                                        </p:cTn>
                                        <p:tgtEl>
                                          <p:spTgt spid="839730">
                                            <p:txEl>
                                              <p:pRg st="3" end="3"/>
                                            </p:txEl>
                                          </p:spTgt>
                                        </p:tgtEl>
                                        <p:attrNameLst>
                                          <p:attrName>style.visibility</p:attrName>
                                        </p:attrNameLst>
                                      </p:cBhvr>
                                      <p:to>
                                        <p:strVal val="visible"/>
                                      </p:to>
                                    </p:set>
                                    <p:animEffect transition="in" filter="wipe(down)">
                                      <p:cBhvr>
                                        <p:cTn id="25" dur="500"/>
                                        <p:tgtEl>
                                          <p:spTgt spid="839730">
                                            <p:txEl>
                                              <p:pRg st="3" end="3"/>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4" fill="hold" nodeType="clickEffect">
                                  <p:stCondLst>
                                    <p:cond delay="0"/>
                                  </p:stCondLst>
                                  <p:childTnLst>
                                    <p:set>
                                      <p:cBhvr>
                                        <p:cTn id="29" dur="1" fill="hold">
                                          <p:stCondLst>
                                            <p:cond delay="0"/>
                                          </p:stCondLst>
                                        </p:cTn>
                                        <p:tgtEl>
                                          <p:spTgt spid="839730">
                                            <p:txEl>
                                              <p:pRg st="4" end="4"/>
                                            </p:txEl>
                                          </p:spTgt>
                                        </p:tgtEl>
                                        <p:attrNameLst>
                                          <p:attrName>style.visibility</p:attrName>
                                        </p:attrNameLst>
                                      </p:cBhvr>
                                      <p:to>
                                        <p:strVal val="visible"/>
                                      </p:to>
                                    </p:set>
                                    <p:animEffect transition="in" filter="wipe(down)">
                                      <p:cBhvr>
                                        <p:cTn id="30" dur="500"/>
                                        <p:tgtEl>
                                          <p:spTgt spid="839730">
                                            <p:txEl>
                                              <p:pRg st="4" end="4"/>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nodeType="clickEffect">
                                  <p:stCondLst>
                                    <p:cond delay="0"/>
                                  </p:stCondLst>
                                  <p:childTnLst>
                                    <p:set>
                                      <p:cBhvr>
                                        <p:cTn id="34" dur="1" fill="hold">
                                          <p:stCondLst>
                                            <p:cond delay="0"/>
                                          </p:stCondLst>
                                        </p:cTn>
                                        <p:tgtEl>
                                          <p:spTgt spid="839730">
                                            <p:txEl>
                                              <p:pRg st="5" end="5"/>
                                            </p:txEl>
                                          </p:spTgt>
                                        </p:tgtEl>
                                        <p:attrNameLst>
                                          <p:attrName>style.visibility</p:attrName>
                                        </p:attrNameLst>
                                      </p:cBhvr>
                                      <p:to>
                                        <p:strVal val="visible"/>
                                      </p:to>
                                    </p:set>
                                    <p:animEffect transition="in" filter="wipe(down)">
                                      <p:cBhvr>
                                        <p:cTn id="35" dur="500"/>
                                        <p:tgtEl>
                                          <p:spTgt spid="839730">
                                            <p:txEl>
                                              <p:pRg st="5" end="5"/>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839756"/>
                                        </p:tgtEl>
                                        <p:attrNameLst>
                                          <p:attrName>style.visibility</p:attrName>
                                        </p:attrNameLst>
                                      </p:cBhvr>
                                      <p:to>
                                        <p:strVal val="visible"/>
                                      </p:to>
                                    </p:set>
                                    <p:animEffect transition="in" filter="wipe(left)">
                                      <p:cBhvr>
                                        <p:cTn id="40" dur="500"/>
                                        <p:tgtEl>
                                          <p:spTgt spid="83975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839731"/>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839747"/>
                                        </p:tgtEl>
                                        <p:attrNameLst>
                                          <p:attrName>style.visibility</p:attrName>
                                        </p:attrNameLst>
                                      </p:cBhvr>
                                      <p:to>
                                        <p:strVal val="visible"/>
                                      </p:to>
                                    </p:set>
                                    <p:animEffect transition="in" filter="wipe(left)">
                                      <p:cBhvr>
                                        <p:cTn id="49" dur="500"/>
                                        <p:tgtEl>
                                          <p:spTgt spid="839747"/>
                                        </p:tgtEl>
                                      </p:cBhvr>
                                    </p:animEffect>
                                  </p:childTnLst>
                                </p:cTn>
                              </p:par>
                              <p:par>
                                <p:cTn id="50" presetID="22" presetClass="entr" presetSubtype="8" fill="hold" nodeType="withEffect">
                                  <p:stCondLst>
                                    <p:cond delay="0"/>
                                  </p:stCondLst>
                                  <p:childTnLst>
                                    <p:set>
                                      <p:cBhvr>
                                        <p:cTn id="51" dur="1" fill="hold">
                                          <p:stCondLst>
                                            <p:cond delay="0"/>
                                          </p:stCondLst>
                                        </p:cTn>
                                        <p:tgtEl>
                                          <p:spTgt spid="839749"/>
                                        </p:tgtEl>
                                        <p:attrNameLst>
                                          <p:attrName>style.visibility</p:attrName>
                                        </p:attrNameLst>
                                      </p:cBhvr>
                                      <p:to>
                                        <p:strVal val="visible"/>
                                      </p:to>
                                    </p:set>
                                    <p:animEffect transition="in" filter="wipe(left)">
                                      <p:cBhvr>
                                        <p:cTn id="52" dur="500"/>
                                        <p:tgtEl>
                                          <p:spTgt spid="839749"/>
                                        </p:tgtEl>
                                      </p:cBhvr>
                                    </p:animEffect>
                                  </p:childTnLst>
                                </p:cTn>
                              </p:par>
                              <p:par>
                                <p:cTn id="53" presetID="22" presetClass="entr" presetSubtype="8" fill="hold" nodeType="withEffect">
                                  <p:stCondLst>
                                    <p:cond delay="0"/>
                                  </p:stCondLst>
                                  <p:childTnLst>
                                    <p:set>
                                      <p:cBhvr>
                                        <p:cTn id="54" dur="1" fill="hold">
                                          <p:stCondLst>
                                            <p:cond delay="0"/>
                                          </p:stCondLst>
                                        </p:cTn>
                                        <p:tgtEl>
                                          <p:spTgt spid="839750"/>
                                        </p:tgtEl>
                                        <p:attrNameLst>
                                          <p:attrName>style.visibility</p:attrName>
                                        </p:attrNameLst>
                                      </p:cBhvr>
                                      <p:to>
                                        <p:strVal val="visible"/>
                                      </p:to>
                                    </p:set>
                                    <p:animEffect transition="in" filter="wipe(left)">
                                      <p:cBhvr>
                                        <p:cTn id="55" dur="500"/>
                                        <p:tgtEl>
                                          <p:spTgt spid="83975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839744"/>
                                        </p:tgtEl>
                                        <p:attrNameLst>
                                          <p:attrName>style.visibility</p:attrName>
                                        </p:attrNameLst>
                                      </p:cBhvr>
                                      <p:to>
                                        <p:strVal val="visible"/>
                                      </p:to>
                                    </p:set>
                                    <p:animEffect transition="in" filter="wipe(left)">
                                      <p:cBhvr>
                                        <p:cTn id="60" dur="500"/>
                                        <p:tgtEl>
                                          <p:spTgt spid="839744"/>
                                        </p:tgtEl>
                                      </p:cBhvr>
                                    </p:animEffect>
                                  </p:childTnLst>
                                </p:cTn>
                              </p:par>
                              <p:par>
                                <p:cTn id="61" presetID="22" presetClass="entr" presetSubtype="8" fill="hold" nodeType="withEffect">
                                  <p:stCondLst>
                                    <p:cond delay="0"/>
                                  </p:stCondLst>
                                  <p:childTnLst>
                                    <p:set>
                                      <p:cBhvr>
                                        <p:cTn id="62" dur="1" fill="hold">
                                          <p:stCondLst>
                                            <p:cond delay="0"/>
                                          </p:stCondLst>
                                        </p:cTn>
                                        <p:tgtEl>
                                          <p:spTgt spid="839745"/>
                                        </p:tgtEl>
                                        <p:attrNameLst>
                                          <p:attrName>style.visibility</p:attrName>
                                        </p:attrNameLst>
                                      </p:cBhvr>
                                      <p:to>
                                        <p:strVal val="visible"/>
                                      </p:to>
                                    </p:set>
                                    <p:animEffect transition="in" filter="wipe(left)">
                                      <p:cBhvr>
                                        <p:cTn id="63" dur="500"/>
                                        <p:tgtEl>
                                          <p:spTgt spid="839745"/>
                                        </p:tgtEl>
                                      </p:cBhvr>
                                    </p:animEffect>
                                  </p:childTnLst>
                                </p:cTn>
                              </p:par>
                              <p:par>
                                <p:cTn id="64" presetID="22" presetClass="entr" presetSubtype="8" fill="hold" nodeType="withEffect">
                                  <p:stCondLst>
                                    <p:cond delay="0"/>
                                  </p:stCondLst>
                                  <p:childTnLst>
                                    <p:set>
                                      <p:cBhvr>
                                        <p:cTn id="65" dur="1" fill="hold">
                                          <p:stCondLst>
                                            <p:cond delay="0"/>
                                          </p:stCondLst>
                                        </p:cTn>
                                        <p:tgtEl>
                                          <p:spTgt spid="839733"/>
                                        </p:tgtEl>
                                        <p:attrNameLst>
                                          <p:attrName>style.visibility</p:attrName>
                                        </p:attrNameLst>
                                      </p:cBhvr>
                                      <p:to>
                                        <p:strVal val="visible"/>
                                      </p:to>
                                    </p:set>
                                    <p:animEffect transition="in" filter="wipe(left)">
                                      <p:cBhvr>
                                        <p:cTn id="66" dur="500"/>
                                        <p:tgtEl>
                                          <p:spTgt spid="839733"/>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839734"/>
                                        </p:tgtEl>
                                        <p:attrNameLst>
                                          <p:attrName>style.visibility</p:attrName>
                                        </p:attrNameLst>
                                      </p:cBhvr>
                                      <p:to>
                                        <p:strVal val="visible"/>
                                      </p:to>
                                    </p:set>
                                    <p:animEffect transition="in" filter="wipe(left)">
                                      <p:cBhvr>
                                        <p:cTn id="71" dur="500"/>
                                        <p:tgtEl>
                                          <p:spTgt spid="839734"/>
                                        </p:tgtEl>
                                      </p:cBhvr>
                                    </p:animEffect>
                                  </p:childTnLst>
                                </p:cTn>
                              </p:par>
                              <p:par>
                                <p:cTn id="72" presetID="22" presetClass="entr" presetSubtype="8" fill="hold" nodeType="withEffect">
                                  <p:stCondLst>
                                    <p:cond delay="0"/>
                                  </p:stCondLst>
                                  <p:childTnLst>
                                    <p:set>
                                      <p:cBhvr>
                                        <p:cTn id="73" dur="1" fill="hold">
                                          <p:stCondLst>
                                            <p:cond delay="0"/>
                                          </p:stCondLst>
                                        </p:cTn>
                                        <p:tgtEl>
                                          <p:spTgt spid="839736"/>
                                        </p:tgtEl>
                                        <p:attrNameLst>
                                          <p:attrName>style.visibility</p:attrName>
                                        </p:attrNameLst>
                                      </p:cBhvr>
                                      <p:to>
                                        <p:strVal val="visible"/>
                                      </p:to>
                                    </p:set>
                                    <p:animEffect transition="in" filter="wipe(left)">
                                      <p:cBhvr>
                                        <p:cTn id="74" dur="500"/>
                                        <p:tgtEl>
                                          <p:spTgt spid="839736"/>
                                        </p:tgtEl>
                                      </p:cBhvr>
                                    </p:animEffect>
                                  </p:childTnLst>
                                </p:cTn>
                              </p:par>
                              <p:par>
                                <p:cTn id="75" presetID="22" presetClass="entr" presetSubtype="8" fill="hold" nodeType="withEffect">
                                  <p:stCondLst>
                                    <p:cond delay="0"/>
                                  </p:stCondLst>
                                  <p:childTnLst>
                                    <p:set>
                                      <p:cBhvr>
                                        <p:cTn id="76" dur="1" fill="hold">
                                          <p:stCondLst>
                                            <p:cond delay="0"/>
                                          </p:stCondLst>
                                        </p:cTn>
                                        <p:tgtEl>
                                          <p:spTgt spid="839743"/>
                                        </p:tgtEl>
                                        <p:attrNameLst>
                                          <p:attrName>style.visibility</p:attrName>
                                        </p:attrNameLst>
                                      </p:cBhvr>
                                      <p:to>
                                        <p:strVal val="visible"/>
                                      </p:to>
                                    </p:set>
                                    <p:animEffect transition="in" filter="wipe(left)">
                                      <p:cBhvr>
                                        <p:cTn id="77" dur="500"/>
                                        <p:tgtEl>
                                          <p:spTgt spid="83974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1" fill="hold" nodeType="clickEffect">
                                  <p:stCondLst>
                                    <p:cond delay="0"/>
                                  </p:stCondLst>
                                  <p:childTnLst>
                                    <p:set>
                                      <p:cBhvr>
                                        <p:cTn id="81" dur="1" fill="hold">
                                          <p:stCondLst>
                                            <p:cond delay="0"/>
                                          </p:stCondLst>
                                        </p:cTn>
                                        <p:tgtEl>
                                          <p:spTgt spid="839751"/>
                                        </p:tgtEl>
                                        <p:attrNameLst>
                                          <p:attrName>style.visibility</p:attrName>
                                        </p:attrNameLst>
                                      </p:cBhvr>
                                      <p:to>
                                        <p:strVal val="visible"/>
                                      </p:to>
                                    </p:set>
                                    <p:animEffect transition="in" filter="wipe(up)">
                                      <p:cBhvr>
                                        <p:cTn id="82" dur="500"/>
                                        <p:tgtEl>
                                          <p:spTgt spid="839751"/>
                                        </p:tgtEl>
                                      </p:cBhvr>
                                    </p:animEffect>
                                  </p:childTnLst>
                                </p:cTn>
                              </p:par>
                              <p:par>
                                <p:cTn id="83" presetID="22" presetClass="entr" presetSubtype="1" fill="hold" nodeType="withEffect">
                                  <p:stCondLst>
                                    <p:cond delay="0"/>
                                  </p:stCondLst>
                                  <p:childTnLst>
                                    <p:set>
                                      <p:cBhvr>
                                        <p:cTn id="84" dur="1" fill="hold">
                                          <p:stCondLst>
                                            <p:cond delay="0"/>
                                          </p:stCondLst>
                                        </p:cTn>
                                        <p:tgtEl>
                                          <p:spTgt spid="839752"/>
                                        </p:tgtEl>
                                        <p:attrNameLst>
                                          <p:attrName>style.visibility</p:attrName>
                                        </p:attrNameLst>
                                      </p:cBhvr>
                                      <p:to>
                                        <p:strVal val="visible"/>
                                      </p:to>
                                    </p:set>
                                    <p:animEffect transition="in" filter="wipe(up)">
                                      <p:cBhvr>
                                        <p:cTn id="85" dur="500"/>
                                        <p:tgtEl>
                                          <p:spTgt spid="839752"/>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1" fill="hold" nodeType="clickEffect">
                                  <p:stCondLst>
                                    <p:cond delay="0"/>
                                  </p:stCondLst>
                                  <p:childTnLst>
                                    <p:set>
                                      <p:cBhvr>
                                        <p:cTn id="89" dur="1" fill="hold">
                                          <p:stCondLst>
                                            <p:cond delay="0"/>
                                          </p:stCondLst>
                                        </p:cTn>
                                        <p:tgtEl>
                                          <p:spTgt spid="839740"/>
                                        </p:tgtEl>
                                        <p:attrNameLst>
                                          <p:attrName>style.visibility</p:attrName>
                                        </p:attrNameLst>
                                      </p:cBhvr>
                                      <p:to>
                                        <p:strVal val="visible"/>
                                      </p:to>
                                    </p:set>
                                    <p:animEffect transition="in" filter="wipe(up)">
                                      <p:cBhvr>
                                        <p:cTn id="90" dur="500"/>
                                        <p:tgtEl>
                                          <p:spTgt spid="839740"/>
                                        </p:tgtEl>
                                      </p:cBhvr>
                                    </p:animEffect>
                                  </p:childTnLst>
                                </p:cTn>
                              </p:par>
                              <p:par>
                                <p:cTn id="91" presetID="22" presetClass="entr" presetSubtype="1" fill="hold" nodeType="withEffect">
                                  <p:stCondLst>
                                    <p:cond delay="0"/>
                                  </p:stCondLst>
                                  <p:childTnLst>
                                    <p:set>
                                      <p:cBhvr>
                                        <p:cTn id="92" dur="1" fill="hold">
                                          <p:stCondLst>
                                            <p:cond delay="0"/>
                                          </p:stCondLst>
                                        </p:cTn>
                                        <p:tgtEl>
                                          <p:spTgt spid="839739"/>
                                        </p:tgtEl>
                                        <p:attrNameLst>
                                          <p:attrName>style.visibility</p:attrName>
                                        </p:attrNameLst>
                                      </p:cBhvr>
                                      <p:to>
                                        <p:strVal val="visible"/>
                                      </p:to>
                                    </p:set>
                                    <p:animEffect transition="in" filter="wipe(up)">
                                      <p:cBhvr>
                                        <p:cTn id="93" dur="500"/>
                                        <p:tgtEl>
                                          <p:spTgt spid="839739"/>
                                        </p:tgtEl>
                                      </p:cBhvr>
                                    </p:animEffect>
                                  </p:childTnLst>
                                </p:cTn>
                              </p:par>
                              <p:par>
                                <p:cTn id="94" presetID="22" presetClass="entr" presetSubtype="1" fill="hold" nodeType="withEffect">
                                  <p:stCondLst>
                                    <p:cond delay="0"/>
                                  </p:stCondLst>
                                  <p:childTnLst>
                                    <p:set>
                                      <p:cBhvr>
                                        <p:cTn id="95" dur="1" fill="hold">
                                          <p:stCondLst>
                                            <p:cond delay="0"/>
                                          </p:stCondLst>
                                        </p:cTn>
                                        <p:tgtEl>
                                          <p:spTgt spid="839735"/>
                                        </p:tgtEl>
                                        <p:attrNameLst>
                                          <p:attrName>style.visibility</p:attrName>
                                        </p:attrNameLst>
                                      </p:cBhvr>
                                      <p:to>
                                        <p:strVal val="visible"/>
                                      </p:to>
                                    </p:set>
                                    <p:animEffect transition="in" filter="wipe(up)">
                                      <p:cBhvr>
                                        <p:cTn id="96" dur="500"/>
                                        <p:tgtEl>
                                          <p:spTgt spid="839735"/>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2" fill="hold" nodeType="clickEffect">
                                  <p:stCondLst>
                                    <p:cond delay="0"/>
                                  </p:stCondLst>
                                  <p:childTnLst>
                                    <p:set>
                                      <p:cBhvr>
                                        <p:cTn id="100" dur="1" fill="hold">
                                          <p:stCondLst>
                                            <p:cond delay="0"/>
                                          </p:stCondLst>
                                        </p:cTn>
                                        <p:tgtEl>
                                          <p:spTgt spid="839732"/>
                                        </p:tgtEl>
                                        <p:attrNameLst>
                                          <p:attrName>style.visibility</p:attrName>
                                        </p:attrNameLst>
                                      </p:cBhvr>
                                      <p:to>
                                        <p:strVal val="visible"/>
                                      </p:to>
                                    </p:set>
                                    <p:animEffect transition="in" filter="wipe(right)">
                                      <p:cBhvr>
                                        <p:cTn id="101" dur="500"/>
                                        <p:tgtEl>
                                          <p:spTgt spid="839732"/>
                                        </p:tgtEl>
                                      </p:cBhvr>
                                    </p:animEffect>
                                  </p:childTnLst>
                                </p:cTn>
                              </p:par>
                              <p:par>
                                <p:cTn id="102" presetID="22" presetClass="entr" presetSubtype="2" fill="hold" nodeType="withEffect">
                                  <p:stCondLst>
                                    <p:cond delay="0"/>
                                  </p:stCondLst>
                                  <p:childTnLst>
                                    <p:set>
                                      <p:cBhvr>
                                        <p:cTn id="103" dur="1" fill="hold">
                                          <p:stCondLst>
                                            <p:cond delay="0"/>
                                          </p:stCondLst>
                                        </p:cTn>
                                        <p:tgtEl>
                                          <p:spTgt spid="839738"/>
                                        </p:tgtEl>
                                        <p:attrNameLst>
                                          <p:attrName>style.visibility</p:attrName>
                                        </p:attrNameLst>
                                      </p:cBhvr>
                                      <p:to>
                                        <p:strVal val="visible"/>
                                      </p:to>
                                    </p:set>
                                    <p:animEffect transition="in" filter="wipe(right)">
                                      <p:cBhvr>
                                        <p:cTn id="104" dur="500"/>
                                        <p:tgtEl>
                                          <p:spTgt spid="839738"/>
                                        </p:tgtEl>
                                      </p:cBhvr>
                                    </p:animEffect>
                                  </p:childTnLst>
                                </p:cTn>
                              </p:par>
                              <p:par>
                                <p:cTn id="105" presetID="22" presetClass="entr" presetSubtype="2" fill="hold" nodeType="withEffect">
                                  <p:stCondLst>
                                    <p:cond delay="0"/>
                                  </p:stCondLst>
                                  <p:childTnLst>
                                    <p:set>
                                      <p:cBhvr>
                                        <p:cTn id="106" dur="1" fill="hold">
                                          <p:stCondLst>
                                            <p:cond delay="0"/>
                                          </p:stCondLst>
                                        </p:cTn>
                                        <p:tgtEl>
                                          <p:spTgt spid="839741"/>
                                        </p:tgtEl>
                                        <p:attrNameLst>
                                          <p:attrName>style.visibility</p:attrName>
                                        </p:attrNameLst>
                                      </p:cBhvr>
                                      <p:to>
                                        <p:strVal val="visible"/>
                                      </p:to>
                                    </p:set>
                                    <p:animEffect transition="in" filter="wipe(right)">
                                      <p:cBhvr>
                                        <p:cTn id="107" dur="500"/>
                                        <p:tgtEl>
                                          <p:spTgt spid="839741"/>
                                        </p:tgtEl>
                                      </p:cBhvr>
                                    </p:animEffect>
                                  </p:childTnLst>
                                </p:cTn>
                              </p:par>
                              <p:par>
                                <p:cTn id="108" presetID="22" presetClass="entr" presetSubtype="2" fill="hold" nodeType="withEffect">
                                  <p:stCondLst>
                                    <p:cond delay="0"/>
                                  </p:stCondLst>
                                  <p:childTnLst>
                                    <p:set>
                                      <p:cBhvr>
                                        <p:cTn id="109" dur="1" fill="hold">
                                          <p:stCondLst>
                                            <p:cond delay="0"/>
                                          </p:stCondLst>
                                        </p:cTn>
                                        <p:tgtEl>
                                          <p:spTgt spid="839742"/>
                                        </p:tgtEl>
                                        <p:attrNameLst>
                                          <p:attrName>style.visibility</p:attrName>
                                        </p:attrNameLst>
                                      </p:cBhvr>
                                      <p:to>
                                        <p:strVal val="visible"/>
                                      </p:to>
                                    </p:set>
                                    <p:animEffect transition="in" filter="wipe(right)">
                                      <p:cBhvr>
                                        <p:cTn id="110" dur="500"/>
                                        <p:tgtEl>
                                          <p:spTgt spid="839742"/>
                                        </p:tgtEl>
                                      </p:cBhvr>
                                    </p:animEffect>
                                  </p:childTnLst>
                                </p:cTn>
                              </p:par>
                              <p:par>
                                <p:cTn id="111" presetID="22" presetClass="entr" presetSubtype="2" fill="hold" nodeType="withEffect">
                                  <p:stCondLst>
                                    <p:cond delay="0"/>
                                  </p:stCondLst>
                                  <p:childTnLst>
                                    <p:set>
                                      <p:cBhvr>
                                        <p:cTn id="112" dur="1" fill="hold">
                                          <p:stCondLst>
                                            <p:cond delay="0"/>
                                          </p:stCondLst>
                                        </p:cTn>
                                        <p:tgtEl>
                                          <p:spTgt spid="839746"/>
                                        </p:tgtEl>
                                        <p:attrNameLst>
                                          <p:attrName>style.visibility</p:attrName>
                                        </p:attrNameLst>
                                      </p:cBhvr>
                                      <p:to>
                                        <p:strVal val="visible"/>
                                      </p:to>
                                    </p:set>
                                    <p:animEffect transition="in" filter="wipe(right)">
                                      <p:cBhvr>
                                        <p:cTn id="113" dur="500"/>
                                        <p:tgtEl>
                                          <p:spTgt spid="839746"/>
                                        </p:tgtEl>
                                      </p:cBhvr>
                                    </p:animEffect>
                                  </p:childTnLst>
                                </p:cTn>
                              </p:par>
                              <p:par>
                                <p:cTn id="114" presetID="22" presetClass="entr" presetSubtype="2" fill="hold" nodeType="withEffect">
                                  <p:stCondLst>
                                    <p:cond delay="0"/>
                                  </p:stCondLst>
                                  <p:childTnLst>
                                    <p:set>
                                      <p:cBhvr>
                                        <p:cTn id="115" dur="1" fill="hold">
                                          <p:stCondLst>
                                            <p:cond delay="0"/>
                                          </p:stCondLst>
                                        </p:cTn>
                                        <p:tgtEl>
                                          <p:spTgt spid="839753"/>
                                        </p:tgtEl>
                                        <p:attrNameLst>
                                          <p:attrName>style.visibility</p:attrName>
                                        </p:attrNameLst>
                                      </p:cBhvr>
                                      <p:to>
                                        <p:strVal val="visible"/>
                                      </p:to>
                                    </p:set>
                                    <p:animEffect transition="in" filter="wipe(right)">
                                      <p:cBhvr>
                                        <p:cTn id="116" dur="500"/>
                                        <p:tgtEl>
                                          <p:spTgt spid="839753"/>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nodeType="clickEffect">
                                  <p:stCondLst>
                                    <p:cond delay="0"/>
                                  </p:stCondLst>
                                  <p:childTnLst>
                                    <p:set>
                                      <p:cBhvr>
                                        <p:cTn id="120" dur="1" fill="hold">
                                          <p:stCondLst>
                                            <p:cond delay="0"/>
                                          </p:stCondLst>
                                        </p:cTn>
                                        <p:tgtEl>
                                          <p:spTgt spid="839737"/>
                                        </p:tgtEl>
                                        <p:attrNameLst>
                                          <p:attrName>style.visibility</p:attrName>
                                        </p:attrNameLst>
                                      </p:cBhvr>
                                      <p:to>
                                        <p:strVal val="visible"/>
                                      </p:to>
                                    </p:set>
                                    <p:animEffect transition="in" filter="wipe(left)">
                                      <p:cBhvr>
                                        <p:cTn id="121" dur="500"/>
                                        <p:tgtEl>
                                          <p:spTgt spid="839737"/>
                                        </p:tgtEl>
                                      </p:cBhvr>
                                    </p:animEffect>
                                  </p:childTnLst>
                                </p:cTn>
                              </p:par>
                              <p:par>
                                <p:cTn id="122" presetID="22" presetClass="entr" presetSubtype="8" fill="hold" nodeType="withEffect">
                                  <p:stCondLst>
                                    <p:cond delay="0"/>
                                  </p:stCondLst>
                                  <p:childTnLst>
                                    <p:set>
                                      <p:cBhvr>
                                        <p:cTn id="123" dur="1" fill="hold">
                                          <p:stCondLst>
                                            <p:cond delay="0"/>
                                          </p:stCondLst>
                                        </p:cTn>
                                        <p:tgtEl>
                                          <p:spTgt spid="839748"/>
                                        </p:tgtEl>
                                        <p:attrNameLst>
                                          <p:attrName>style.visibility</p:attrName>
                                        </p:attrNameLst>
                                      </p:cBhvr>
                                      <p:to>
                                        <p:strVal val="visible"/>
                                      </p:to>
                                    </p:set>
                                    <p:animEffect transition="in" filter="wipe(left)">
                                      <p:cBhvr>
                                        <p:cTn id="124" dur="500"/>
                                        <p:tgtEl>
                                          <p:spTgt spid="839748"/>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3" presetClass="entr" presetSubtype="10" fill="hold" nodeType="clickEffect">
                                  <p:stCondLst>
                                    <p:cond delay="0"/>
                                  </p:stCondLst>
                                  <p:childTnLst>
                                    <p:set>
                                      <p:cBhvr>
                                        <p:cTn id="128" dur="1" fill="hold">
                                          <p:stCondLst>
                                            <p:cond delay="0"/>
                                          </p:stCondLst>
                                        </p:cTn>
                                        <p:tgtEl>
                                          <p:spTgt spid="839754"/>
                                        </p:tgtEl>
                                        <p:attrNameLst>
                                          <p:attrName>style.visibility</p:attrName>
                                        </p:attrNameLst>
                                      </p:cBhvr>
                                      <p:to>
                                        <p:strVal val="visible"/>
                                      </p:to>
                                    </p:set>
                                    <p:animEffect transition="in" filter="blinds(horizontal)">
                                      <p:cBhvr>
                                        <p:cTn id="129" dur="500"/>
                                        <p:tgtEl>
                                          <p:spTgt spid="8397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31" grpId="0" animBg="1"/>
      <p:bldP spid="839733" grpId="0" animBg="1"/>
      <p:bldP spid="839734" grpId="0"/>
      <p:bldP spid="839735" grpId="0" animBg="1"/>
      <p:bldP spid="839736" grpId="0" animBg="1"/>
      <p:bldP spid="839740" grpId="0"/>
      <p:bldP spid="839741" grpId="0"/>
      <p:bldP spid="839745" grpId="0"/>
      <p:bldP spid="839746" grpId="0"/>
      <p:bldP spid="839747" grpId="0"/>
      <p:bldP spid="839748" grpId="0"/>
      <p:bldP spid="839749" grpId="0" animBg="1"/>
      <p:bldP spid="839752" grpId="0"/>
      <p:bldP spid="839753" grpId="0"/>
      <p:bldP spid="839754" grpId="0"/>
      <p:bldP spid="839755" grpId="0" animBg="1"/>
      <p:bldP spid="83975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2B75B297-1FC7-70BB-4FBF-CC7B4639BE15}"/>
              </a:ext>
            </a:extLst>
          </p:cNvPr>
          <p:cNvSpPr>
            <a:spLocks noGrp="1" noChangeArrowheads="1"/>
          </p:cNvSpPr>
          <p:nvPr>
            <p:ph type="title"/>
          </p:nvPr>
        </p:nvSpPr>
        <p:spPr/>
        <p:txBody>
          <a:bodyPr/>
          <a:lstStyle/>
          <a:p>
            <a:pPr eaLnBrk="1" hangingPunct="1"/>
            <a:r>
              <a:rPr lang="zh-CN" altLang="en-US"/>
              <a:t>正规式与有限自动机的等价性</a:t>
            </a:r>
          </a:p>
        </p:txBody>
      </p:sp>
      <p:sp>
        <p:nvSpPr>
          <p:cNvPr id="80899" name="Rectangle 3">
            <a:extLst>
              <a:ext uri="{FF2B5EF4-FFF2-40B4-BE49-F238E27FC236}">
                <a16:creationId xmlns:a16="http://schemas.microsoft.com/office/drawing/2014/main" id="{9AE0B675-32BF-1052-2C79-ABFF1E1FAC9F}"/>
              </a:ext>
            </a:extLst>
          </p:cNvPr>
          <p:cNvSpPr>
            <a:spLocks noGrp="1" noChangeArrowheads="1"/>
          </p:cNvSpPr>
          <p:nvPr>
            <p:ph type="body" idx="1"/>
          </p:nvPr>
        </p:nvSpPr>
        <p:spPr>
          <a:xfrm>
            <a:off x="457200" y="1981200"/>
            <a:ext cx="7859713" cy="3886200"/>
          </a:xfrm>
        </p:spPr>
        <p:txBody>
          <a:bodyPr/>
          <a:lstStyle/>
          <a:p>
            <a:pPr eaLnBrk="1" hangingPunct="1">
              <a:lnSpc>
                <a:spcPct val="130000"/>
              </a:lnSpc>
            </a:pPr>
            <a:r>
              <a:rPr lang="zh-CN" altLang="en-US" sz="2400">
                <a:ea typeface="宋体" panose="02010600030101010101" pitchFamily="2" charset="-122"/>
              </a:rPr>
              <a:t>正规式与有限自动机是等价的。</a:t>
            </a:r>
          </a:p>
          <a:p>
            <a:pPr eaLnBrk="1" hangingPunct="1">
              <a:lnSpc>
                <a:spcPct val="130000"/>
              </a:lnSpc>
              <a:buFont typeface="Wingdings" pitchFamily="2" charset="2"/>
              <a:buNone/>
            </a:pPr>
            <a:r>
              <a:rPr lang="zh-CN" altLang="en-US" sz="2400">
                <a:ea typeface="宋体" panose="02010600030101010101" pitchFamily="2" charset="-122"/>
              </a:rPr>
              <a:t>（</a:t>
            </a:r>
            <a:r>
              <a:rPr lang="en-US" altLang="zh-CN" sz="2400">
                <a:ea typeface="宋体" panose="02010600030101010101" pitchFamily="2" charset="-122"/>
              </a:rPr>
              <a:t>1</a:t>
            </a:r>
            <a:r>
              <a:rPr lang="zh-CN" altLang="en-US" sz="2400">
                <a:ea typeface="宋体" panose="02010600030101010101" pitchFamily="2" charset="-122"/>
              </a:rPr>
              <a:t>）对任何</a:t>
            </a:r>
            <a:r>
              <a:rPr lang="en-US" altLang="zh-CN" sz="2400">
                <a:ea typeface="宋体" panose="02010600030101010101" pitchFamily="2" charset="-122"/>
              </a:rPr>
              <a:t>FA M </a:t>
            </a:r>
            <a:r>
              <a:rPr lang="zh-CN" altLang="en-US" sz="2400">
                <a:ea typeface="宋体" panose="02010600030101010101" pitchFamily="2" charset="-122"/>
              </a:rPr>
              <a:t>，都存在一个正规式</a:t>
            </a:r>
            <a:r>
              <a:rPr lang="en-US" altLang="zh-CN" sz="2400">
                <a:ea typeface="宋体" panose="02010600030101010101" pitchFamily="2" charset="-122"/>
              </a:rPr>
              <a:t>V</a:t>
            </a:r>
            <a:r>
              <a:rPr lang="zh-CN" altLang="en-US" sz="2400">
                <a:ea typeface="宋体" panose="02010600030101010101" pitchFamily="2" charset="-122"/>
              </a:rPr>
              <a:t>，使得</a:t>
            </a:r>
          </a:p>
          <a:p>
            <a:pPr eaLnBrk="1" hangingPunct="1">
              <a:lnSpc>
                <a:spcPct val="130000"/>
              </a:lnSpc>
              <a:buFont typeface="Wingdings" pitchFamily="2" charset="2"/>
              <a:buNone/>
            </a:pPr>
            <a:r>
              <a:rPr lang="zh-CN" altLang="en-US" sz="2400">
                <a:ea typeface="宋体" panose="02010600030101010101" pitchFamily="2" charset="-122"/>
              </a:rPr>
              <a:t>                     </a:t>
            </a:r>
            <a:r>
              <a:rPr lang="en-US" altLang="zh-CN" sz="2400">
                <a:ea typeface="宋体" panose="02010600030101010101" pitchFamily="2" charset="-122"/>
              </a:rPr>
              <a:t>L(V) = L(M);</a:t>
            </a:r>
          </a:p>
          <a:p>
            <a:pPr eaLnBrk="1" hangingPunct="1">
              <a:lnSpc>
                <a:spcPct val="130000"/>
              </a:lnSpc>
              <a:buFont typeface="Wingdings" pitchFamily="2" charset="2"/>
              <a:buNone/>
            </a:pPr>
            <a:r>
              <a:rPr lang="zh-CN" altLang="en-US" sz="2400">
                <a:ea typeface="宋体" panose="02010600030101010101" pitchFamily="2" charset="-122"/>
              </a:rPr>
              <a:t>（</a:t>
            </a:r>
            <a:r>
              <a:rPr lang="en-US" altLang="zh-CN" sz="2400">
                <a:ea typeface="宋体" panose="02010600030101010101" pitchFamily="2" charset="-122"/>
              </a:rPr>
              <a:t>2</a:t>
            </a:r>
            <a:r>
              <a:rPr lang="zh-CN" altLang="en-US" sz="2400">
                <a:ea typeface="宋体" panose="02010600030101010101" pitchFamily="2" charset="-122"/>
              </a:rPr>
              <a:t>）对任何正规式</a:t>
            </a:r>
            <a:r>
              <a:rPr lang="en-US" altLang="zh-CN" sz="2400">
                <a:ea typeface="宋体" panose="02010600030101010101" pitchFamily="2" charset="-122"/>
              </a:rPr>
              <a:t>V</a:t>
            </a:r>
            <a:r>
              <a:rPr lang="zh-CN" altLang="en-US" sz="2400">
                <a:ea typeface="宋体" panose="02010600030101010101" pitchFamily="2" charset="-122"/>
              </a:rPr>
              <a:t>，都存在一个</a:t>
            </a:r>
            <a:r>
              <a:rPr lang="en-US" altLang="zh-CN" sz="2400">
                <a:ea typeface="宋体" panose="02010600030101010101" pitchFamily="2" charset="-122"/>
              </a:rPr>
              <a:t>FA M , </a:t>
            </a:r>
            <a:r>
              <a:rPr lang="zh-CN" altLang="en-US" sz="2400">
                <a:ea typeface="宋体" panose="02010600030101010101" pitchFamily="2" charset="-122"/>
              </a:rPr>
              <a:t>使得</a:t>
            </a:r>
          </a:p>
          <a:p>
            <a:pPr eaLnBrk="1" hangingPunct="1">
              <a:lnSpc>
                <a:spcPct val="130000"/>
              </a:lnSpc>
              <a:buFont typeface="Wingdings" pitchFamily="2" charset="2"/>
              <a:buNone/>
            </a:pPr>
            <a:r>
              <a:rPr lang="zh-CN" altLang="en-US" sz="2400">
                <a:ea typeface="宋体" panose="02010600030101010101" pitchFamily="2" charset="-122"/>
              </a:rPr>
              <a:t>                    </a:t>
            </a:r>
            <a:r>
              <a:rPr lang="en-US" altLang="zh-CN" sz="2400">
                <a:ea typeface="宋体" panose="02010600030101010101" pitchFamily="2" charset="-122"/>
              </a:rPr>
              <a:t>L(M) = L(V)</a:t>
            </a:r>
          </a:p>
          <a:p>
            <a:pPr eaLnBrk="1" hangingPunct="1">
              <a:lnSpc>
                <a:spcPct val="130000"/>
              </a:lnSpc>
            </a:pPr>
            <a:endParaRPr lang="en-US" altLang="zh-CN" sz="2400">
              <a:ea typeface="宋体" panose="02010600030101010101" pitchFamily="2" charset="-122"/>
            </a:endParaRPr>
          </a:p>
        </p:txBody>
      </p:sp>
      <p:sp>
        <p:nvSpPr>
          <p:cNvPr id="80900" name="灯片编号占位符 3">
            <a:extLst>
              <a:ext uri="{FF2B5EF4-FFF2-40B4-BE49-F238E27FC236}">
                <a16:creationId xmlns:a16="http://schemas.microsoft.com/office/drawing/2014/main" id="{91B543F5-5821-4432-0598-AB9FA223733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4B959408-1325-FF4D-9C9F-4CE71C8DC705}"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69</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ABE55636-3C4B-E9D0-7BBD-FA1FE4505230}"/>
              </a:ext>
            </a:extLst>
          </p:cNvPr>
          <p:cNvSpPr>
            <a:spLocks noGrp="1" noChangeArrowheads="1"/>
          </p:cNvSpPr>
          <p:nvPr>
            <p:ph type="title"/>
          </p:nvPr>
        </p:nvSpPr>
        <p:spPr/>
        <p:txBody>
          <a:bodyPr/>
          <a:lstStyle/>
          <a:p>
            <a:pPr eaLnBrk="1" hangingPunct="1"/>
            <a:r>
              <a:rPr lang="zh-CN" altLang="en-US"/>
              <a:t>从 </a:t>
            </a:r>
            <a:r>
              <a:rPr lang="en-US" altLang="zh-CN"/>
              <a:t>NFA </a:t>
            </a:r>
            <a:r>
              <a:rPr lang="zh-CN" altLang="en-US"/>
              <a:t>构造等价的正规式</a:t>
            </a:r>
            <a:br>
              <a:rPr lang="zh-CN" altLang="en-US"/>
            </a:br>
            <a:r>
              <a:rPr lang="zh-CN" altLang="en-US"/>
              <a:t>           （状态消去法）</a:t>
            </a:r>
          </a:p>
        </p:txBody>
      </p:sp>
      <p:sp>
        <p:nvSpPr>
          <p:cNvPr id="81923" name="Rectangle 3">
            <a:extLst>
              <a:ext uri="{FF2B5EF4-FFF2-40B4-BE49-F238E27FC236}">
                <a16:creationId xmlns:a16="http://schemas.microsoft.com/office/drawing/2014/main" id="{9123B278-2703-A309-2AC6-24557BB9CC38}"/>
              </a:ext>
            </a:extLst>
          </p:cNvPr>
          <p:cNvSpPr>
            <a:spLocks noGrp="1" noChangeArrowheads="1"/>
          </p:cNvSpPr>
          <p:nvPr>
            <p:ph type="body" idx="1"/>
          </p:nvPr>
        </p:nvSpPr>
        <p:spPr/>
        <p:txBody>
          <a:bodyPr/>
          <a:lstStyle/>
          <a:p>
            <a:pPr eaLnBrk="1" hangingPunct="1">
              <a:lnSpc>
                <a:spcPct val="130000"/>
              </a:lnSpc>
            </a:pPr>
            <a:r>
              <a:rPr lang="zh-CN" altLang="en-US" sz="2800">
                <a:ea typeface="宋体" panose="02010600030101010101" pitchFamily="2" charset="-122"/>
              </a:rPr>
              <a:t>思路</a:t>
            </a:r>
            <a:r>
              <a:rPr lang="en-US" altLang="zh-CN" sz="2800">
                <a:ea typeface="宋体" panose="02010600030101010101" pitchFamily="2" charset="-122"/>
              </a:rPr>
              <a:t>:</a:t>
            </a:r>
          </a:p>
          <a:p>
            <a:pPr lvl="1" eaLnBrk="1" hangingPunct="1">
              <a:lnSpc>
                <a:spcPct val="130000"/>
              </a:lnSpc>
              <a:buFont typeface="Wingdings" pitchFamily="2" charset="2"/>
              <a:buNone/>
            </a:pPr>
            <a:r>
              <a:rPr lang="en-US" altLang="zh-CN" sz="2400">
                <a:ea typeface="宋体" panose="02010600030101010101" pitchFamily="2" charset="-122"/>
              </a:rPr>
              <a:t> (1) </a:t>
            </a:r>
            <a:r>
              <a:rPr lang="zh-CN" altLang="en-US" sz="2400">
                <a:ea typeface="宋体" panose="02010600030101010101" pitchFamily="2" charset="-122"/>
              </a:rPr>
              <a:t>扩展自动机的概念，允许正规式作为转移弧的标记</a:t>
            </a:r>
            <a:r>
              <a:rPr lang="en-US" altLang="zh-CN" sz="2400">
                <a:ea typeface="宋体" panose="02010600030101010101" pitchFamily="2" charset="-122"/>
              </a:rPr>
              <a:t>. </a:t>
            </a:r>
            <a:r>
              <a:rPr lang="zh-CN" altLang="en-US" sz="2400">
                <a:ea typeface="宋体" panose="02010600030101010101" pitchFamily="2" charset="-122"/>
              </a:rPr>
              <a:t>这样，就有可能在消去某一中间状态时，保证自动机能够接受的字符串集合保持不变</a:t>
            </a:r>
            <a:r>
              <a:rPr lang="en-US" altLang="zh-CN" sz="2400">
                <a:ea typeface="宋体" panose="02010600030101010101" pitchFamily="2" charset="-122"/>
              </a:rPr>
              <a:t>.</a:t>
            </a:r>
          </a:p>
          <a:p>
            <a:pPr lvl="1" eaLnBrk="1" hangingPunct="1">
              <a:lnSpc>
                <a:spcPct val="130000"/>
              </a:lnSpc>
              <a:buFont typeface="Wingdings" pitchFamily="2" charset="2"/>
              <a:buNone/>
            </a:pPr>
            <a:r>
              <a:rPr lang="en-US" altLang="zh-CN" sz="2400">
                <a:ea typeface="宋体" panose="02010600030101010101" pitchFamily="2" charset="-122"/>
              </a:rPr>
              <a:t> (2) </a:t>
            </a:r>
            <a:r>
              <a:rPr lang="zh-CN" altLang="en-US" sz="2400">
                <a:ea typeface="宋体" panose="02010600030101010101" pitchFamily="2" charset="-122"/>
              </a:rPr>
              <a:t>在消去某一中间状态时，与其相关的转移弧也将同时消去，所造成的影响将通过修改从每一个前趋状态到每一个后继状态的转移弧标记来弥补</a:t>
            </a:r>
            <a:r>
              <a:rPr lang="en-US" altLang="zh-CN" sz="2400">
                <a:ea typeface="宋体" panose="02010600030101010101" pitchFamily="2" charset="-122"/>
              </a:rPr>
              <a:t>. </a:t>
            </a:r>
          </a:p>
        </p:txBody>
      </p:sp>
      <p:sp>
        <p:nvSpPr>
          <p:cNvPr id="81924" name="灯片编号占位符 3">
            <a:extLst>
              <a:ext uri="{FF2B5EF4-FFF2-40B4-BE49-F238E27FC236}">
                <a16:creationId xmlns:a16="http://schemas.microsoft.com/office/drawing/2014/main" id="{DDEB7C85-4A9F-B682-A81A-517B6123E7D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06F473E6-CE1D-1540-814C-75AB933B4396}"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70</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4">
            <a:extLst>
              <a:ext uri="{FF2B5EF4-FFF2-40B4-BE49-F238E27FC236}">
                <a16:creationId xmlns:a16="http://schemas.microsoft.com/office/drawing/2014/main" id="{38E400C3-3F3C-4B81-C085-FFEA4F605EE8}"/>
              </a:ext>
            </a:extLst>
          </p:cNvPr>
          <p:cNvSpPr>
            <a:spLocks noGrp="1" noChangeArrowheads="1"/>
          </p:cNvSpPr>
          <p:nvPr>
            <p:ph type="body" idx="1"/>
          </p:nvPr>
        </p:nvSpPr>
        <p:spPr>
          <a:xfrm>
            <a:off x="673100" y="620713"/>
            <a:ext cx="8362950" cy="647700"/>
          </a:xfrm>
        </p:spPr>
        <p:txBody>
          <a:bodyPr/>
          <a:lstStyle/>
          <a:p>
            <a:pPr eaLnBrk="1" hangingPunct="1">
              <a:buFont typeface="Wingdings" pitchFamily="2" charset="2"/>
              <a:buNone/>
            </a:pPr>
            <a:r>
              <a:rPr kumimoji="1" lang="en-US" altLang="zh-CN" sz="2400">
                <a:ea typeface="宋体" panose="02010600030101010101" pitchFamily="2" charset="-122"/>
              </a:rPr>
              <a:t>1) </a:t>
            </a:r>
            <a:r>
              <a:rPr kumimoji="1" lang="zh-CN" altLang="en-US" sz="2400">
                <a:ea typeface="宋体" panose="02010600030101010101" pitchFamily="2" charset="-122"/>
              </a:rPr>
              <a:t>增加</a:t>
            </a:r>
            <a:r>
              <a:rPr kumimoji="1" lang="en-US" altLang="zh-CN" sz="2400">
                <a:ea typeface="宋体" panose="02010600030101010101" pitchFamily="2" charset="-122"/>
              </a:rPr>
              <a:t>X</a:t>
            </a:r>
            <a:r>
              <a:rPr kumimoji="1" lang="zh-CN" altLang="en-US" sz="2400">
                <a:ea typeface="宋体" panose="02010600030101010101" pitchFamily="2" charset="-122"/>
              </a:rPr>
              <a:t>结、</a:t>
            </a:r>
            <a:r>
              <a:rPr kumimoji="1" lang="en-US" altLang="zh-CN" sz="2400">
                <a:ea typeface="宋体" panose="02010600030101010101" pitchFamily="2" charset="-122"/>
              </a:rPr>
              <a:t>Y</a:t>
            </a:r>
            <a:r>
              <a:rPr kumimoji="1" lang="zh-CN" altLang="en-US" sz="2400">
                <a:ea typeface="宋体" panose="02010600030101010101" pitchFamily="2" charset="-122"/>
              </a:rPr>
              <a:t>结，使初态、终态唯一</a:t>
            </a:r>
          </a:p>
        </p:txBody>
      </p:sp>
      <p:sp>
        <p:nvSpPr>
          <p:cNvPr id="856091" name="Rectangle 27">
            <a:extLst>
              <a:ext uri="{FF2B5EF4-FFF2-40B4-BE49-F238E27FC236}">
                <a16:creationId xmlns:a16="http://schemas.microsoft.com/office/drawing/2014/main" id="{97AEF995-B94B-D5D1-DD20-E65B0500A043}"/>
              </a:ext>
            </a:extLst>
          </p:cNvPr>
          <p:cNvSpPr>
            <a:spLocks noChangeArrowheads="1"/>
          </p:cNvSpPr>
          <p:nvPr/>
        </p:nvSpPr>
        <p:spPr bwMode="auto">
          <a:xfrm>
            <a:off x="250825" y="2924175"/>
            <a:ext cx="8229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lvl="1" eaLnBrk="1" hangingPunct="1">
              <a:buFont typeface="Wingdings" pitchFamily="2" charset="2"/>
              <a:buNone/>
            </a:pPr>
            <a:r>
              <a:rPr lang="en-US" altLang="zh-CN" sz="2400">
                <a:ea typeface="宋体" panose="02010600030101010101" pitchFamily="2" charset="-122"/>
              </a:rPr>
              <a:t>2) </a:t>
            </a:r>
            <a:r>
              <a:rPr lang="zh-CN" altLang="en-US" sz="2400">
                <a:ea typeface="宋体" panose="02010600030101010101" pitchFamily="2" charset="-122"/>
              </a:rPr>
              <a:t>反复用以下规则消去结点、合并边，直到剩下</a:t>
            </a:r>
            <a:r>
              <a:rPr lang="en-US" altLang="zh-CN" sz="2400">
                <a:ea typeface="宋体" panose="02010600030101010101" pitchFamily="2" charset="-122"/>
              </a:rPr>
              <a:t>X</a:t>
            </a:r>
            <a:r>
              <a:rPr lang="zh-CN" altLang="en-US" sz="2400">
                <a:ea typeface="宋体" panose="02010600030101010101" pitchFamily="2" charset="-122"/>
              </a:rPr>
              <a:t>结和</a:t>
            </a:r>
            <a:r>
              <a:rPr lang="en-US" altLang="zh-CN" sz="2400">
                <a:ea typeface="宋体" panose="02010600030101010101" pitchFamily="2" charset="-122"/>
              </a:rPr>
              <a:t>Y</a:t>
            </a:r>
            <a:r>
              <a:rPr lang="zh-CN" altLang="en-US" sz="2400">
                <a:ea typeface="宋体" panose="02010600030101010101" pitchFamily="2" charset="-122"/>
              </a:rPr>
              <a:t>结，</a:t>
            </a:r>
            <a:r>
              <a:rPr lang="en-US" altLang="zh-CN" sz="2400">
                <a:ea typeface="宋体" panose="02010600030101010101" pitchFamily="2" charset="-122"/>
              </a:rPr>
              <a:t>X</a:t>
            </a:r>
            <a:r>
              <a:rPr lang="zh-CN" altLang="en-US" sz="2400">
                <a:ea typeface="宋体" panose="02010600030101010101" pitchFamily="2" charset="-122"/>
              </a:rPr>
              <a:t>到</a:t>
            </a:r>
            <a:r>
              <a:rPr lang="en-US" altLang="zh-CN" sz="2400">
                <a:ea typeface="宋体" panose="02010600030101010101" pitchFamily="2" charset="-122"/>
              </a:rPr>
              <a:t>Y</a:t>
            </a:r>
            <a:r>
              <a:rPr lang="zh-CN" altLang="en-US" sz="2400">
                <a:ea typeface="宋体" panose="02010600030101010101" pitchFamily="2" charset="-122"/>
              </a:rPr>
              <a:t>上正规式为所求。</a:t>
            </a:r>
          </a:p>
        </p:txBody>
      </p:sp>
      <p:sp>
        <p:nvSpPr>
          <p:cNvPr id="856092" name="Oval 28">
            <a:extLst>
              <a:ext uri="{FF2B5EF4-FFF2-40B4-BE49-F238E27FC236}">
                <a16:creationId xmlns:a16="http://schemas.microsoft.com/office/drawing/2014/main" id="{6A3E0BFB-4A07-E636-7940-F55C3B83E2E7}"/>
              </a:ext>
            </a:extLst>
          </p:cNvPr>
          <p:cNvSpPr>
            <a:spLocks noChangeArrowheads="1"/>
          </p:cNvSpPr>
          <p:nvPr/>
        </p:nvSpPr>
        <p:spPr bwMode="auto">
          <a:xfrm>
            <a:off x="5127625" y="1724025"/>
            <a:ext cx="431800" cy="433388"/>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latin typeface="Times New Roman" panose="02020603050405020304" pitchFamily="18" charset="0"/>
                <a:ea typeface="宋体" panose="02010600030101010101" pitchFamily="2" charset="-122"/>
              </a:rPr>
              <a:t>Y</a:t>
            </a:r>
          </a:p>
        </p:txBody>
      </p:sp>
      <p:sp>
        <p:nvSpPr>
          <p:cNvPr id="856093" name="Oval 29">
            <a:extLst>
              <a:ext uri="{FF2B5EF4-FFF2-40B4-BE49-F238E27FC236}">
                <a16:creationId xmlns:a16="http://schemas.microsoft.com/office/drawing/2014/main" id="{D9A16297-C325-330B-59A3-CBD5289EB8F5}"/>
              </a:ext>
            </a:extLst>
          </p:cNvPr>
          <p:cNvSpPr>
            <a:spLocks noChangeArrowheads="1"/>
          </p:cNvSpPr>
          <p:nvPr/>
        </p:nvSpPr>
        <p:spPr bwMode="auto">
          <a:xfrm>
            <a:off x="5470525" y="3924300"/>
            <a:ext cx="363538" cy="347663"/>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i</a:t>
            </a:r>
          </a:p>
        </p:txBody>
      </p:sp>
      <p:sp>
        <p:nvSpPr>
          <p:cNvPr id="856094" name="Oval 30">
            <a:extLst>
              <a:ext uri="{FF2B5EF4-FFF2-40B4-BE49-F238E27FC236}">
                <a16:creationId xmlns:a16="http://schemas.microsoft.com/office/drawing/2014/main" id="{3C2240B7-A5B0-A9C0-588E-8BCF83BA01CD}"/>
              </a:ext>
            </a:extLst>
          </p:cNvPr>
          <p:cNvSpPr>
            <a:spLocks noChangeArrowheads="1"/>
          </p:cNvSpPr>
          <p:nvPr/>
        </p:nvSpPr>
        <p:spPr bwMode="auto">
          <a:xfrm>
            <a:off x="6838950" y="3952875"/>
            <a:ext cx="363538" cy="347663"/>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j</a:t>
            </a:r>
          </a:p>
        </p:txBody>
      </p:sp>
      <p:sp>
        <p:nvSpPr>
          <p:cNvPr id="856095" name="Line 31">
            <a:extLst>
              <a:ext uri="{FF2B5EF4-FFF2-40B4-BE49-F238E27FC236}">
                <a16:creationId xmlns:a16="http://schemas.microsoft.com/office/drawing/2014/main" id="{4F328883-46A6-CD22-38D8-681D1CD431D8}"/>
              </a:ext>
            </a:extLst>
          </p:cNvPr>
          <p:cNvSpPr>
            <a:spLocks noChangeShapeType="1"/>
          </p:cNvSpPr>
          <p:nvPr/>
        </p:nvSpPr>
        <p:spPr bwMode="auto">
          <a:xfrm>
            <a:off x="5830888" y="4124325"/>
            <a:ext cx="990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6096" name="Rectangle 32">
            <a:extLst>
              <a:ext uri="{FF2B5EF4-FFF2-40B4-BE49-F238E27FC236}">
                <a16:creationId xmlns:a16="http://schemas.microsoft.com/office/drawing/2014/main" id="{1B76B6DE-1F55-E84C-FAB3-40AB90045B04}"/>
              </a:ext>
            </a:extLst>
          </p:cNvPr>
          <p:cNvSpPr>
            <a:spLocks noChangeArrowheads="1"/>
          </p:cNvSpPr>
          <p:nvPr/>
        </p:nvSpPr>
        <p:spPr bwMode="auto">
          <a:xfrm>
            <a:off x="6011863" y="3836988"/>
            <a:ext cx="501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AB</a:t>
            </a:r>
          </a:p>
        </p:txBody>
      </p:sp>
      <p:sp>
        <p:nvSpPr>
          <p:cNvPr id="856097" name="Oval 33">
            <a:extLst>
              <a:ext uri="{FF2B5EF4-FFF2-40B4-BE49-F238E27FC236}">
                <a16:creationId xmlns:a16="http://schemas.microsoft.com/office/drawing/2014/main" id="{41E47798-CD06-761E-0F6F-7F4BFA306379}"/>
              </a:ext>
            </a:extLst>
          </p:cNvPr>
          <p:cNvSpPr>
            <a:spLocks noChangeArrowheads="1"/>
          </p:cNvSpPr>
          <p:nvPr/>
        </p:nvSpPr>
        <p:spPr bwMode="auto">
          <a:xfrm>
            <a:off x="1403350" y="3960813"/>
            <a:ext cx="363538" cy="347662"/>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1</a:t>
            </a:r>
          </a:p>
        </p:txBody>
      </p:sp>
      <p:sp>
        <p:nvSpPr>
          <p:cNvPr id="856098" name="Oval 34">
            <a:extLst>
              <a:ext uri="{FF2B5EF4-FFF2-40B4-BE49-F238E27FC236}">
                <a16:creationId xmlns:a16="http://schemas.microsoft.com/office/drawing/2014/main" id="{4F03D3E4-7D94-FC55-E2AF-06F82B2A05C4}"/>
              </a:ext>
            </a:extLst>
          </p:cNvPr>
          <p:cNvSpPr>
            <a:spLocks noChangeArrowheads="1"/>
          </p:cNvSpPr>
          <p:nvPr/>
        </p:nvSpPr>
        <p:spPr bwMode="auto">
          <a:xfrm>
            <a:off x="2771775" y="3989388"/>
            <a:ext cx="363538" cy="347662"/>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2</a:t>
            </a:r>
          </a:p>
        </p:txBody>
      </p:sp>
      <p:sp>
        <p:nvSpPr>
          <p:cNvPr id="856099" name="Line 35">
            <a:extLst>
              <a:ext uri="{FF2B5EF4-FFF2-40B4-BE49-F238E27FC236}">
                <a16:creationId xmlns:a16="http://schemas.microsoft.com/office/drawing/2014/main" id="{76864182-5ABE-00E1-1099-9A1BE04B4DE0}"/>
              </a:ext>
            </a:extLst>
          </p:cNvPr>
          <p:cNvSpPr>
            <a:spLocks noChangeShapeType="1"/>
          </p:cNvSpPr>
          <p:nvPr/>
        </p:nvSpPr>
        <p:spPr bwMode="auto">
          <a:xfrm>
            <a:off x="1763713" y="4160838"/>
            <a:ext cx="990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6100" name="Rectangle 36">
            <a:extLst>
              <a:ext uri="{FF2B5EF4-FFF2-40B4-BE49-F238E27FC236}">
                <a16:creationId xmlns:a16="http://schemas.microsoft.com/office/drawing/2014/main" id="{CF451BC4-BAC6-BFDF-0F51-DB901CE6219E}"/>
              </a:ext>
            </a:extLst>
          </p:cNvPr>
          <p:cNvSpPr>
            <a:spLocks noChangeArrowheads="1"/>
          </p:cNvSpPr>
          <p:nvPr/>
        </p:nvSpPr>
        <p:spPr bwMode="auto">
          <a:xfrm>
            <a:off x="2020888" y="3873500"/>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A</a:t>
            </a:r>
          </a:p>
        </p:txBody>
      </p:sp>
      <p:sp>
        <p:nvSpPr>
          <p:cNvPr id="856101" name="Oval 37">
            <a:extLst>
              <a:ext uri="{FF2B5EF4-FFF2-40B4-BE49-F238E27FC236}">
                <a16:creationId xmlns:a16="http://schemas.microsoft.com/office/drawing/2014/main" id="{C155BDFD-49D5-DA3A-CA9A-BB92B2F55E1D}"/>
              </a:ext>
            </a:extLst>
          </p:cNvPr>
          <p:cNvSpPr>
            <a:spLocks noChangeArrowheads="1"/>
          </p:cNvSpPr>
          <p:nvPr/>
        </p:nvSpPr>
        <p:spPr bwMode="auto">
          <a:xfrm>
            <a:off x="4138613" y="3989388"/>
            <a:ext cx="363537" cy="347662"/>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3</a:t>
            </a:r>
          </a:p>
        </p:txBody>
      </p:sp>
      <p:sp>
        <p:nvSpPr>
          <p:cNvPr id="856102" name="Line 38">
            <a:extLst>
              <a:ext uri="{FF2B5EF4-FFF2-40B4-BE49-F238E27FC236}">
                <a16:creationId xmlns:a16="http://schemas.microsoft.com/office/drawing/2014/main" id="{9008E4C6-B336-E98F-739E-F42A715CB7AE}"/>
              </a:ext>
            </a:extLst>
          </p:cNvPr>
          <p:cNvSpPr>
            <a:spLocks noChangeShapeType="1"/>
          </p:cNvSpPr>
          <p:nvPr/>
        </p:nvSpPr>
        <p:spPr bwMode="auto">
          <a:xfrm>
            <a:off x="3130550" y="4160838"/>
            <a:ext cx="990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6103" name="Rectangle 39">
            <a:extLst>
              <a:ext uri="{FF2B5EF4-FFF2-40B4-BE49-F238E27FC236}">
                <a16:creationId xmlns:a16="http://schemas.microsoft.com/office/drawing/2014/main" id="{E39BFFFF-C3E7-B1A0-B3D9-4725DB2982B2}"/>
              </a:ext>
            </a:extLst>
          </p:cNvPr>
          <p:cNvSpPr>
            <a:spLocks noChangeArrowheads="1"/>
          </p:cNvSpPr>
          <p:nvPr/>
        </p:nvSpPr>
        <p:spPr bwMode="auto">
          <a:xfrm>
            <a:off x="3394075" y="3873500"/>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B</a:t>
            </a:r>
          </a:p>
        </p:txBody>
      </p:sp>
      <p:sp>
        <p:nvSpPr>
          <p:cNvPr id="856104" name="Oval 40">
            <a:extLst>
              <a:ext uri="{FF2B5EF4-FFF2-40B4-BE49-F238E27FC236}">
                <a16:creationId xmlns:a16="http://schemas.microsoft.com/office/drawing/2014/main" id="{2B719C87-16E4-15A8-B382-42338922B4F2}"/>
              </a:ext>
            </a:extLst>
          </p:cNvPr>
          <p:cNvSpPr>
            <a:spLocks noChangeArrowheads="1"/>
          </p:cNvSpPr>
          <p:nvPr/>
        </p:nvSpPr>
        <p:spPr bwMode="auto">
          <a:xfrm>
            <a:off x="5508625" y="4737100"/>
            <a:ext cx="363538" cy="347663"/>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i</a:t>
            </a:r>
          </a:p>
        </p:txBody>
      </p:sp>
      <p:sp>
        <p:nvSpPr>
          <p:cNvPr id="856105" name="Oval 41">
            <a:extLst>
              <a:ext uri="{FF2B5EF4-FFF2-40B4-BE49-F238E27FC236}">
                <a16:creationId xmlns:a16="http://schemas.microsoft.com/office/drawing/2014/main" id="{2B5FEEAE-7079-A38A-4CFA-13BE9B012CE7}"/>
              </a:ext>
            </a:extLst>
          </p:cNvPr>
          <p:cNvSpPr>
            <a:spLocks noChangeArrowheads="1"/>
          </p:cNvSpPr>
          <p:nvPr/>
        </p:nvSpPr>
        <p:spPr bwMode="auto">
          <a:xfrm>
            <a:off x="6877050" y="4765675"/>
            <a:ext cx="363538" cy="347663"/>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j</a:t>
            </a:r>
          </a:p>
        </p:txBody>
      </p:sp>
      <p:sp>
        <p:nvSpPr>
          <p:cNvPr id="856106" name="Line 42">
            <a:extLst>
              <a:ext uri="{FF2B5EF4-FFF2-40B4-BE49-F238E27FC236}">
                <a16:creationId xmlns:a16="http://schemas.microsoft.com/office/drawing/2014/main" id="{E5CE31D4-CBF9-B8B3-FF26-77F26507632C}"/>
              </a:ext>
            </a:extLst>
          </p:cNvPr>
          <p:cNvSpPr>
            <a:spLocks noChangeShapeType="1"/>
          </p:cNvSpPr>
          <p:nvPr/>
        </p:nvSpPr>
        <p:spPr bwMode="auto">
          <a:xfrm>
            <a:off x="5868988" y="4937125"/>
            <a:ext cx="990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6107" name="Rectangle 43">
            <a:extLst>
              <a:ext uri="{FF2B5EF4-FFF2-40B4-BE49-F238E27FC236}">
                <a16:creationId xmlns:a16="http://schemas.microsoft.com/office/drawing/2014/main" id="{F070937F-A660-0F93-C6F2-EA5FEC2BEE05}"/>
              </a:ext>
            </a:extLst>
          </p:cNvPr>
          <p:cNvSpPr>
            <a:spLocks noChangeArrowheads="1"/>
          </p:cNvSpPr>
          <p:nvPr/>
        </p:nvSpPr>
        <p:spPr bwMode="auto">
          <a:xfrm>
            <a:off x="6024563" y="4537075"/>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A|B</a:t>
            </a:r>
          </a:p>
        </p:txBody>
      </p:sp>
      <p:sp>
        <p:nvSpPr>
          <p:cNvPr id="856108" name="Oval 44">
            <a:extLst>
              <a:ext uri="{FF2B5EF4-FFF2-40B4-BE49-F238E27FC236}">
                <a16:creationId xmlns:a16="http://schemas.microsoft.com/office/drawing/2014/main" id="{67B2FF31-49F3-2D1F-3215-A9ECD7A7A24B}"/>
              </a:ext>
            </a:extLst>
          </p:cNvPr>
          <p:cNvSpPr>
            <a:spLocks noChangeArrowheads="1"/>
          </p:cNvSpPr>
          <p:nvPr/>
        </p:nvSpPr>
        <p:spPr bwMode="auto">
          <a:xfrm>
            <a:off x="1862138" y="4911725"/>
            <a:ext cx="363537" cy="347663"/>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1</a:t>
            </a:r>
          </a:p>
        </p:txBody>
      </p:sp>
      <p:sp>
        <p:nvSpPr>
          <p:cNvPr id="856109" name="Rectangle 45">
            <a:extLst>
              <a:ext uri="{FF2B5EF4-FFF2-40B4-BE49-F238E27FC236}">
                <a16:creationId xmlns:a16="http://schemas.microsoft.com/office/drawing/2014/main" id="{FAA79254-EA12-D1D0-BE98-48962C90F255}"/>
              </a:ext>
            </a:extLst>
          </p:cNvPr>
          <p:cNvSpPr>
            <a:spLocks noChangeArrowheads="1"/>
          </p:cNvSpPr>
          <p:nvPr/>
        </p:nvSpPr>
        <p:spPr bwMode="auto">
          <a:xfrm>
            <a:off x="2809875" y="4537075"/>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A</a:t>
            </a:r>
          </a:p>
        </p:txBody>
      </p:sp>
      <p:sp>
        <p:nvSpPr>
          <p:cNvPr id="856110" name="Rectangle 46">
            <a:extLst>
              <a:ext uri="{FF2B5EF4-FFF2-40B4-BE49-F238E27FC236}">
                <a16:creationId xmlns:a16="http://schemas.microsoft.com/office/drawing/2014/main" id="{516B18C2-2CA9-06F4-70FF-8BF1265CC823}"/>
              </a:ext>
            </a:extLst>
          </p:cNvPr>
          <p:cNvSpPr>
            <a:spLocks noChangeArrowheads="1"/>
          </p:cNvSpPr>
          <p:nvPr/>
        </p:nvSpPr>
        <p:spPr bwMode="auto">
          <a:xfrm>
            <a:off x="2819400" y="5121275"/>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B</a:t>
            </a:r>
          </a:p>
        </p:txBody>
      </p:sp>
      <p:sp>
        <p:nvSpPr>
          <p:cNvPr id="856111" name="Oval 47">
            <a:extLst>
              <a:ext uri="{FF2B5EF4-FFF2-40B4-BE49-F238E27FC236}">
                <a16:creationId xmlns:a16="http://schemas.microsoft.com/office/drawing/2014/main" id="{E31600FC-F942-D3E0-AEB3-310806FD17CE}"/>
              </a:ext>
            </a:extLst>
          </p:cNvPr>
          <p:cNvSpPr>
            <a:spLocks noChangeArrowheads="1"/>
          </p:cNvSpPr>
          <p:nvPr/>
        </p:nvSpPr>
        <p:spPr bwMode="auto">
          <a:xfrm>
            <a:off x="5518150" y="5616575"/>
            <a:ext cx="363538" cy="347663"/>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i</a:t>
            </a:r>
          </a:p>
        </p:txBody>
      </p:sp>
      <p:sp>
        <p:nvSpPr>
          <p:cNvPr id="856112" name="Oval 48">
            <a:extLst>
              <a:ext uri="{FF2B5EF4-FFF2-40B4-BE49-F238E27FC236}">
                <a16:creationId xmlns:a16="http://schemas.microsoft.com/office/drawing/2014/main" id="{9D727A56-8EA7-1AEE-06E3-AC02D80249EB}"/>
              </a:ext>
            </a:extLst>
          </p:cNvPr>
          <p:cNvSpPr>
            <a:spLocks noChangeArrowheads="1"/>
          </p:cNvSpPr>
          <p:nvPr/>
        </p:nvSpPr>
        <p:spPr bwMode="auto">
          <a:xfrm>
            <a:off x="6886575" y="5645150"/>
            <a:ext cx="363538" cy="347663"/>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j</a:t>
            </a:r>
          </a:p>
        </p:txBody>
      </p:sp>
      <p:sp>
        <p:nvSpPr>
          <p:cNvPr id="856113" name="Line 49">
            <a:extLst>
              <a:ext uri="{FF2B5EF4-FFF2-40B4-BE49-F238E27FC236}">
                <a16:creationId xmlns:a16="http://schemas.microsoft.com/office/drawing/2014/main" id="{22CEAA8A-2570-FA36-7E2B-C6B2D81AF790}"/>
              </a:ext>
            </a:extLst>
          </p:cNvPr>
          <p:cNvSpPr>
            <a:spLocks noChangeShapeType="1"/>
          </p:cNvSpPr>
          <p:nvPr/>
        </p:nvSpPr>
        <p:spPr bwMode="auto">
          <a:xfrm>
            <a:off x="5878513" y="5816600"/>
            <a:ext cx="990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6114" name="Rectangle 50">
            <a:extLst>
              <a:ext uri="{FF2B5EF4-FFF2-40B4-BE49-F238E27FC236}">
                <a16:creationId xmlns:a16="http://schemas.microsoft.com/office/drawing/2014/main" id="{B03A80F4-3DB3-38B9-9240-8184FE9795F8}"/>
              </a:ext>
            </a:extLst>
          </p:cNvPr>
          <p:cNvSpPr>
            <a:spLocks noChangeArrowheads="1"/>
          </p:cNvSpPr>
          <p:nvPr/>
        </p:nvSpPr>
        <p:spPr bwMode="auto">
          <a:xfrm>
            <a:off x="5976938" y="5483225"/>
            <a:ext cx="781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AB*C</a:t>
            </a:r>
          </a:p>
        </p:txBody>
      </p:sp>
      <p:sp>
        <p:nvSpPr>
          <p:cNvPr id="856115" name="Oval 51">
            <a:extLst>
              <a:ext uri="{FF2B5EF4-FFF2-40B4-BE49-F238E27FC236}">
                <a16:creationId xmlns:a16="http://schemas.microsoft.com/office/drawing/2014/main" id="{194A2339-C6A2-4C93-A6B1-3D47B5988D63}"/>
              </a:ext>
            </a:extLst>
          </p:cNvPr>
          <p:cNvSpPr>
            <a:spLocks noChangeArrowheads="1"/>
          </p:cNvSpPr>
          <p:nvPr/>
        </p:nvSpPr>
        <p:spPr bwMode="auto">
          <a:xfrm>
            <a:off x="1331913" y="5689600"/>
            <a:ext cx="363537" cy="347663"/>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1</a:t>
            </a:r>
          </a:p>
        </p:txBody>
      </p:sp>
      <p:sp>
        <p:nvSpPr>
          <p:cNvPr id="856116" name="Oval 52">
            <a:extLst>
              <a:ext uri="{FF2B5EF4-FFF2-40B4-BE49-F238E27FC236}">
                <a16:creationId xmlns:a16="http://schemas.microsoft.com/office/drawing/2014/main" id="{97D2F852-2B8C-F69F-FA93-540F3A63E33D}"/>
              </a:ext>
            </a:extLst>
          </p:cNvPr>
          <p:cNvSpPr>
            <a:spLocks noChangeArrowheads="1"/>
          </p:cNvSpPr>
          <p:nvPr/>
        </p:nvSpPr>
        <p:spPr bwMode="auto">
          <a:xfrm>
            <a:off x="2700338" y="5718175"/>
            <a:ext cx="363537" cy="347663"/>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2</a:t>
            </a:r>
          </a:p>
        </p:txBody>
      </p:sp>
      <p:sp>
        <p:nvSpPr>
          <p:cNvPr id="856117" name="Line 53">
            <a:extLst>
              <a:ext uri="{FF2B5EF4-FFF2-40B4-BE49-F238E27FC236}">
                <a16:creationId xmlns:a16="http://schemas.microsoft.com/office/drawing/2014/main" id="{B3A20149-845F-33E7-B47B-08AFD0630561}"/>
              </a:ext>
            </a:extLst>
          </p:cNvPr>
          <p:cNvSpPr>
            <a:spLocks noChangeShapeType="1"/>
          </p:cNvSpPr>
          <p:nvPr/>
        </p:nvSpPr>
        <p:spPr bwMode="auto">
          <a:xfrm>
            <a:off x="1692275" y="5889625"/>
            <a:ext cx="990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6118" name="Rectangle 54">
            <a:extLst>
              <a:ext uri="{FF2B5EF4-FFF2-40B4-BE49-F238E27FC236}">
                <a16:creationId xmlns:a16="http://schemas.microsoft.com/office/drawing/2014/main" id="{4F5CF9D3-7AC7-1B1B-DD5A-D264CAD29017}"/>
              </a:ext>
            </a:extLst>
          </p:cNvPr>
          <p:cNvSpPr>
            <a:spLocks noChangeArrowheads="1"/>
          </p:cNvSpPr>
          <p:nvPr/>
        </p:nvSpPr>
        <p:spPr bwMode="auto">
          <a:xfrm>
            <a:off x="2009775" y="5581650"/>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endParaRPr kumimoji="1" lang="el-GR" altLang="zh-CN" sz="180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856119" name="Oval 55">
            <a:extLst>
              <a:ext uri="{FF2B5EF4-FFF2-40B4-BE49-F238E27FC236}">
                <a16:creationId xmlns:a16="http://schemas.microsoft.com/office/drawing/2014/main" id="{FD5CF11B-5C7D-F566-506A-BEB2CDA44733}"/>
              </a:ext>
            </a:extLst>
          </p:cNvPr>
          <p:cNvSpPr>
            <a:spLocks noChangeArrowheads="1"/>
          </p:cNvSpPr>
          <p:nvPr/>
        </p:nvSpPr>
        <p:spPr bwMode="auto">
          <a:xfrm>
            <a:off x="4067175" y="5718175"/>
            <a:ext cx="363538" cy="347663"/>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3</a:t>
            </a:r>
          </a:p>
        </p:txBody>
      </p:sp>
      <p:sp>
        <p:nvSpPr>
          <p:cNvPr id="856120" name="Line 56">
            <a:extLst>
              <a:ext uri="{FF2B5EF4-FFF2-40B4-BE49-F238E27FC236}">
                <a16:creationId xmlns:a16="http://schemas.microsoft.com/office/drawing/2014/main" id="{10CC6AAE-7758-6BB0-6435-AD90481D1652}"/>
              </a:ext>
            </a:extLst>
          </p:cNvPr>
          <p:cNvSpPr>
            <a:spLocks noChangeShapeType="1"/>
          </p:cNvSpPr>
          <p:nvPr/>
        </p:nvSpPr>
        <p:spPr bwMode="auto">
          <a:xfrm>
            <a:off x="3059113" y="5889625"/>
            <a:ext cx="990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6121" name="Freeform 57">
            <a:extLst>
              <a:ext uri="{FF2B5EF4-FFF2-40B4-BE49-F238E27FC236}">
                <a16:creationId xmlns:a16="http://schemas.microsoft.com/office/drawing/2014/main" id="{8DEF34C7-1CE5-799D-5750-1E3BD1470160}"/>
              </a:ext>
            </a:extLst>
          </p:cNvPr>
          <p:cNvSpPr>
            <a:spLocks/>
          </p:cNvSpPr>
          <p:nvPr/>
        </p:nvSpPr>
        <p:spPr bwMode="auto">
          <a:xfrm>
            <a:off x="2100263" y="4598988"/>
            <a:ext cx="1800225" cy="325437"/>
          </a:xfrm>
          <a:custGeom>
            <a:avLst/>
            <a:gdLst>
              <a:gd name="T0" fmla="*/ 0 w 1134"/>
              <a:gd name="T1" fmla="*/ 2147483646 h 205"/>
              <a:gd name="T2" fmla="*/ 2147483646 w 1134"/>
              <a:gd name="T3" fmla="*/ 2147483646 h 205"/>
              <a:gd name="T4" fmla="*/ 2147483646 w 1134"/>
              <a:gd name="T5" fmla="*/ 2147483646 h 205"/>
              <a:gd name="T6" fmla="*/ 2147483646 w 1134"/>
              <a:gd name="T7" fmla="*/ 2147483646 h 205"/>
              <a:gd name="T8" fmla="*/ 0 60000 65536"/>
              <a:gd name="T9" fmla="*/ 0 60000 65536"/>
              <a:gd name="T10" fmla="*/ 0 60000 65536"/>
              <a:gd name="T11" fmla="*/ 0 60000 65536"/>
              <a:gd name="T12" fmla="*/ 0 w 1134"/>
              <a:gd name="T13" fmla="*/ 0 h 205"/>
              <a:gd name="T14" fmla="*/ 1134 w 1134"/>
              <a:gd name="T15" fmla="*/ 205 h 205"/>
            </a:gdLst>
            <a:ahLst/>
            <a:cxnLst>
              <a:cxn ang="T8">
                <a:pos x="T0" y="T1"/>
              </a:cxn>
              <a:cxn ang="T9">
                <a:pos x="T2" y="T3"/>
              </a:cxn>
              <a:cxn ang="T10">
                <a:pos x="T4" y="T5"/>
              </a:cxn>
              <a:cxn ang="T11">
                <a:pos x="T6" y="T7"/>
              </a:cxn>
            </a:cxnLst>
            <a:rect l="T12" t="T13" r="T14" b="T15"/>
            <a:pathLst>
              <a:path w="1134" h="205">
                <a:moveTo>
                  <a:pt x="0" y="205"/>
                </a:moveTo>
                <a:cubicBezTo>
                  <a:pt x="60" y="152"/>
                  <a:pt x="121" y="99"/>
                  <a:pt x="227" y="69"/>
                </a:cubicBezTo>
                <a:cubicBezTo>
                  <a:pt x="333" y="39"/>
                  <a:pt x="484" y="0"/>
                  <a:pt x="635" y="23"/>
                </a:cubicBezTo>
                <a:cubicBezTo>
                  <a:pt x="786" y="46"/>
                  <a:pt x="960" y="125"/>
                  <a:pt x="1134" y="205"/>
                </a:cubicBezTo>
              </a:path>
            </a:pathLst>
          </a:custGeom>
          <a:noFill/>
          <a:ln w="12700" cap="flat" cmpd="sng">
            <a:solidFill>
              <a:schemeClr val="tx1"/>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6122" name="Oval 58">
            <a:extLst>
              <a:ext uri="{FF2B5EF4-FFF2-40B4-BE49-F238E27FC236}">
                <a16:creationId xmlns:a16="http://schemas.microsoft.com/office/drawing/2014/main" id="{3A94EA52-E1A5-998C-FA3B-F7BC1E88F458}"/>
              </a:ext>
            </a:extLst>
          </p:cNvPr>
          <p:cNvSpPr>
            <a:spLocks noChangeArrowheads="1"/>
          </p:cNvSpPr>
          <p:nvPr/>
        </p:nvSpPr>
        <p:spPr bwMode="auto">
          <a:xfrm>
            <a:off x="3848100" y="4856163"/>
            <a:ext cx="363538" cy="347662"/>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2</a:t>
            </a:r>
          </a:p>
        </p:txBody>
      </p:sp>
      <p:sp>
        <p:nvSpPr>
          <p:cNvPr id="856123" name="Freeform 59">
            <a:extLst>
              <a:ext uri="{FF2B5EF4-FFF2-40B4-BE49-F238E27FC236}">
                <a16:creationId xmlns:a16="http://schemas.microsoft.com/office/drawing/2014/main" id="{D9EC10EB-295B-8EB7-C8B9-48D886A6B663}"/>
              </a:ext>
            </a:extLst>
          </p:cNvPr>
          <p:cNvSpPr>
            <a:spLocks/>
          </p:cNvSpPr>
          <p:nvPr/>
        </p:nvSpPr>
        <p:spPr bwMode="auto">
          <a:xfrm>
            <a:off x="2173288" y="5140325"/>
            <a:ext cx="1727200" cy="325438"/>
          </a:xfrm>
          <a:custGeom>
            <a:avLst/>
            <a:gdLst>
              <a:gd name="T0" fmla="*/ 0 w 1088"/>
              <a:gd name="T1" fmla="*/ 2147483646 h 205"/>
              <a:gd name="T2" fmla="*/ 2147483646 w 1088"/>
              <a:gd name="T3" fmla="*/ 2147483646 h 205"/>
              <a:gd name="T4" fmla="*/ 2147483646 w 1088"/>
              <a:gd name="T5" fmla="*/ 2147483646 h 205"/>
              <a:gd name="T6" fmla="*/ 2147483646 w 1088"/>
              <a:gd name="T7" fmla="*/ 0 h 205"/>
              <a:gd name="T8" fmla="*/ 0 60000 65536"/>
              <a:gd name="T9" fmla="*/ 0 60000 65536"/>
              <a:gd name="T10" fmla="*/ 0 60000 65536"/>
              <a:gd name="T11" fmla="*/ 0 60000 65536"/>
              <a:gd name="T12" fmla="*/ 0 w 1088"/>
              <a:gd name="T13" fmla="*/ 0 h 205"/>
              <a:gd name="T14" fmla="*/ 1088 w 1088"/>
              <a:gd name="T15" fmla="*/ 205 h 205"/>
            </a:gdLst>
            <a:ahLst/>
            <a:cxnLst>
              <a:cxn ang="T8">
                <a:pos x="T0" y="T1"/>
              </a:cxn>
              <a:cxn ang="T9">
                <a:pos x="T2" y="T3"/>
              </a:cxn>
              <a:cxn ang="T10">
                <a:pos x="T4" y="T5"/>
              </a:cxn>
              <a:cxn ang="T11">
                <a:pos x="T6" y="T7"/>
              </a:cxn>
            </a:cxnLst>
            <a:rect l="T12" t="T13" r="T14" b="T15"/>
            <a:pathLst>
              <a:path w="1088" h="205">
                <a:moveTo>
                  <a:pt x="0" y="46"/>
                </a:moveTo>
                <a:cubicBezTo>
                  <a:pt x="67" y="79"/>
                  <a:pt x="135" y="113"/>
                  <a:pt x="226" y="136"/>
                </a:cubicBezTo>
                <a:cubicBezTo>
                  <a:pt x="317" y="159"/>
                  <a:pt x="400" y="205"/>
                  <a:pt x="544" y="182"/>
                </a:cubicBezTo>
                <a:cubicBezTo>
                  <a:pt x="688" y="159"/>
                  <a:pt x="888" y="79"/>
                  <a:pt x="1088" y="0"/>
                </a:cubicBezTo>
              </a:path>
            </a:pathLst>
          </a:custGeom>
          <a:noFill/>
          <a:ln w="12700" cap="flat" cmpd="sng">
            <a:solidFill>
              <a:schemeClr val="tx1"/>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6124" name="Rectangle 60">
            <a:extLst>
              <a:ext uri="{FF2B5EF4-FFF2-40B4-BE49-F238E27FC236}">
                <a16:creationId xmlns:a16="http://schemas.microsoft.com/office/drawing/2014/main" id="{8ADEB8CC-8D6F-2C83-2243-F0EFCD309BB6}"/>
              </a:ext>
            </a:extLst>
          </p:cNvPr>
          <p:cNvSpPr>
            <a:spLocks noChangeArrowheads="1"/>
          </p:cNvSpPr>
          <p:nvPr/>
        </p:nvSpPr>
        <p:spPr bwMode="auto">
          <a:xfrm>
            <a:off x="3348038" y="5572125"/>
            <a:ext cx="4905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l-GR" altLang="zh-CN" sz="1800">
                <a:solidFill>
                  <a:schemeClr val="tx1"/>
                </a:solidFill>
                <a:latin typeface="Times New Roman" panose="02020603050405020304" pitchFamily="18" charset="0"/>
                <a:ea typeface="宋体" panose="02010600030101010101" pitchFamily="2" charset="-122"/>
                <a:cs typeface="Times New Roman" panose="02020603050405020304" pitchFamily="18" charset="0"/>
              </a:rPr>
              <a:t>C</a:t>
            </a:r>
          </a:p>
        </p:txBody>
      </p:sp>
      <p:sp>
        <p:nvSpPr>
          <p:cNvPr id="856125" name="Freeform 61">
            <a:extLst>
              <a:ext uri="{FF2B5EF4-FFF2-40B4-BE49-F238E27FC236}">
                <a16:creationId xmlns:a16="http://schemas.microsoft.com/office/drawing/2014/main" id="{66A4EE2B-3F58-0BDC-9B97-5456F226B1B0}"/>
              </a:ext>
            </a:extLst>
          </p:cNvPr>
          <p:cNvSpPr>
            <a:spLocks/>
          </p:cNvSpPr>
          <p:nvPr/>
        </p:nvSpPr>
        <p:spPr bwMode="auto">
          <a:xfrm>
            <a:off x="2600325" y="6010275"/>
            <a:ext cx="611188" cy="442913"/>
          </a:xfrm>
          <a:custGeom>
            <a:avLst/>
            <a:gdLst>
              <a:gd name="T0" fmla="*/ 2147483646 w 385"/>
              <a:gd name="T1" fmla="*/ 0 h 279"/>
              <a:gd name="T2" fmla="*/ 2147483646 w 385"/>
              <a:gd name="T3" fmla="*/ 2147483646 h 279"/>
              <a:gd name="T4" fmla="*/ 2147483646 w 385"/>
              <a:gd name="T5" fmla="*/ 2147483646 h 279"/>
              <a:gd name="T6" fmla="*/ 2147483646 w 385"/>
              <a:gd name="T7" fmla="*/ 2147483646 h 279"/>
              <a:gd name="T8" fmla="*/ 2147483646 w 385"/>
              <a:gd name="T9" fmla="*/ 0 h 279"/>
              <a:gd name="T10" fmla="*/ 0 60000 65536"/>
              <a:gd name="T11" fmla="*/ 0 60000 65536"/>
              <a:gd name="T12" fmla="*/ 0 60000 65536"/>
              <a:gd name="T13" fmla="*/ 0 60000 65536"/>
              <a:gd name="T14" fmla="*/ 0 60000 65536"/>
              <a:gd name="T15" fmla="*/ 0 w 385"/>
              <a:gd name="T16" fmla="*/ 0 h 279"/>
              <a:gd name="T17" fmla="*/ 385 w 385"/>
              <a:gd name="T18" fmla="*/ 279 h 279"/>
            </a:gdLst>
            <a:ahLst/>
            <a:cxnLst>
              <a:cxn ang="T10">
                <a:pos x="T0" y="T1"/>
              </a:cxn>
              <a:cxn ang="T11">
                <a:pos x="T2" y="T3"/>
              </a:cxn>
              <a:cxn ang="T12">
                <a:pos x="T4" y="T5"/>
              </a:cxn>
              <a:cxn ang="T13">
                <a:pos x="T6" y="T7"/>
              </a:cxn>
              <a:cxn ang="T14">
                <a:pos x="T8" y="T9"/>
              </a:cxn>
            </a:cxnLst>
            <a:rect l="T15" t="T16" r="T17" b="T18"/>
            <a:pathLst>
              <a:path w="385" h="279">
                <a:moveTo>
                  <a:pt x="106" y="0"/>
                </a:moveTo>
                <a:cubicBezTo>
                  <a:pt x="53" y="45"/>
                  <a:pt x="0" y="91"/>
                  <a:pt x="15" y="136"/>
                </a:cubicBezTo>
                <a:cubicBezTo>
                  <a:pt x="30" y="181"/>
                  <a:pt x="137" y="279"/>
                  <a:pt x="197" y="272"/>
                </a:cubicBezTo>
                <a:cubicBezTo>
                  <a:pt x="257" y="265"/>
                  <a:pt x="371" y="136"/>
                  <a:pt x="378" y="91"/>
                </a:cubicBezTo>
                <a:cubicBezTo>
                  <a:pt x="385" y="46"/>
                  <a:pt x="313" y="23"/>
                  <a:pt x="242" y="0"/>
                </a:cubicBezTo>
              </a:path>
            </a:pathLst>
          </a:custGeom>
          <a:noFill/>
          <a:ln w="12700" cap="flat" cmpd="sng">
            <a:solidFill>
              <a:schemeClr val="tx1"/>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6126" name="Rectangle 62">
            <a:extLst>
              <a:ext uri="{FF2B5EF4-FFF2-40B4-BE49-F238E27FC236}">
                <a16:creationId xmlns:a16="http://schemas.microsoft.com/office/drawing/2014/main" id="{145F5312-755D-A744-1DBE-1C8B687D5A38}"/>
              </a:ext>
            </a:extLst>
          </p:cNvPr>
          <p:cNvSpPr>
            <a:spLocks noChangeArrowheads="1"/>
          </p:cNvSpPr>
          <p:nvPr/>
        </p:nvSpPr>
        <p:spPr bwMode="auto">
          <a:xfrm>
            <a:off x="3146425" y="6081713"/>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1"/>
                </a:solidFill>
                <a:latin typeface="Times New Roman" panose="02020603050405020304" pitchFamily="18" charset="0"/>
                <a:ea typeface="宋体" panose="02010600030101010101" pitchFamily="2" charset="-122"/>
              </a:rPr>
              <a:t>B</a:t>
            </a:r>
          </a:p>
        </p:txBody>
      </p:sp>
      <p:sp>
        <p:nvSpPr>
          <p:cNvPr id="856127" name="AutoShape 63">
            <a:extLst>
              <a:ext uri="{FF2B5EF4-FFF2-40B4-BE49-F238E27FC236}">
                <a16:creationId xmlns:a16="http://schemas.microsoft.com/office/drawing/2014/main" id="{EE4208A2-B043-C1C6-91F1-24568073AD23}"/>
              </a:ext>
            </a:extLst>
          </p:cNvPr>
          <p:cNvSpPr>
            <a:spLocks noChangeArrowheads="1"/>
          </p:cNvSpPr>
          <p:nvPr/>
        </p:nvSpPr>
        <p:spPr bwMode="auto">
          <a:xfrm>
            <a:off x="4645025" y="3917950"/>
            <a:ext cx="647700" cy="431800"/>
          </a:xfrm>
          <a:prstGeom prst="rightArrow">
            <a:avLst>
              <a:gd name="adj1" fmla="val 50000"/>
              <a:gd name="adj2" fmla="val 37500"/>
            </a:avLst>
          </a:prstGeom>
          <a:solidFill>
            <a:srgbClr val="339933"/>
          </a:solidFill>
          <a:ln w="9525" algn="ctr">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56128" name="AutoShape 64">
            <a:extLst>
              <a:ext uri="{FF2B5EF4-FFF2-40B4-BE49-F238E27FC236}">
                <a16:creationId xmlns:a16="http://schemas.microsoft.com/office/drawing/2014/main" id="{FC11B7EA-BAE3-6C03-7049-43FCCA825242}"/>
              </a:ext>
            </a:extLst>
          </p:cNvPr>
          <p:cNvSpPr>
            <a:spLocks noChangeArrowheads="1"/>
          </p:cNvSpPr>
          <p:nvPr/>
        </p:nvSpPr>
        <p:spPr bwMode="auto">
          <a:xfrm>
            <a:off x="4645025" y="4752975"/>
            <a:ext cx="647700" cy="431800"/>
          </a:xfrm>
          <a:prstGeom prst="rightArrow">
            <a:avLst>
              <a:gd name="adj1" fmla="val 50000"/>
              <a:gd name="adj2" fmla="val 37500"/>
            </a:avLst>
          </a:prstGeom>
          <a:solidFill>
            <a:srgbClr val="339933"/>
          </a:solidFill>
          <a:ln w="9525" algn="ctr">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56129" name="AutoShape 65">
            <a:extLst>
              <a:ext uri="{FF2B5EF4-FFF2-40B4-BE49-F238E27FC236}">
                <a16:creationId xmlns:a16="http://schemas.microsoft.com/office/drawing/2014/main" id="{26F271F0-EBE5-3716-01AD-F9C97B7D165C}"/>
              </a:ext>
            </a:extLst>
          </p:cNvPr>
          <p:cNvSpPr>
            <a:spLocks noChangeArrowheads="1"/>
          </p:cNvSpPr>
          <p:nvPr/>
        </p:nvSpPr>
        <p:spPr bwMode="auto">
          <a:xfrm>
            <a:off x="4645025" y="5618163"/>
            <a:ext cx="647700" cy="431800"/>
          </a:xfrm>
          <a:prstGeom prst="rightArrow">
            <a:avLst>
              <a:gd name="adj1" fmla="val 50000"/>
              <a:gd name="adj2" fmla="val 37500"/>
            </a:avLst>
          </a:prstGeom>
          <a:solidFill>
            <a:srgbClr val="339933"/>
          </a:solidFill>
          <a:ln w="9525" algn="ctr">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2986" name="Oval 66">
            <a:extLst>
              <a:ext uri="{FF2B5EF4-FFF2-40B4-BE49-F238E27FC236}">
                <a16:creationId xmlns:a16="http://schemas.microsoft.com/office/drawing/2014/main" id="{338CA479-1F93-6F30-B56E-F62C26241C28}"/>
              </a:ext>
            </a:extLst>
          </p:cNvPr>
          <p:cNvSpPr>
            <a:spLocks noChangeArrowheads="1"/>
          </p:cNvSpPr>
          <p:nvPr/>
        </p:nvSpPr>
        <p:spPr bwMode="auto">
          <a:xfrm>
            <a:off x="3327400" y="1363663"/>
            <a:ext cx="1130300" cy="1206500"/>
          </a:xfrm>
          <a:prstGeom prst="ellipse">
            <a:avLst/>
          </a:prstGeom>
          <a:solidFill>
            <a:schemeClr val="accent1"/>
          </a:solidFill>
          <a:ln w="12700">
            <a:solidFill>
              <a:schemeClr val="tx1"/>
            </a:solidFill>
            <a:prstDash val="dash"/>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2987" name="Oval 67">
            <a:extLst>
              <a:ext uri="{FF2B5EF4-FFF2-40B4-BE49-F238E27FC236}">
                <a16:creationId xmlns:a16="http://schemas.microsoft.com/office/drawing/2014/main" id="{8C6BEA9D-1D29-B536-A1B6-FFFCDC5ACA8E}"/>
              </a:ext>
            </a:extLst>
          </p:cNvPr>
          <p:cNvSpPr>
            <a:spLocks noChangeArrowheads="1"/>
          </p:cNvSpPr>
          <p:nvPr/>
        </p:nvSpPr>
        <p:spPr bwMode="auto">
          <a:xfrm>
            <a:off x="3471863" y="1579563"/>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2988" name="Oval 68">
            <a:extLst>
              <a:ext uri="{FF2B5EF4-FFF2-40B4-BE49-F238E27FC236}">
                <a16:creationId xmlns:a16="http://schemas.microsoft.com/office/drawing/2014/main" id="{DD4231D4-FBA8-9E0F-4226-CC2767C267B9}"/>
              </a:ext>
            </a:extLst>
          </p:cNvPr>
          <p:cNvSpPr>
            <a:spLocks noChangeArrowheads="1"/>
          </p:cNvSpPr>
          <p:nvPr/>
        </p:nvSpPr>
        <p:spPr bwMode="auto">
          <a:xfrm>
            <a:off x="3502025" y="2039938"/>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2989" name="Oval 69">
            <a:extLst>
              <a:ext uri="{FF2B5EF4-FFF2-40B4-BE49-F238E27FC236}">
                <a16:creationId xmlns:a16="http://schemas.microsoft.com/office/drawing/2014/main" id="{802D5143-754D-45E9-43DF-6DF6A4913C1F}"/>
              </a:ext>
            </a:extLst>
          </p:cNvPr>
          <p:cNvSpPr>
            <a:spLocks noChangeArrowheads="1"/>
          </p:cNvSpPr>
          <p:nvPr/>
        </p:nvSpPr>
        <p:spPr bwMode="auto">
          <a:xfrm>
            <a:off x="4048125" y="1595438"/>
            <a:ext cx="266700" cy="266700"/>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2990" name="Oval 70">
            <a:extLst>
              <a:ext uri="{FF2B5EF4-FFF2-40B4-BE49-F238E27FC236}">
                <a16:creationId xmlns:a16="http://schemas.microsoft.com/office/drawing/2014/main" id="{78CFE012-261B-3D94-2F28-D499324B12F3}"/>
              </a:ext>
            </a:extLst>
          </p:cNvPr>
          <p:cNvSpPr>
            <a:spLocks noChangeArrowheads="1"/>
          </p:cNvSpPr>
          <p:nvPr/>
        </p:nvSpPr>
        <p:spPr bwMode="auto">
          <a:xfrm>
            <a:off x="4048125" y="2128838"/>
            <a:ext cx="266700" cy="266700"/>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56135" name="Line 71">
            <a:extLst>
              <a:ext uri="{FF2B5EF4-FFF2-40B4-BE49-F238E27FC236}">
                <a16:creationId xmlns:a16="http://schemas.microsoft.com/office/drawing/2014/main" id="{343F4F59-28DB-AF9A-25BA-5CC048F864FA}"/>
              </a:ext>
            </a:extLst>
          </p:cNvPr>
          <p:cNvSpPr>
            <a:spLocks noChangeShapeType="1"/>
          </p:cNvSpPr>
          <p:nvPr/>
        </p:nvSpPr>
        <p:spPr bwMode="auto">
          <a:xfrm>
            <a:off x="2246313" y="1724025"/>
            <a:ext cx="152400" cy="1524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92" name="Line 72">
            <a:extLst>
              <a:ext uri="{FF2B5EF4-FFF2-40B4-BE49-F238E27FC236}">
                <a16:creationId xmlns:a16="http://schemas.microsoft.com/office/drawing/2014/main" id="{E622D22A-021A-4013-CB72-C6C443F196DC}"/>
              </a:ext>
            </a:extLst>
          </p:cNvPr>
          <p:cNvSpPr>
            <a:spLocks noChangeShapeType="1"/>
          </p:cNvSpPr>
          <p:nvPr/>
        </p:nvSpPr>
        <p:spPr bwMode="auto">
          <a:xfrm>
            <a:off x="3495675" y="1423988"/>
            <a:ext cx="152400" cy="1524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93" name="Line 73">
            <a:extLst>
              <a:ext uri="{FF2B5EF4-FFF2-40B4-BE49-F238E27FC236}">
                <a16:creationId xmlns:a16="http://schemas.microsoft.com/office/drawing/2014/main" id="{874D80FD-9773-9D13-5D63-2ABB5092317B}"/>
              </a:ext>
            </a:extLst>
          </p:cNvPr>
          <p:cNvSpPr>
            <a:spLocks noChangeShapeType="1"/>
          </p:cNvSpPr>
          <p:nvPr/>
        </p:nvSpPr>
        <p:spPr bwMode="auto">
          <a:xfrm flipV="1">
            <a:off x="3471863" y="2371725"/>
            <a:ext cx="152400" cy="1524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6138" name="Arc 74">
            <a:extLst>
              <a:ext uri="{FF2B5EF4-FFF2-40B4-BE49-F238E27FC236}">
                <a16:creationId xmlns:a16="http://schemas.microsoft.com/office/drawing/2014/main" id="{98B390CA-9026-D8E6-F22E-B2486C5E9E80}"/>
              </a:ext>
            </a:extLst>
          </p:cNvPr>
          <p:cNvSpPr>
            <a:spLocks/>
          </p:cNvSpPr>
          <p:nvPr/>
        </p:nvSpPr>
        <p:spPr bwMode="auto">
          <a:xfrm>
            <a:off x="3114675" y="1425575"/>
            <a:ext cx="382588" cy="228600"/>
          </a:xfrm>
          <a:custGeom>
            <a:avLst/>
            <a:gdLst>
              <a:gd name="T0" fmla="*/ 0 w 21690"/>
              <a:gd name="T1" fmla="*/ 0 h 21600"/>
              <a:gd name="T2" fmla="*/ 2147483646 w 21690"/>
              <a:gd name="T3" fmla="*/ 2147483646 h 21600"/>
              <a:gd name="T4" fmla="*/ 2147483646 w 21690"/>
              <a:gd name="T5" fmla="*/ 2147483646 h 21600"/>
              <a:gd name="T6" fmla="*/ 0 60000 65536"/>
              <a:gd name="T7" fmla="*/ 0 60000 65536"/>
              <a:gd name="T8" fmla="*/ 0 60000 65536"/>
              <a:gd name="T9" fmla="*/ 0 w 21690"/>
              <a:gd name="T10" fmla="*/ 0 h 21600"/>
              <a:gd name="T11" fmla="*/ 21690 w 21690"/>
              <a:gd name="T12" fmla="*/ 21600 h 21600"/>
            </a:gdLst>
            <a:ahLst/>
            <a:cxnLst>
              <a:cxn ang="T6">
                <a:pos x="T0" y="T1"/>
              </a:cxn>
              <a:cxn ang="T7">
                <a:pos x="T2" y="T3"/>
              </a:cxn>
              <a:cxn ang="T8">
                <a:pos x="T4" y="T5"/>
              </a:cxn>
            </a:cxnLst>
            <a:rect l="T9" t="T10" r="T11" b="T12"/>
            <a:pathLst>
              <a:path w="21690" h="21600" fill="none" extrusionOk="0">
                <a:moveTo>
                  <a:pt x="0" y="0"/>
                </a:moveTo>
                <a:cubicBezTo>
                  <a:pt x="30" y="0"/>
                  <a:pt x="60" y="-1"/>
                  <a:pt x="90" y="0"/>
                </a:cubicBezTo>
                <a:cubicBezTo>
                  <a:pt x="12019" y="0"/>
                  <a:pt x="21690" y="9670"/>
                  <a:pt x="21690" y="21600"/>
                </a:cubicBezTo>
              </a:path>
              <a:path w="21690" h="21600" stroke="0" extrusionOk="0">
                <a:moveTo>
                  <a:pt x="0" y="0"/>
                </a:moveTo>
                <a:cubicBezTo>
                  <a:pt x="30" y="0"/>
                  <a:pt x="60" y="-1"/>
                  <a:pt x="90" y="0"/>
                </a:cubicBezTo>
                <a:cubicBezTo>
                  <a:pt x="12019" y="0"/>
                  <a:pt x="21690" y="9670"/>
                  <a:pt x="21690" y="21600"/>
                </a:cubicBezTo>
                <a:lnTo>
                  <a:pt x="90" y="21600"/>
                </a:lnTo>
                <a:lnTo>
                  <a:pt x="0" y="0"/>
                </a:lnTo>
                <a:close/>
              </a:path>
            </a:pathLst>
          </a:custGeom>
          <a:noFill/>
          <a:ln w="12700" cap="rnd">
            <a:solidFill>
              <a:schemeClr val="tx1"/>
            </a:solidFill>
            <a:round/>
            <a:headEnd type="none" w="sm" len="sm"/>
            <a:tailEnd type="stealth"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6139" name="Arc 75">
            <a:extLst>
              <a:ext uri="{FF2B5EF4-FFF2-40B4-BE49-F238E27FC236}">
                <a16:creationId xmlns:a16="http://schemas.microsoft.com/office/drawing/2014/main" id="{32BBA748-131E-918B-1CD3-1A26F1A12DBD}"/>
              </a:ext>
            </a:extLst>
          </p:cNvPr>
          <p:cNvSpPr>
            <a:spLocks/>
          </p:cNvSpPr>
          <p:nvPr/>
        </p:nvSpPr>
        <p:spPr bwMode="auto">
          <a:xfrm>
            <a:off x="2735263" y="1425575"/>
            <a:ext cx="457200" cy="304800"/>
          </a:xfrm>
          <a:custGeom>
            <a:avLst/>
            <a:gdLst>
              <a:gd name="T0" fmla="*/ 0 w 21600"/>
              <a:gd name="T1" fmla="*/ 2147483646 h 21600"/>
              <a:gd name="T2" fmla="*/ 2147483646 w 21600"/>
              <a:gd name="T3" fmla="*/ 0 h 21600"/>
              <a:gd name="T4" fmla="*/ 2147483646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9"/>
                  <a:pt x="9625" y="41"/>
                  <a:pt x="21525" y="0"/>
                </a:cubicBezTo>
              </a:path>
              <a:path w="21600" h="21600" stroke="0" extrusionOk="0">
                <a:moveTo>
                  <a:pt x="0" y="21600"/>
                </a:moveTo>
                <a:cubicBezTo>
                  <a:pt x="0" y="9699"/>
                  <a:pt x="9625" y="41"/>
                  <a:pt x="21525" y="0"/>
                </a:cubicBezTo>
                <a:lnTo>
                  <a:pt x="21600" y="21600"/>
                </a:lnTo>
                <a:lnTo>
                  <a:pt x="0" y="2160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6140" name="Arc 76">
            <a:extLst>
              <a:ext uri="{FF2B5EF4-FFF2-40B4-BE49-F238E27FC236}">
                <a16:creationId xmlns:a16="http://schemas.microsoft.com/office/drawing/2014/main" id="{4CCEE664-8E71-111D-D8B0-187C34D9E9FC}"/>
              </a:ext>
            </a:extLst>
          </p:cNvPr>
          <p:cNvSpPr>
            <a:spLocks/>
          </p:cNvSpPr>
          <p:nvPr/>
        </p:nvSpPr>
        <p:spPr bwMode="auto">
          <a:xfrm>
            <a:off x="3114675" y="2185988"/>
            <a:ext cx="381000" cy="228600"/>
          </a:xfrm>
          <a:custGeom>
            <a:avLst/>
            <a:gdLst>
              <a:gd name="T0" fmla="*/ 2147483646 w 21600"/>
              <a:gd name="T1" fmla="*/ 0 h 21600"/>
              <a:gd name="T2" fmla="*/ 0 w 21600"/>
              <a:gd name="T3" fmla="*/ 2147483646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6141" name="Arc 77">
            <a:extLst>
              <a:ext uri="{FF2B5EF4-FFF2-40B4-BE49-F238E27FC236}">
                <a16:creationId xmlns:a16="http://schemas.microsoft.com/office/drawing/2014/main" id="{7639BF9A-0207-FCE3-51F1-93C27429D787}"/>
              </a:ext>
            </a:extLst>
          </p:cNvPr>
          <p:cNvSpPr>
            <a:spLocks/>
          </p:cNvSpPr>
          <p:nvPr/>
        </p:nvSpPr>
        <p:spPr bwMode="auto">
          <a:xfrm>
            <a:off x="2659063" y="2033588"/>
            <a:ext cx="457200" cy="381000"/>
          </a:xfrm>
          <a:custGeom>
            <a:avLst/>
            <a:gdLst>
              <a:gd name="T0" fmla="*/ 2147483646 w 21600"/>
              <a:gd name="T1" fmla="*/ 2147483646 h 21600"/>
              <a:gd name="T2" fmla="*/ 0 w 21600"/>
              <a:gd name="T3" fmla="*/ 0 h 21600"/>
              <a:gd name="T4" fmla="*/ 2147483646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6142" name="Arc 78">
            <a:extLst>
              <a:ext uri="{FF2B5EF4-FFF2-40B4-BE49-F238E27FC236}">
                <a16:creationId xmlns:a16="http://schemas.microsoft.com/office/drawing/2014/main" id="{978E2535-4D6B-A7B4-7EE7-73EF60847884}"/>
              </a:ext>
            </a:extLst>
          </p:cNvPr>
          <p:cNvSpPr>
            <a:spLocks/>
          </p:cNvSpPr>
          <p:nvPr/>
        </p:nvSpPr>
        <p:spPr bwMode="auto">
          <a:xfrm>
            <a:off x="4791075" y="1501775"/>
            <a:ext cx="382588" cy="304800"/>
          </a:xfrm>
          <a:custGeom>
            <a:avLst/>
            <a:gdLst>
              <a:gd name="T0" fmla="*/ 0 w 21690"/>
              <a:gd name="T1" fmla="*/ 0 h 21600"/>
              <a:gd name="T2" fmla="*/ 2147483646 w 21690"/>
              <a:gd name="T3" fmla="*/ 2147483646 h 21600"/>
              <a:gd name="T4" fmla="*/ 2147483646 w 21690"/>
              <a:gd name="T5" fmla="*/ 2147483646 h 21600"/>
              <a:gd name="T6" fmla="*/ 0 60000 65536"/>
              <a:gd name="T7" fmla="*/ 0 60000 65536"/>
              <a:gd name="T8" fmla="*/ 0 60000 65536"/>
              <a:gd name="T9" fmla="*/ 0 w 21690"/>
              <a:gd name="T10" fmla="*/ 0 h 21600"/>
              <a:gd name="T11" fmla="*/ 21690 w 21690"/>
              <a:gd name="T12" fmla="*/ 21600 h 21600"/>
            </a:gdLst>
            <a:ahLst/>
            <a:cxnLst>
              <a:cxn ang="T6">
                <a:pos x="T0" y="T1"/>
              </a:cxn>
              <a:cxn ang="T7">
                <a:pos x="T2" y="T3"/>
              </a:cxn>
              <a:cxn ang="T8">
                <a:pos x="T4" y="T5"/>
              </a:cxn>
            </a:cxnLst>
            <a:rect l="T9" t="T10" r="T11" b="T12"/>
            <a:pathLst>
              <a:path w="21690" h="21600" fill="none" extrusionOk="0">
                <a:moveTo>
                  <a:pt x="0" y="0"/>
                </a:moveTo>
                <a:cubicBezTo>
                  <a:pt x="30" y="0"/>
                  <a:pt x="60" y="-1"/>
                  <a:pt x="90" y="0"/>
                </a:cubicBezTo>
                <a:cubicBezTo>
                  <a:pt x="12019" y="0"/>
                  <a:pt x="21690" y="9670"/>
                  <a:pt x="21690" y="21600"/>
                </a:cubicBezTo>
              </a:path>
              <a:path w="21690" h="21600" stroke="0" extrusionOk="0">
                <a:moveTo>
                  <a:pt x="0" y="0"/>
                </a:moveTo>
                <a:cubicBezTo>
                  <a:pt x="30" y="0"/>
                  <a:pt x="60" y="-1"/>
                  <a:pt x="90" y="0"/>
                </a:cubicBezTo>
                <a:cubicBezTo>
                  <a:pt x="12019" y="0"/>
                  <a:pt x="21690" y="9670"/>
                  <a:pt x="21690" y="21600"/>
                </a:cubicBezTo>
                <a:lnTo>
                  <a:pt x="90" y="21600"/>
                </a:lnTo>
                <a:lnTo>
                  <a:pt x="0" y="0"/>
                </a:lnTo>
                <a:close/>
              </a:path>
            </a:pathLst>
          </a:custGeom>
          <a:noFill/>
          <a:ln w="12700" cap="rnd">
            <a:solidFill>
              <a:schemeClr val="tx1"/>
            </a:solidFill>
            <a:round/>
            <a:headEnd type="none" w="sm" len="sm"/>
            <a:tailEnd type="stealth"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6143" name="Arc 79">
            <a:extLst>
              <a:ext uri="{FF2B5EF4-FFF2-40B4-BE49-F238E27FC236}">
                <a16:creationId xmlns:a16="http://schemas.microsoft.com/office/drawing/2014/main" id="{86048BA3-434E-CF38-FA29-43F250B428B1}"/>
              </a:ext>
            </a:extLst>
          </p:cNvPr>
          <p:cNvSpPr>
            <a:spLocks/>
          </p:cNvSpPr>
          <p:nvPr/>
        </p:nvSpPr>
        <p:spPr bwMode="auto">
          <a:xfrm>
            <a:off x="4335463" y="1501775"/>
            <a:ext cx="457200" cy="152400"/>
          </a:xfrm>
          <a:custGeom>
            <a:avLst/>
            <a:gdLst>
              <a:gd name="T0" fmla="*/ 0 w 21600"/>
              <a:gd name="T1" fmla="*/ 2147483646 h 21600"/>
              <a:gd name="T2" fmla="*/ 2147483646 w 21600"/>
              <a:gd name="T3" fmla="*/ 0 h 21600"/>
              <a:gd name="T4" fmla="*/ 2147483646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9"/>
                  <a:pt x="9625" y="41"/>
                  <a:pt x="21525" y="0"/>
                </a:cubicBezTo>
              </a:path>
              <a:path w="21600" h="21600" stroke="0" extrusionOk="0">
                <a:moveTo>
                  <a:pt x="0" y="21600"/>
                </a:moveTo>
                <a:cubicBezTo>
                  <a:pt x="0" y="9699"/>
                  <a:pt x="9625" y="41"/>
                  <a:pt x="21525" y="0"/>
                </a:cubicBezTo>
                <a:lnTo>
                  <a:pt x="21600" y="21600"/>
                </a:lnTo>
                <a:lnTo>
                  <a:pt x="0" y="2160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6144" name="Arc 80">
            <a:extLst>
              <a:ext uri="{FF2B5EF4-FFF2-40B4-BE49-F238E27FC236}">
                <a16:creationId xmlns:a16="http://schemas.microsoft.com/office/drawing/2014/main" id="{3B41C3AC-76F9-1ED9-DB71-48263C8EF491}"/>
              </a:ext>
            </a:extLst>
          </p:cNvPr>
          <p:cNvSpPr>
            <a:spLocks/>
          </p:cNvSpPr>
          <p:nvPr/>
        </p:nvSpPr>
        <p:spPr bwMode="auto">
          <a:xfrm>
            <a:off x="4838700" y="2155825"/>
            <a:ext cx="457200" cy="381000"/>
          </a:xfrm>
          <a:custGeom>
            <a:avLst/>
            <a:gdLst>
              <a:gd name="T0" fmla="*/ 2147483646 w 21600"/>
              <a:gd name="T1" fmla="*/ 0 h 21600"/>
              <a:gd name="T2" fmla="*/ 0 w 21600"/>
              <a:gd name="T3" fmla="*/ 2147483646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56145" name="Arc 81">
            <a:extLst>
              <a:ext uri="{FF2B5EF4-FFF2-40B4-BE49-F238E27FC236}">
                <a16:creationId xmlns:a16="http://schemas.microsoft.com/office/drawing/2014/main" id="{5BEE8580-0D7C-5F62-3FC0-5F61D4F145EF}"/>
              </a:ext>
            </a:extLst>
          </p:cNvPr>
          <p:cNvSpPr>
            <a:spLocks/>
          </p:cNvSpPr>
          <p:nvPr/>
        </p:nvSpPr>
        <p:spPr bwMode="auto">
          <a:xfrm>
            <a:off x="4402138" y="2405063"/>
            <a:ext cx="484187" cy="130175"/>
          </a:xfrm>
          <a:custGeom>
            <a:avLst/>
            <a:gdLst>
              <a:gd name="T0" fmla="*/ 2147483646 w 21600"/>
              <a:gd name="T1" fmla="*/ 2147483646 h 21501"/>
              <a:gd name="T2" fmla="*/ 0 w 21600"/>
              <a:gd name="T3" fmla="*/ 0 h 21501"/>
              <a:gd name="T4" fmla="*/ 2147483646 w 21600"/>
              <a:gd name="T5" fmla="*/ 0 h 21501"/>
              <a:gd name="T6" fmla="*/ 0 60000 65536"/>
              <a:gd name="T7" fmla="*/ 0 60000 65536"/>
              <a:gd name="T8" fmla="*/ 0 60000 65536"/>
              <a:gd name="T9" fmla="*/ 0 w 21600"/>
              <a:gd name="T10" fmla="*/ 0 h 21501"/>
              <a:gd name="T11" fmla="*/ 21600 w 21600"/>
              <a:gd name="T12" fmla="*/ 21501 h 21501"/>
            </a:gdLst>
            <a:ahLst/>
            <a:cxnLst>
              <a:cxn ang="T6">
                <a:pos x="T0" y="T1"/>
              </a:cxn>
              <a:cxn ang="T7">
                <a:pos x="T2" y="T3"/>
              </a:cxn>
              <a:cxn ang="T8">
                <a:pos x="T4" y="T5"/>
              </a:cxn>
            </a:cxnLst>
            <a:rect l="T9" t="T10" r="T11" b="T12"/>
            <a:pathLst>
              <a:path w="21600" h="21501" fill="none" extrusionOk="0">
                <a:moveTo>
                  <a:pt x="19530" y="21500"/>
                </a:moveTo>
                <a:cubicBezTo>
                  <a:pt x="8453" y="20434"/>
                  <a:pt x="0" y="11127"/>
                  <a:pt x="0" y="0"/>
                </a:cubicBezTo>
              </a:path>
              <a:path w="21600" h="21501" stroke="0" extrusionOk="0">
                <a:moveTo>
                  <a:pt x="19530" y="21500"/>
                </a:moveTo>
                <a:cubicBezTo>
                  <a:pt x="8453" y="20434"/>
                  <a:pt x="0" y="11127"/>
                  <a:pt x="0" y="0"/>
                </a:cubicBezTo>
                <a:lnTo>
                  <a:pt x="21600" y="0"/>
                </a:lnTo>
                <a:lnTo>
                  <a:pt x="19530" y="2150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002" name="Rectangle 82">
            <a:extLst>
              <a:ext uri="{FF2B5EF4-FFF2-40B4-BE49-F238E27FC236}">
                <a16:creationId xmlns:a16="http://schemas.microsoft.com/office/drawing/2014/main" id="{ADE213C9-D460-8ED1-D9DC-0A7538ED71B7}"/>
              </a:ext>
            </a:extLst>
          </p:cNvPr>
          <p:cNvSpPr>
            <a:spLocks noChangeArrowheads="1"/>
          </p:cNvSpPr>
          <p:nvPr/>
        </p:nvSpPr>
        <p:spPr bwMode="auto">
          <a:xfrm>
            <a:off x="3687763" y="2516188"/>
            <a:ext cx="3762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M</a:t>
            </a:r>
          </a:p>
        </p:txBody>
      </p:sp>
      <p:sp>
        <p:nvSpPr>
          <p:cNvPr id="856147" name="Rectangle 83">
            <a:extLst>
              <a:ext uri="{FF2B5EF4-FFF2-40B4-BE49-F238E27FC236}">
                <a16:creationId xmlns:a16="http://schemas.microsoft.com/office/drawing/2014/main" id="{06898B5C-E0AB-53F5-AA61-37C0421C0745}"/>
              </a:ext>
            </a:extLst>
          </p:cNvPr>
          <p:cNvSpPr>
            <a:spLocks noChangeArrowheads="1"/>
          </p:cNvSpPr>
          <p:nvPr/>
        </p:nvSpPr>
        <p:spPr bwMode="auto">
          <a:xfrm>
            <a:off x="2822575" y="2300288"/>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ε</a:t>
            </a:r>
          </a:p>
        </p:txBody>
      </p:sp>
      <p:sp>
        <p:nvSpPr>
          <p:cNvPr id="856148" name="Rectangle 84">
            <a:extLst>
              <a:ext uri="{FF2B5EF4-FFF2-40B4-BE49-F238E27FC236}">
                <a16:creationId xmlns:a16="http://schemas.microsoft.com/office/drawing/2014/main" id="{3DA3199E-8D6C-F38E-FC1F-37FEC2DDE580}"/>
              </a:ext>
            </a:extLst>
          </p:cNvPr>
          <p:cNvSpPr>
            <a:spLocks noChangeArrowheads="1"/>
          </p:cNvSpPr>
          <p:nvPr/>
        </p:nvSpPr>
        <p:spPr bwMode="auto">
          <a:xfrm>
            <a:off x="4551363" y="1398588"/>
            <a:ext cx="439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ε</a:t>
            </a:r>
          </a:p>
        </p:txBody>
      </p:sp>
      <p:sp>
        <p:nvSpPr>
          <p:cNvPr id="856149" name="Rectangle 85">
            <a:extLst>
              <a:ext uri="{FF2B5EF4-FFF2-40B4-BE49-F238E27FC236}">
                <a16:creationId xmlns:a16="http://schemas.microsoft.com/office/drawing/2014/main" id="{89797030-50A9-BD60-C97B-8076B3A11840}"/>
              </a:ext>
            </a:extLst>
          </p:cNvPr>
          <p:cNvSpPr>
            <a:spLocks noChangeArrowheads="1"/>
          </p:cNvSpPr>
          <p:nvPr/>
        </p:nvSpPr>
        <p:spPr bwMode="auto">
          <a:xfrm>
            <a:off x="4622800" y="2179638"/>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ε</a:t>
            </a:r>
          </a:p>
        </p:txBody>
      </p:sp>
      <p:sp>
        <p:nvSpPr>
          <p:cNvPr id="856150" name="Rectangle 86">
            <a:extLst>
              <a:ext uri="{FF2B5EF4-FFF2-40B4-BE49-F238E27FC236}">
                <a16:creationId xmlns:a16="http://schemas.microsoft.com/office/drawing/2014/main" id="{34D4637A-5D44-17F7-9C6E-09935B865603}"/>
              </a:ext>
            </a:extLst>
          </p:cNvPr>
          <p:cNvSpPr>
            <a:spLocks noChangeArrowheads="1"/>
          </p:cNvSpPr>
          <p:nvPr/>
        </p:nvSpPr>
        <p:spPr bwMode="auto">
          <a:xfrm>
            <a:off x="2895600" y="1327150"/>
            <a:ext cx="439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ε</a:t>
            </a:r>
          </a:p>
        </p:txBody>
      </p:sp>
      <p:sp>
        <p:nvSpPr>
          <p:cNvPr id="856151" name="Oval 87">
            <a:extLst>
              <a:ext uri="{FF2B5EF4-FFF2-40B4-BE49-F238E27FC236}">
                <a16:creationId xmlns:a16="http://schemas.microsoft.com/office/drawing/2014/main" id="{1150A76B-6A06-A728-0594-5B709C4DEA78}"/>
              </a:ext>
            </a:extLst>
          </p:cNvPr>
          <p:cNvSpPr>
            <a:spLocks noChangeArrowheads="1"/>
          </p:cNvSpPr>
          <p:nvPr/>
        </p:nvSpPr>
        <p:spPr bwMode="auto">
          <a:xfrm>
            <a:off x="2390775" y="1652588"/>
            <a:ext cx="504825" cy="504825"/>
          </a:xfrm>
          <a:prstGeom prst="ellipse">
            <a:avLst/>
          </a:prstGeom>
          <a:solidFill>
            <a:schemeClr val="accent1"/>
          </a:solidFill>
          <a:ln w="9525" algn="ctr">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ea typeface="宋体" panose="02010600030101010101" pitchFamily="2" charset="-122"/>
              </a:rPr>
              <a:t>X</a:t>
            </a:r>
          </a:p>
        </p:txBody>
      </p:sp>
      <p:sp>
        <p:nvSpPr>
          <p:cNvPr id="83008" name="灯片编号占位符 63">
            <a:extLst>
              <a:ext uri="{FF2B5EF4-FFF2-40B4-BE49-F238E27FC236}">
                <a16:creationId xmlns:a16="http://schemas.microsoft.com/office/drawing/2014/main" id="{601CC482-521C-F88D-6980-948C4757701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7752ECEA-F778-2644-889F-4BB045BEACA3}"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71</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856135"/>
                                        </p:tgtEl>
                                        <p:attrNameLst>
                                          <p:attrName>style.visibility</p:attrName>
                                        </p:attrNameLst>
                                      </p:cBhvr>
                                      <p:to>
                                        <p:strVal val="visible"/>
                                      </p:to>
                                    </p:set>
                                    <p:animEffect transition="in" filter="wipe(down)">
                                      <p:cBhvr>
                                        <p:cTn id="7" dur="500"/>
                                        <p:tgtEl>
                                          <p:spTgt spid="856135"/>
                                        </p:tgtEl>
                                      </p:cBhvr>
                                    </p:animEffect>
                                  </p:childTnLst>
                                </p:cTn>
                              </p:par>
                              <p:par>
                                <p:cTn id="8" presetID="22" presetClass="entr" presetSubtype="4" fill="hold" nodeType="withEffect">
                                  <p:stCondLst>
                                    <p:cond delay="0"/>
                                  </p:stCondLst>
                                  <p:childTnLst>
                                    <p:set>
                                      <p:cBhvr>
                                        <p:cTn id="9" dur="1" fill="hold">
                                          <p:stCondLst>
                                            <p:cond delay="0"/>
                                          </p:stCondLst>
                                        </p:cTn>
                                        <p:tgtEl>
                                          <p:spTgt spid="856139"/>
                                        </p:tgtEl>
                                        <p:attrNameLst>
                                          <p:attrName>style.visibility</p:attrName>
                                        </p:attrNameLst>
                                      </p:cBhvr>
                                      <p:to>
                                        <p:strVal val="visible"/>
                                      </p:to>
                                    </p:set>
                                    <p:animEffect transition="in" filter="wipe(down)">
                                      <p:cBhvr>
                                        <p:cTn id="10" dur="500"/>
                                        <p:tgtEl>
                                          <p:spTgt spid="856139"/>
                                        </p:tgtEl>
                                      </p:cBhvr>
                                    </p:animEffect>
                                  </p:childTnLst>
                                </p:cTn>
                              </p:par>
                              <p:par>
                                <p:cTn id="11" presetID="22" presetClass="entr" presetSubtype="4" fill="hold" nodeType="withEffect">
                                  <p:stCondLst>
                                    <p:cond delay="0"/>
                                  </p:stCondLst>
                                  <p:childTnLst>
                                    <p:set>
                                      <p:cBhvr>
                                        <p:cTn id="12" dur="1" fill="hold">
                                          <p:stCondLst>
                                            <p:cond delay="0"/>
                                          </p:stCondLst>
                                        </p:cTn>
                                        <p:tgtEl>
                                          <p:spTgt spid="856141"/>
                                        </p:tgtEl>
                                        <p:attrNameLst>
                                          <p:attrName>style.visibility</p:attrName>
                                        </p:attrNameLst>
                                      </p:cBhvr>
                                      <p:to>
                                        <p:strVal val="visible"/>
                                      </p:to>
                                    </p:set>
                                    <p:animEffect transition="in" filter="wipe(down)">
                                      <p:cBhvr>
                                        <p:cTn id="13" dur="500"/>
                                        <p:tgtEl>
                                          <p:spTgt spid="856141"/>
                                        </p:tgtEl>
                                      </p:cBhvr>
                                    </p:animEffect>
                                  </p:childTnLst>
                                </p:cTn>
                              </p:par>
                              <p:par>
                                <p:cTn id="14" presetID="22" presetClass="entr" presetSubtype="4" fill="hold" nodeType="withEffect">
                                  <p:stCondLst>
                                    <p:cond delay="0"/>
                                  </p:stCondLst>
                                  <p:childTnLst>
                                    <p:set>
                                      <p:cBhvr>
                                        <p:cTn id="15" dur="1" fill="hold">
                                          <p:stCondLst>
                                            <p:cond delay="0"/>
                                          </p:stCondLst>
                                        </p:cTn>
                                        <p:tgtEl>
                                          <p:spTgt spid="856147"/>
                                        </p:tgtEl>
                                        <p:attrNameLst>
                                          <p:attrName>style.visibility</p:attrName>
                                        </p:attrNameLst>
                                      </p:cBhvr>
                                      <p:to>
                                        <p:strVal val="visible"/>
                                      </p:to>
                                    </p:set>
                                    <p:animEffect transition="in" filter="wipe(down)">
                                      <p:cBhvr>
                                        <p:cTn id="16" dur="500"/>
                                        <p:tgtEl>
                                          <p:spTgt spid="856147"/>
                                        </p:tgtEl>
                                      </p:cBhvr>
                                    </p:animEffect>
                                  </p:childTnLst>
                                </p:cTn>
                              </p:par>
                              <p:par>
                                <p:cTn id="17" presetID="22" presetClass="entr" presetSubtype="4" fill="hold" nodeType="withEffect">
                                  <p:stCondLst>
                                    <p:cond delay="0"/>
                                  </p:stCondLst>
                                  <p:childTnLst>
                                    <p:set>
                                      <p:cBhvr>
                                        <p:cTn id="18" dur="1" fill="hold">
                                          <p:stCondLst>
                                            <p:cond delay="0"/>
                                          </p:stCondLst>
                                        </p:cTn>
                                        <p:tgtEl>
                                          <p:spTgt spid="856150"/>
                                        </p:tgtEl>
                                        <p:attrNameLst>
                                          <p:attrName>style.visibility</p:attrName>
                                        </p:attrNameLst>
                                      </p:cBhvr>
                                      <p:to>
                                        <p:strVal val="visible"/>
                                      </p:to>
                                    </p:set>
                                    <p:animEffect transition="in" filter="wipe(down)">
                                      <p:cBhvr>
                                        <p:cTn id="19" dur="500"/>
                                        <p:tgtEl>
                                          <p:spTgt spid="856150"/>
                                        </p:tgtEl>
                                      </p:cBhvr>
                                    </p:animEffect>
                                  </p:childTnLst>
                                </p:cTn>
                              </p:par>
                              <p:par>
                                <p:cTn id="20" presetID="22" presetClass="entr" presetSubtype="4" fill="hold" nodeType="withEffect">
                                  <p:stCondLst>
                                    <p:cond delay="0"/>
                                  </p:stCondLst>
                                  <p:childTnLst>
                                    <p:set>
                                      <p:cBhvr>
                                        <p:cTn id="21" dur="1" fill="hold">
                                          <p:stCondLst>
                                            <p:cond delay="0"/>
                                          </p:stCondLst>
                                        </p:cTn>
                                        <p:tgtEl>
                                          <p:spTgt spid="856151"/>
                                        </p:tgtEl>
                                        <p:attrNameLst>
                                          <p:attrName>style.visibility</p:attrName>
                                        </p:attrNameLst>
                                      </p:cBhvr>
                                      <p:to>
                                        <p:strVal val="visible"/>
                                      </p:to>
                                    </p:set>
                                    <p:animEffect transition="in" filter="wipe(down)">
                                      <p:cBhvr>
                                        <p:cTn id="22" dur="500"/>
                                        <p:tgtEl>
                                          <p:spTgt spid="856151"/>
                                        </p:tgtEl>
                                      </p:cBhvr>
                                    </p:animEffect>
                                  </p:childTnLst>
                                </p:cTn>
                              </p:par>
                              <p:par>
                                <p:cTn id="23" presetID="22" presetClass="entr" presetSubtype="8" fill="hold" nodeType="withEffect">
                                  <p:stCondLst>
                                    <p:cond delay="0"/>
                                  </p:stCondLst>
                                  <p:childTnLst>
                                    <p:set>
                                      <p:cBhvr>
                                        <p:cTn id="24" dur="1" fill="hold">
                                          <p:stCondLst>
                                            <p:cond delay="0"/>
                                          </p:stCondLst>
                                        </p:cTn>
                                        <p:tgtEl>
                                          <p:spTgt spid="856140"/>
                                        </p:tgtEl>
                                        <p:attrNameLst>
                                          <p:attrName>style.visibility</p:attrName>
                                        </p:attrNameLst>
                                      </p:cBhvr>
                                      <p:to>
                                        <p:strVal val="visible"/>
                                      </p:to>
                                    </p:set>
                                    <p:animEffect transition="in" filter="wipe(left)">
                                      <p:cBhvr>
                                        <p:cTn id="25" dur="500"/>
                                        <p:tgtEl>
                                          <p:spTgt spid="856140"/>
                                        </p:tgtEl>
                                      </p:cBhvr>
                                    </p:animEffect>
                                  </p:childTnLst>
                                </p:cTn>
                              </p:par>
                              <p:par>
                                <p:cTn id="26" presetID="22" presetClass="entr" presetSubtype="8" fill="hold" nodeType="withEffect">
                                  <p:stCondLst>
                                    <p:cond delay="0"/>
                                  </p:stCondLst>
                                  <p:childTnLst>
                                    <p:set>
                                      <p:cBhvr>
                                        <p:cTn id="27" dur="1" fill="hold">
                                          <p:stCondLst>
                                            <p:cond delay="0"/>
                                          </p:stCondLst>
                                        </p:cTn>
                                        <p:tgtEl>
                                          <p:spTgt spid="856138"/>
                                        </p:tgtEl>
                                        <p:attrNameLst>
                                          <p:attrName>style.visibility</p:attrName>
                                        </p:attrNameLst>
                                      </p:cBhvr>
                                      <p:to>
                                        <p:strVal val="visible"/>
                                      </p:to>
                                    </p:set>
                                    <p:animEffect transition="in" filter="wipe(left)">
                                      <p:cBhvr>
                                        <p:cTn id="28" dur="500"/>
                                        <p:tgtEl>
                                          <p:spTgt spid="85613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856092"/>
                                        </p:tgtEl>
                                        <p:attrNameLst>
                                          <p:attrName>style.visibility</p:attrName>
                                        </p:attrNameLst>
                                      </p:cBhvr>
                                      <p:to>
                                        <p:strVal val="visible"/>
                                      </p:to>
                                    </p:set>
                                    <p:animEffect transition="in" filter="wipe(left)">
                                      <p:cBhvr>
                                        <p:cTn id="33" dur="500"/>
                                        <p:tgtEl>
                                          <p:spTgt spid="856092"/>
                                        </p:tgtEl>
                                      </p:cBhvr>
                                    </p:animEffect>
                                  </p:childTnLst>
                                </p:cTn>
                              </p:par>
                              <p:par>
                                <p:cTn id="34" presetID="22" presetClass="entr" presetSubtype="8" fill="hold" nodeType="withEffect">
                                  <p:stCondLst>
                                    <p:cond delay="0"/>
                                  </p:stCondLst>
                                  <p:childTnLst>
                                    <p:set>
                                      <p:cBhvr>
                                        <p:cTn id="35" dur="1" fill="hold">
                                          <p:stCondLst>
                                            <p:cond delay="0"/>
                                          </p:stCondLst>
                                        </p:cTn>
                                        <p:tgtEl>
                                          <p:spTgt spid="856142"/>
                                        </p:tgtEl>
                                        <p:attrNameLst>
                                          <p:attrName>style.visibility</p:attrName>
                                        </p:attrNameLst>
                                      </p:cBhvr>
                                      <p:to>
                                        <p:strVal val="visible"/>
                                      </p:to>
                                    </p:set>
                                    <p:animEffect transition="in" filter="wipe(left)">
                                      <p:cBhvr>
                                        <p:cTn id="36" dur="500"/>
                                        <p:tgtEl>
                                          <p:spTgt spid="856142"/>
                                        </p:tgtEl>
                                      </p:cBhvr>
                                    </p:animEffect>
                                  </p:childTnLst>
                                </p:cTn>
                              </p:par>
                              <p:par>
                                <p:cTn id="37" presetID="22" presetClass="entr" presetSubtype="8" fill="hold" nodeType="withEffect">
                                  <p:stCondLst>
                                    <p:cond delay="0"/>
                                  </p:stCondLst>
                                  <p:childTnLst>
                                    <p:set>
                                      <p:cBhvr>
                                        <p:cTn id="38" dur="1" fill="hold">
                                          <p:stCondLst>
                                            <p:cond delay="0"/>
                                          </p:stCondLst>
                                        </p:cTn>
                                        <p:tgtEl>
                                          <p:spTgt spid="856143"/>
                                        </p:tgtEl>
                                        <p:attrNameLst>
                                          <p:attrName>style.visibility</p:attrName>
                                        </p:attrNameLst>
                                      </p:cBhvr>
                                      <p:to>
                                        <p:strVal val="visible"/>
                                      </p:to>
                                    </p:set>
                                    <p:animEffect transition="in" filter="wipe(left)">
                                      <p:cBhvr>
                                        <p:cTn id="39" dur="500"/>
                                        <p:tgtEl>
                                          <p:spTgt spid="856143"/>
                                        </p:tgtEl>
                                      </p:cBhvr>
                                    </p:animEffect>
                                  </p:childTnLst>
                                </p:cTn>
                              </p:par>
                              <p:par>
                                <p:cTn id="40" presetID="22" presetClass="entr" presetSubtype="8" fill="hold" nodeType="withEffect">
                                  <p:stCondLst>
                                    <p:cond delay="0"/>
                                  </p:stCondLst>
                                  <p:childTnLst>
                                    <p:set>
                                      <p:cBhvr>
                                        <p:cTn id="41" dur="1" fill="hold">
                                          <p:stCondLst>
                                            <p:cond delay="0"/>
                                          </p:stCondLst>
                                        </p:cTn>
                                        <p:tgtEl>
                                          <p:spTgt spid="856144"/>
                                        </p:tgtEl>
                                        <p:attrNameLst>
                                          <p:attrName>style.visibility</p:attrName>
                                        </p:attrNameLst>
                                      </p:cBhvr>
                                      <p:to>
                                        <p:strVal val="visible"/>
                                      </p:to>
                                    </p:set>
                                    <p:animEffect transition="in" filter="wipe(left)">
                                      <p:cBhvr>
                                        <p:cTn id="42" dur="500"/>
                                        <p:tgtEl>
                                          <p:spTgt spid="856144"/>
                                        </p:tgtEl>
                                      </p:cBhvr>
                                    </p:animEffect>
                                  </p:childTnLst>
                                </p:cTn>
                              </p:par>
                              <p:par>
                                <p:cTn id="43" presetID="22" presetClass="entr" presetSubtype="8" fill="hold" nodeType="withEffect">
                                  <p:stCondLst>
                                    <p:cond delay="0"/>
                                  </p:stCondLst>
                                  <p:childTnLst>
                                    <p:set>
                                      <p:cBhvr>
                                        <p:cTn id="44" dur="1" fill="hold">
                                          <p:stCondLst>
                                            <p:cond delay="0"/>
                                          </p:stCondLst>
                                        </p:cTn>
                                        <p:tgtEl>
                                          <p:spTgt spid="856145"/>
                                        </p:tgtEl>
                                        <p:attrNameLst>
                                          <p:attrName>style.visibility</p:attrName>
                                        </p:attrNameLst>
                                      </p:cBhvr>
                                      <p:to>
                                        <p:strVal val="visible"/>
                                      </p:to>
                                    </p:set>
                                    <p:animEffect transition="in" filter="wipe(left)">
                                      <p:cBhvr>
                                        <p:cTn id="45" dur="500"/>
                                        <p:tgtEl>
                                          <p:spTgt spid="856145"/>
                                        </p:tgtEl>
                                      </p:cBhvr>
                                    </p:animEffect>
                                  </p:childTnLst>
                                </p:cTn>
                              </p:par>
                              <p:par>
                                <p:cTn id="46" presetID="22" presetClass="entr" presetSubtype="8" fill="hold" nodeType="withEffect">
                                  <p:stCondLst>
                                    <p:cond delay="0"/>
                                  </p:stCondLst>
                                  <p:childTnLst>
                                    <p:set>
                                      <p:cBhvr>
                                        <p:cTn id="47" dur="1" fill="hold">
                                          <p:stCondLst>
                                            <p:cond delay="0"/>
                                          </p:stCondLst>
                                        </p:cTn>
                                        <p:tgtEl>
                                          <p:spTgt spid="856148"/>
                                        </p:tgtEl>
                                        <p:attrNameLst>
                                          <p:attrName>style.visibility</p:attrName>
                                        </p:attrNameLst>
                                      </p:cBhvr>
                                      <p:to>
                                        <p:strVal val="visible"/>
                                      </p:to>
                                    </p:set>
                                    <p:animEffect transition="in" filter="wipe(left)">
                                      <p:cBhvr>
                                        <p:cTn id="48" dur="500"/>
                                        <p:tgtEl>
                                          <p:spTgt spid="856148"/>
                                        </p:tgtEl>
                                      </p:cBhvr>
                                    </p:animEffect>
                                  </p:childTnLst>
                                </p:cTn>
                              </p:par>
                              <p:par>
                                <p:cTn id="49" presetID="22" presetClass="entr" presetSubtype="8" fill="hold" nodeType="withEffect">
                                  <p:stCondLst>
                                    <p:cond delay="0"/>
                                  </p:stCondLst>
                                  <p:childTnLst>
                                    <p:set>
                                      <p:cBhvr>
                                        <p:cTn id="50" dur="1" fill="hold">
                                          <p:stCondLst>
                                            <p:cond delay="0"/>
                                          </p:stCondLst>
                                        </p:cTn>
                                        <p:tgtEl>
                                          <p:spTgt spid="856149"/>
                                        </p:tgtEl>
                                        <p:attrNameLst>
                                          <p:attrName>style.visibility</p:attrName>
                                        </p:attrNameLst>
                                      </p:cBhvr>
                                      <p:to>
                                        <p:strVal val="visible"/>
                                      </p:to>
                                    </p:set>
                                    <p:animEffect transition="in" filter="wipe(left)">
                                      <p:cBhvr>
                                        <p:cTn id="51" dur="500"/>
                                        <p:tgtEl>
                                          <p:spTgt spid="85614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856091"/>
                                        </p:tgtEl>
                                        <p:attrNameLst>
                                          <p:attrName>style.visibility</p:attrName>
                                        </p:attrNameLst>
                                      </p:cBhvr>
                                      <p:to>
                                        <p:strVal val="visible"/>
                                      </p:to>
                                    </p:set>
                                    <p:animEffect transition="in" filter="wipe(left)">
                                      <p:cBhvr>
                                        <p:cTn id="56" dur="500"/>
                                        <p:tgtEl>
                                          <p:spTgt spid="856091"/>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10" fill="hold" nodeType="clickEffect">
                                  <p:stCondLst>
                                    <p:cond delay="0"/>
                                  </p:stCondLst>
                                  <p:childTnLst>
                                    <p:set>
                                      <p:cBhvr>
                                        <p:cTn id="60" dur="1" fill="hold">
                                          <p:stCondLst>
                                            <p:cond delay="0"/>
                                          </p:stCondLst>
                                        </p:cTn>
                                        <p:tgtEl>
                                          <p:spTgt spid="856093"/>
                                        </p:tgtEl>
                                        <p:attrNameLst>
                                          <p:attrName>style.visibility</p:attrName>
                                        </p:attrNameLst>
                                      </p:cBhvr>
                                      <p:to>
                                        <p:strVal val="visible"/>
                                      </p:to>
                                    </p:set>
                                    <p:animEffect transition="in" filter="blinds(horizontal)">
                                      <p:cBhvr>
                                        <p:cTn id="61" dur="500"/>
                                        <p:tgtEl>
                                          <p:spTgt spid="856093"/>
                                        </p:tgtEl>
                                      </p:cBhvr>
                                    </p:animEffect>
                                  </p:childTnLst>
                                </p:cTn>
                              </p:par>
                              <p:par>
                                <p:cTn id="62" presetID="3" presetClass="entr" presetSubtype="10" fill="hold" nodeType="withEffect">
                                  <p:stCondLst>
                                    <p:cond delay="0"/>
                                  </p:stCondLst>
                                  <p:childTnLst>
                                    <p:set>
                                      <p:cBhvr>
                                        <p:cTn id="63" dur="1" fill="hold">
                                          <p:stCondLst>
                                            <p:cond delay="0"/>
                                          </p:stCondLst>
                                        </p:cTn>
                                        <p:tgtEl>
                                          <p:spTgt spid="856094"/>
                                        </p:tgtEl>
                                        <p:attrNameLst>
                                          <p:attrName>style.visibility</p:attrName>
                                        </p:attrNameLst>
                                      </p:cBhvr>
                                      <p:to>
                                        <p:strVal val="visible"/>
                                      </p:to>
                                    </p:set>
                                    <p:animEffect transition="in" filter="blinds(horizontal)">
                                      <p:cBhvr>
                                        <p:cTn id="64" dur="500"/>
                                        <p:tgtEl>
                                          <p:spTgt spid="856094"/>
                                        </p:tgtEl>
                                      </p:cBhvr>
                                    </p:animEffect>
                                  </p:childTnLst>
                                </p:cTn>
                              </p:par>
                              <p:par>
                                <p:cTn id="65" presetID="3" presetClass="entr" presetSubtype="10" fill="hold" nodeType="withEffect">
                                  <p:stCondLst>
                                    <p:cond delay="0"/>
                                  </p:stCondLst>
                                  <p:childTnLst>
                                    <p:set>
                                      <p:cBhvr>
                                        <p:cTn id="66" dur="1" fill="hold">
                                          <p:stCondLst>
                                            <p:cond delay="0"/>
                                          </p:stCondLst>
                                        </p:cTn>
                                        <p:tgtEl>
                                          <p:spTgt spid="856095"/>
                                        </p:tgtEl>
                                        <p:attrNameLst>
                                          <p:attrName>style.visibility</p:attrName>
                                        </p:attrNameLst>
                                      </p:cBhvr>
                                      <p:to>
                                        <p:strVal val="visible"/>
                                      </p:to>
                                    </p:set>
                                    <p:animEffect transition="in" filter="blinds(horizontal)">
                                      <p:cBhvr>
                                        <p:cTn id="67" dur="500"/>
                                        <p:tgtEl>
                                          <p:spTgt spid="856095"/>
                                        </p:tgtEl>
                                      </p:cBhvr>
                                    </p:animEffect>
                                  </p:childTnLst>
                                </p:cTn>
                              </p:par>
                              <p:par>
                                <p:cTn id="68" presetID="3" presetClass="entr" presetSubtype="10" fill="hold" nodeType="withEffect">
                                  <p:stCondLst>
                                    <p:cond delay="0"/>
                                  </p:stCondLst>
                                  <p:childTnLst>
                                    <p:set>
                                      <p:cBhvr>
                                        <p:cTn id="69" dur="1" fill="hold">
                                          <p:stCondLst>
                                            <p:cond delay="0"/>
                                          </p:stCondLst>
                                        </p:cTn>
                                        <p:tgtEl>
                                          <p:spTgt spid="856096"/>
                                        </p:tgtEl>
                                        <p:attrNameLst>
                                          <p:attrName>style.visibility</p:attrName>
                                        </p:attrNameLst>
                                      </p:cBhvr>
                                      <p:to>
                                        <p:strVal val="visible"/>
                                      </p:to>
                                    </p:set>
                                    <p:animEffect transition="in" filter="blinds(horizontal)">
                                      <p:cBhvr>
                                        <p:cTn id="70" dur="500"/>
                                        <p:tgtEl>
                                          <p:spTgt spid="856096"/>
                                        </p:tgtEl>
                                      </p:cBhvr>
                                    </p:animEffect>
                                  </p:childTnLst>
                                </p:cTn>
                              </p:par>
                              <p:par>
                                <p:cTn id="71" presetID="3" presetClass="entr" presetSubtype="10" fill="hold" nodeType="withEffect">
                                  <p:stCondLst>
                                    <p:cond delay="0"/>
                                  </p:stCondLst>
                                  <p:childTnLst>
                                    <p:set>
                                      <p:cBhvr>
                                        <p:cTn id="72" dur="1" fill="hold">
                                          <p:stCondLst>
                                            <p:cond delay="0"/>
                                          </p:stCondLst>
                                        </p:cTn>
                                        <p:tgtEl>
                                          <p:spTgt spid="856097"/>
                                        </p:tgtEl>
                                        <p:attrNameLst>
                                          <p:attrName>style.visibility</p:attrName>
                                        </p:attrNameLst>
                                      </p:cBhvr>
                                      <p:to>
                                        <p:strVal val="visible"/>
                                      </p:to>
                                    </p:set>
                                    <p:animEffect transition="in" filter="blinds(horizontal)">
                                      <p:cBhvr>
                                        <p:cTn id="73" dur="500"/>
                                        <p:tgtEl>
                                          <p:spTgt spid="856097"/>
                                        </p:tgtEl>
                                      </p:cBhvr>
                                    </p:animEffect>
                                  </p:childTnLst>
                                </p:cTn>
                              </p:par>
                              <p:par>
                                <p:cTn id="74" presetID="3" presetClass="entr" presetSubtype="10" fill="hold" nodeType="withEffect">
                                  <p:stCondLst>
                                    <p:cond delay="0"/>
                                  </p:stCondLst>
                                  <p:childTnLst>
                                    <p:set>
                                      <p:cBhvr>
                                        <p:cTn id="75" dur="1" fill="hold">
                                          <p:stCondLst>
                                            <p:cond delay="0"/>
                                          </p:stCondLst>
                                        </p:cTn>
                                        <p:tgtEl>
                                          <p:spTgt spid="856098"/>
                                        </p:tgtEl>
                                        <p:attrNameLst>
                                          <p:attrName>style.visibility</p:attrName>
                                        </p:attrNameLst>
                                      </p:cBhvr>
                                      <p:to>
                                        <p:strVal val="visible"/>
                                      </p:to>
                                    </p:set>
                                    <p:animEffect transition="in" filter="blinds(horizontal)">
                                      <p:cBhvr>
                                        <p:cTn id="76" dur="500"/>
                                        <p:tgtEl>
                                          <p:spTgt spid="856098"/>
                                        </p:tgtEl>
                                      </p:cBhvr>
                                    </p:animEffect>
                                  </p:childTnLst>
                                </p:cTn>
                              </p:par>
                              <p:par>
                                <p:cTn id="77" presetID="3" presetClass="entr" presetSubtype="10" fill="hold" nodeType="withEffect">
                                  <p:stCondLst>
                                    <p:cond delay="0"/>
                                  </p:stCondLst>
                                  <p:childTnLst>
                                    <p:set>
                                      <p:cBhvr>
                                        <p:cTn id="78" dur="1" fill="hold">
                                          <p:stCondLst>
                                            <p:cond delay="0"/>
                                          </p:stCondLst>
                                        </p:cTn>
                                        <p:tgtEl>
                                          <p:spTgt spid="856099"/>
                                        </p:tgtEl>
                                        <p:attrNameLst>
                                          <p:attrName>style.visibility</p:attrName>
                                        </p:attrNameLst>
                                      </p:cBhvr>
                                      <p:to>
                                        <p:strVal val="visible"/>
                                      </p:to>
                                    </p:set>
                                    <p:animEffect transition="in" filter="blinds(horizontal)">
                                      <p:cBhvr>
                                        <p:cTn id="79" dur="500"/>
                                        <p:tgtEl>
                                          <p:spTgt spid="856099"/>
                                        </p:tgtEl>
                                      </p:cBhvr>
                                    </p:animEffect>
                                  </p:childTnLst>
                                </p:cTn>
                              </p:par>
                              <p:par>
                                <p:cTn id="80" presetID="3" presetClass="entr" presetSubtype="10" fill="hold" nodeType="withEffect">
                                  <p:stCondLst>
                                    <p:cond delay="0"/>
                                  </p:stCondLst>
                                  <p:childTnLst>
                                    <p:set>
                                      <p:cBhvr>
                                        <p:cTn id="81" dur="1" fill="hold">
                                          <p:stCondLst>
                                            <p:cond delay="0"/>
                                          </p:stCondLst>
                                        </p:cTn>
                                        <p:tgtEl>
                                          <p:spTgt spid="856100"/>
                                        </p:tgtEl>
                                        <p:attrNameLst>
                                          <p:attrName>style.visibility</p:attrName>
                                        </p:attrNameLst>
                                      </p:cBhvr>
                                      <p:to>
                                        <p:strVal val="visible"/>
                                      </p:to>
                                    </p:set>
                                    <p:animEffect transition="in" filter="blinds(horizontal)">
                                      <p:cBhvr>
                                        <p:cTn id="82" dur="500"/>
                                        <p:tgtEl>
                                          <p:spTgt spid="856100"/>
                                        </p:tgtEl>
                                      </p:cBhvr>
                                    </p:animEffect>
                                  </p:childTnLst>
                                </p:cTn>
                              </p:par>
                              <p:par>
                                <p:cTn id="83" presetID="3" presetClass="entr" presetSubtype="10" fill="hold" nodeType="withEffect">
                                  <p:stCondLst>
                                    <p:cond delay="0"/>
                                  </p:stCondLst>
                                  <p:childTnLst>
                                    <p:set>
                                      <p:cBhvr>
                                        <p:cTn id="84" dur="1" fill="hold">
                                          <p:stCondLst>
                                            <p:cond delay="0"/>
                                          </p:stCondLst>
                                        </p:cTn>
                                        <p:tgtEl>
                                          <p:spTgt spid="856101"/>
                                        </p:tgtEl>
                                        <p:attrNameLst>
                                          <p:attrName>style.visibility</p:attrName>
                                        </p:attrNameLst>
                                      </p:cBhvr>
                                      <p:to>
                                        <p:strVal val="visible"/>
                                      </p:to>
                                    </p:set>
                                    <p:animEffect transition="in" filter="blinds(horizontal)">
                                      <p:cBhvr>
                                        <p:cTn id="85" dur="500"/>
                                        <p:tgtEl>
                                          <p:spTgt spid="856101"/>
                                        </p:tgtEl>
                                      </p:cBhvr>
                                    </p:animEffect>
                                  </p:childTnLst>
                                </p:cTn>
                              </p:par>
                              <p:par>
                                <p:cTn id="86" presetID="3" presetClass="entr" presetSubtype="10" fill="hold" nodeType="withEffect">
                                  <p:stCondLst>
                                    <p:cond delay="0"/>
                                  </p:stCondLst>
                                  <p:childTnLst>
                                    <p:set>
                                      <p:cBhvr>
                                        <p:cTn id="87" dur="1" fill="hold">
                                          <p:stCondLst>
                                            <p:cond delay="0"/>
                                          </p:stCondLst>
                                        </p:cTn>
                                        <p:tgtEl>
                                          <p:spTgt spid="856102"/>
                                        </p:tgtEl>
                                        <p:attrNameLst>
                                          <p:attrName>style.visibility</p:attrName>
                                        </p:attrNameLst>
                                      </p:cBhvr>
                                      <p:to>
                                        <p:strVal val="visible"/>
                                      </p:to>
                                    </p:set>
                                    <p:animEffect transition="in" filter="blinds(horizontal)">
                                      <p:cBhvr>
                                        <p:cTn id="88" dur="500"/>
                                        <p:tgtEl>
                                          <p:spTgt spid="856102"/>
                                        </p:tgtEl>
                                      </p:cBhvr>
                                    </p:animEffect>
                                  </p:childTnLst>
                                </p:cTn>
                              </p:par>
                              <p:par>
                                <p:cTn id="89" presetID="3" presetClass="entr" presetSubtype="10" fill="hold" nodeType="withEffect">
                                  <p:stCondLst>
                                    <p:cond delay="0"/>
                                  </p:stCondLst>
                                  <p:childTnLst>
                                    <p:set>
                                      <p:cBhvr>
                                        <p:cTn id="90" dur="1" fill="hold">
                                          <p:stCondLst>
                                            <p:cond delay="0"/>
                                          </p:stCondLst>
                                        </p:cTn>
                                        <p:tgtEl>
                                          <p:spTgt spid="856103"/>
                                        </p:tgtEl>
                                        <p:attrNameLst>
                                          <p:attrName>style.visibility</p:attrName>
                                        </p:attrNameLst>
                                      </p:cBhvr>
                                      <p:to>
                                        <p:strVal val="visible"/>
                                      </p:to>
                                    </p:set>
                                    <p:animEffect transition="in" filter="blinds(horizontal)">
                                      <p:cBhvr>
                                        <p:cTn id="91" dur="500"/>
                                        <p:tgtEl>
                                          <p:spTgt spid="856103"/>
                                        </p:tgtEl>
                                      </p:cBhvr>
                                    </p:animEffect>
                                  </p:childTnLst>
                                </p:cTn>
                              </p:par>
                              <p:par>
                                <p:cTn id="92" presetID="3" presetClass="entr" presetSubtype="10" fill="hold" nodeType="withEffect">
                                  <p:stCondLst>
                                    <p:cond delay="0"/>
                                  </p:stCondLst>
                                  <p:childTnLst>
                                    <p:set>
                                      <p:cBhvr>
                                        <p:cTn id="93" dur="1" fill="hold">
                                          <p:stCondLst>
                                            <p:cond delay="0"/>
                                          </p:stCondLst>
                                        </p:cTn>
                                        <p:tgtEl>
                                          <p:spTgt spid="856127"/>
                                        </p:tgtEl>
                                        <p:attrNameLst>
                                          <p:attrName>style.visibility</p:attrName>
                                        </p:attrNameLst>
                                      </p:cBhvr>
                                      <p:to>
                                        <p:strVal val="visible"/>
                                      </p:to>
                                    </p:set>
                                    <p:animEffect transition="in" filter="blinds(horizontal)">
                                      <p:cBhvr>
                                        <p:cTn id="94" dur="500"/>
                                        <p:tgtEl>
                                          <p:spTgt spid="856127"/>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3" presetClass="entr" presetSubtype="10" fill="hold" nodeType="clickEffect">
                                  <p:stCondLst>
                                    <p:cond delay="0"/>
                                  </p:stCondLst>
                                  <p:childTnLst>
                                    <p:set>
                                      <p:cBhvr>
                                        <p:cTn id="98" dur="1" fill="hold">
                                          <p:stCondLst>
                                            <p:cond delay="0"/>
                                          </p:stCondLst>
                                        </p:cTn>
                                        <p:tgtEl>
                                          <p:spTgt spid="856104"/>
                                        </p:tgtEl>
                                        <p:attrNameLst>
                                          <p:attrName>style.visibility</p:attrName>
                                        </p:attrNameLst>
                                      </p:cBhvr>
                                      <p:to>
                                        <p:strVal val="visible"/>
                                      </p:to>
                                    </p:set>
                                    <p:animEffect transition="in" filter="blinds(horizontal)">
                                      <p:cBhvr>
                                        <p:cTn id="99" dur="500"/>
                                        <p:tgtEl>
                                          <p:spTgt spid="856104"/>
                                        </p:tgtEl>
                                      </p:cBhvr>
                                    </p:animEffect>
                                  </p:childTnLst>
                                </p:cTn>
                              </p:par>
                              <p:par>
                                <p:cTn id="100" presetID="3" presetClass="entr" presetSubtype="10" fill="hold" nodeType="withEffect">
                                  <p:stCondLst>
                                    <p:cond delay="0"/>
                                  </p:stCondLst>
                                  <p:childTnLst>
                                    <p:set>
                                      <p:cBhvr>
                                        <p:cTn id="101" dur="1" fill="hold">
                                          <p:stCondLst>
                                            <p:cond delay="0"/>
                                          </p:stCondLst>
                                        </p:cTn>
                                        <p:tgtEl>
                                          <p:spTgt spid="856105"/>
                                        </p:tgtEl>
                                        <p:attrNameLst>
                                          <p:attrName>style.visibility</p:attrName>
                                        </p:attrNameLst>
                                      </p:cBhvr>
                                      <p:to>
                                        <p:strVal val="visible"/>
                                      </p:to>
                                    </p:set>
                                    <p:animEffect transition="in" filter="blinds(horizontal)">
                                      <p:cBhvr>
                                        <p:cTn id="102" dur="500"/>
                                        <p:tgtEl>
                                          <p:spTgt spid="856105"/>
                                        </p:tgtEl>
                                      </p:cBhvr>
                                    </p:animEffect>
                                  </p:childTnLst>
                                </p:cTn>
                              </p:par>
                              <p:par>
                                <p:cTn id="103" presetID="3" presetClass="entr" presetSubtype="10" fill="hold" nodeType="withEffect">
                                  <p:stCondLst>
                                    <p:cond delay="0"/>
                                  </p:stCondLst>
                                  <p:childTnLst>
                                    <p:set>
                                      <p:cBhvr>
                                        <p:cTn id="104" dur="1" fill="hold">
                                          <p:stCondLst>
                                            <p:cond delay="0"/>
                                          </p:stCondLst>
                                        </p:cTn>
                                        <p:tgtEl>
                                          <p:spTgt spid="856106"/>
                                        </p:tgtEl>
                                        <p:attrNameLst>
                                          <p:attrName>style.visibility</p:attrName>
                                        </p:attrNameLst>
                                      </p:cBhvr>
                                      <p:to>
                                        <p:strVal val="visible"/>
                                      </p:to>
                                    </p:set>
                                    <p:animEffect transition="in" filter="blinds(horizontal)">
                                      <p:cBhvr>
                                        <p:cTn id="105" dur="500"/>
                                        <p:tgtEl>
                                          <p:spTgt spid="856106"/>
                                        </p:tgtEl>
                                      </p:cBhvr>
                                    </p:animEffect>
                                  </p:childTnLst>
                                </p:cTn>
                              </p:par>
                              <p:par>
                                <p:cTn id="106" presetID="3" presetClass="entr" presetSubtype="10" fill="hold" nodeType="withEffect">
                                  <p:stCondLst>
                                    <p:cond delay="0"/>
                                  </p:stCondLst>
                                  <p:childTnLst>
                                    <p:set>
                                      <p:cBhvr>
                                        <p:cTn id="107" dur="1" fill="hold">
                                          <p:stCondLst>
                                            <p:cond delay="0"/>
                                          </p:stCondLst>
                                        </p:cTn>
                                        <p:tgtEl>
                                          <p:spTgt spid="856107"/>
                                        </p:tgtEl>
                                        <p:attrNameLst>
                                          <p:attrName>style.visibility</p:attrName>
                                        </p:attrNameLst>
                                      </p:cBhvr>
                                      <p:to>
                                        <p:strVal val="visible"/>
                                      </p:to>
                                    </p:set>
                                    <p:animEffect transition="in" filter="blinds(horizontal)">
                                      <p:cBhvr>
                                        <p:cTn id="108" dur="500"/>
                                        <p:tgtEl>
                                          <p:spTgt spid="856107"/>
                                        </p:tgtEl>
                                      </p:cBhvr>
                                    </p:animEffect>
                                  </p:childTnLst>
                                </p:cTn>
                              </p:par>
                              <p:par>
                                <p:cTn id="109" presetID="3" presetClass="entr" presetSubtype="10" fill="hold" nodeType="withEffect">
                                  <p:stCondLst>
                                    <p:cond delay="0"/>
                                  </p:stCondLst>
                                  <p:childTnLst>
                                    <p:set>
                                      <p:cBhvr>
                                        <p:cTn id="110" dur="1" fill="hold">
                                          <p:stCondLst>
                                            <p:cond delay="0"/>
                                          </p:stCondLst>
                                        </p:cTn>
                                        <p:tgtEl>
                                          <p:spTgt spid="856108"/>
                                        </p:tgtEl>
                                        <p:attrNameLst>
                                          <p:attrName>style.visibility</p:attrName>
                                        </p:attrNameLst>
                                      </p:cBhvr>
                                      <p:to>
                                        <p:strVal val="visible"/>
                                      </p:to>
                                    </p:set>
                                    <p:animEffect transition="in" filter="blinds(horizontal)">
                                      <p:cBhvr>
                                        <p:cTn id="111" dur="500"/>
                                        <p:tgtEl>
                                          <p:spTgt spid="856108"/>
                                        </p:tgtEl>
                                      </p:cBhvr>
                                    </p:animEffect>
                                  </p:childTnLst>
                                </p:cTn>
                              </p:par>
                              <p:par>
                                <p:cTn id="112" presetID="3" presetClass="entr" presetSubtype="10" fill="hold" nodeType="withEffect">
                                  <p:stCondLst>
                                    <p:cond delay="0"/>
                                  </p:stCondLst>
                                  <p:childTnLst>
                                    <p:set>
                                      <p:cBhvr>
                                        <p:cTn id="113" dur="1" fill="hold">
                                          <p:stCondLst>
                                            <p:cond delay="0"/>
                                          </p:stCondLst>
                                        </p:cTn>
                                        <p:tgtEl>
                                          <p:spTgt spid="856109"/>
                                        </p:tgtEl>
                                        <p:attrNameLst>
                                          <p:attrName>style.visibility</p:attrName>
                                        </p:attrNameLst>
                                      </p:cBhvr>
                                      <p:to>
                                        <p:strVal val="visible"/>
                                      </p:to>
                                    </p:set>
                                    <p:animEffect transition="in" filter="blinds(horizontal)">
                                      <p:cBhvr>
                                        <p:cTn id="114" dur="500"/>
                                        <p:tgtEl>
                                          <p:spTgt spid="856109"/>
                                        </p:tgtEl>
                                      </p:cBhvr>
                                    </p:animEffect>
                                  </p:childTnLst>
                                </p:cTn>
                              </p:par>
                              <p:par>
                                <p:cTn id="115" presetID="3" presetClass="entr" presetSubtype="10" fill="hold" nodeType="withEffect">
                                  <p:stCondLst>
                                    <p:cond delay="0"/>
                                  </p:stCondLst>
                                  <p:childTnLst>
                                    <p:set>
                                      <p:cBhvr>
                                        <p:cTn id="116" dur="1" fill="hold">
                                          <p:stCondLst>
                                            <p:cond delay="0"/>
                                          </p:stCondLst>
                                        </p:cTn>
                                        <p:tgtEl>
                                          <p:spTgt spid="856110"/>
                                        </p:tgtEl>
                                        <p:attrNameLst>
                                          <p:attrName>style.visibility</p:attrName>
                                        </p:attrNameLst>
                                      </p:cBhvr>
                                      <p:to>
                                        <p:strVal val="visible"/>
                                      </p:to>
                                    </p:set>
                                    <p:animEffect transition="in" filter="blinds(horizontal)">
                                      <p:cBhvr>
                                        <p:cTn id="117" dur="500"/>
                                        <p:tgtEl>
                                          <p:spTgt spid="856110"/>
                                        </p:tgtEl>
                                      </p:cBhvr>
                                    </p:animEffect>
                                  </p:childTnLst>
                                </p:cTn>
                              </p:par>
                              <p:par>
                                <p:cTn id="118" presetID="3" presetClass="entr" presetSubtype="10" fill="hold" nodeType="withEffect">
                                  <p:stCondLst>
                                    <p:cond delay="0"/>
                                  </p:stCondLst>
                                  <p:childTnLst>
                                    <p:set>
                                      <p:cBhvr>
                                        <p:cTn id="119" dur="1" fill="hold">
                                          <p:stCondLst>
                                            <p:cond delay="0"/>
                                          </p:stCondLst>
                                        </p:cTn>
                                        <p:tgtEl>
                                          <p:spTgt spid="856121"/>
                                        </p:tgtEl>
                                        <p:attrNameLst>
                                          <p:attrName>style.visibility</p:attrName>
                                        </p:attrNameLst>
                                      </p:cBhvr>
                                      <p:to>
                                        <p:strVal val="visible"/>
                                      </p:to>
                                    </p:set>
                                    <p:animEffect transition="in" filter="blinds(horizontal)">
                                      <p:cBhvr>
                                        <p:cTn id="120" dur="500"/>
                                        <p:tgtEl>
                                          <p:spTgt spid="856121"/>
                                        </p:tgtEl>
                                      </p:cBhvr>
                                    </p:animEffect>
                                  </p:childTnLst>
                                </p:cTn>
                              </p:par>
                              <p:par>
                                <p:cTn id="121" presetID="3" presetClass="entr" presetSubtype="10" fill="hold" nodeType="withEffect">
                                  <p:stCondLst>
                                    <p:cond delay="0"/>
                                  </p:stCondLst>
                                  <p:childTnLst>
                                    <p:set>
                                      <p:cBhvr>
                                        <p:cTn id="122" dur="1" fill="hold">
                                          <p:stCondLst>
                                            <p:cond delay="0"/>
                                          </p:stCondLst>
                                        </p:cTn>
                                        <p:tgtEl>
                                          <p:spTgt spid="856122"/>
                                        </p:tgtEl>
                                        <p:attrNameLst>
                                          <p:attrName>style.visibility</p:attrName>
                                        </p:attrNameLst>
                                      </p:cBhvr>
                                      <p:to>
                                        <p:strVal val="visible"/>
                                      </p:to>
                                    </p:set>
                                    <p:animEffect transition="in" filter="blinds(horizontal)">
                                      <p:cBhvr>
                                        <p:cTn id="123" dur="500"/>
                                        <p:tgtEl>
                                          <p:spTgt spid="856122"/>
                                        </p:tgtEl>
                                      </p:cBhvr>
                                    </p:animEffect>
                                  </p:childTnLst>
                                </p:cTn>
                              </p:par>
                              <p:par>
                                <p:cTn id="124" presetID="3" presetClass="entr" presetSubtype="10" fill="hold" nodeType="withEffect">
                                  <p:stCondLst>
                                    <p:cond delay="0"/>
                                  </p:stCondLst>
                                  <p:childTnLst>
                                    <p:set>
                                      <p:cBhvr>
                                        <p:cTn id="125" dur="1" fill="hold">
                                          <p:stCondLst>
                                            <p:cond delay="0"/>
                                          </p:stCondLst>
                                        </p:cTn>
                                        <p:tgtEl>
                                          <p:spTgt spid="856123"/>
                                        </p:tgtEl>
                                        <p:attrNameLst>
                                          <p:attrName>style.visibility</p:attrName>
                                        </p:attrNameLst>
                                      </p:cBhvr>
                                      <p:to>
                                        <p:strVal val="visible"/>
                                      </p:to>
                                    </p:set>
                                    <p:animEffect transition="in" filter="blinds(horizontal)">
                                      <p:cBhvr>
                                        <p:cTn id="126" dur="500"/>
                                        <p:tgtEl>
                                          <p:spTgt spid="856123"/>
                                        </p:tgtEl>
                                      </p:cBhvr>
                                    </p:animEffect>
                                  </p:childTnLst>
                                </p:cTn>
                              </p:par>
                              <p:par>
                                <p:cTn id="127" presetID="3" presetClass="entr" presetSubtype="10" fill="hold" nodeType="withEffect">
                                  <p:stCondLst>
                                    <p:cond delay="0"/>
                                  </p:stCondLst>
                                  <p:childTnLst>
                                    <p:set>
                                      <p:cBhvr>
                                        <p:cTn id="128" dur="1" fill="hold">
                                          <p:stCondLst>
                                            <p:cond delay="0"/>
                                          </p:stCondLst>
                                        </p:cTn>
                                        <p:tgtEl>
                                          <p:spTgt spid="856128"/>
                                        </p:tgtEl>
                                        <p:attrNameLst>
                                          <p:attrName>style.visibility</p:attrName>
                                        </p:attrNameLst>
                                      </p:cBhvr>
                                      <p:to>
                                        <p:strVal val="visible"/>
                                      </p:to>
                                    </p:set>
                                    <p:animEffect transition="in" filter="blinds(horizontal)">
                                      <p:cBhvr>
                                        <p:cTn id="129" dur="500"/>
                                        <p:tgtEl>
                                          <p:spTgt spid="856128"/>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3" presetClass="entr" presetSubtype="10" fill="hold" nodeType="clickEffect">
                                  <p:stCondLst>
                                    <p:cond delay="0"/>
                                  </p:stCondLst>
                                  <p:childTnLst>
                                    <p:set>
                                      <p:cBhvr>
                                        <p:cTn id="133" dur="1" fill="hold">
                                          <p:stCondLst>
                                            <p:cond delay="0"/>
                                          </p:stCondLst>
                                        </p:cTn>
                                        <p:tgtEl>
                                          <p:spTgt spid="856111"/>
                                        </p:tgtEl>
                                        <p:attrNameLst>
                                          <p:attrName>style.visibility</p:attrName>
                                        </p:attrNameLst>
                                      </p:cBhvr>
                                      <p:to>
                                        <p:strVal val="visible"/>
                                      </p:to>
                                    </p:set>
                                    <p:animEffect transition="in" filter="blinds(horizontal)">
                                      <p:cBhvr>
                                        <p:cTn id="134" dur="500"/>
                                        <p:tgtEl>
                                          <p:spTgt spid="856111"/>
                                        </p:tgtEl>
                                      </p:cBhvr>
                                    </p:animEffect>
                                  </p:childTnLst>
                                </p:cTn>
                              </p:par>
                              <p:par>
                                <p:cTn id="135" presetID="3" presetClass="entr" presetSubtype="10" fill="hold" nodeType="withEffect">
                                  <p:stCondLst>
                                    <p:cond delay="0"/>
                                  </p:stCondLst>
                                  <p:childTnLst>
                                    <p:set>
                                      <p:cBhvr>
                                        <p:cTn id="136" dur="1" fill="hold">
                                          <p:stCondLst>
                                            <p:cond delay="0"/>
                                          </p:stCondLst>
                                        </p:cTn>
                                        <p:tgtEl>
                                          <p:spTgt spid="856112"/>
                                        </p:tgtEl>
                                        <p:attrNameLst>
                                          <p:attrName>style.visibility</p:attrName>
                                        </p:attrNameLst>
                                      </p:cBhvr>
                                      <p:to>
                                        <p:strVal val="visible"/>
                                      </p:to>
                                    </p:set>
                                    <p:animEffect transition="in" filter="blinds(horizontal)">
                                      <p:cBhvr>
                                        <p:cTn id="137" dur="500"/>
                                        <p:tgtEl>
                                          <p:spTgt spid="856112"/>
                                        </p:tgtEl>
                                      </p:cBhvr>
                                    </p:animEffect>
                                  </p:childTnLst>
                                </p:cTn>
                              </p:par>
                              <p:par>
                                <p:cTn id="138" presetID="3" presetClass="entr" presetSubtype="10" fill="hold" nodeType="withEffect">
                                  <p:stCondLst>
                                    <p:cond delay="0"/>
                                  </p:stCondLst>
                                  <p:childTnLst>
                                    <p:set>
                                      <p:cBhvr>
                                        <p:cTn id="139" dur="1" fill="hold">
                                          <p:stCondLst>
                                            <p:cond delay="0"/>
                                          </p:stCondLst>
                                        </p:cTn>
                                        <p:tgtEl>
                                          <p:spTgt spid="856113"/>
                                        </p:tgtEl>
                                        <p:attrNameLst>
                                          <p:attrName>style.visibility</p:attrName>
                                        </p:attrNameLst>
                                      </p:cBhvr>
                                      <p:to>
                                        <p:strVal val="visible"/>
                                      </p:to>
                                    </p:set>
                                    <p:animEffect transition="in" filter="blinds(horizontal)">
                                      <p:cBhvr>
                                        <p:cTn id="140" dur="500"/>
                                        <p:tgtEl>
                                          <p:spTgt spid="856113"/>
                                        </p:tgtEl>
                                      </p:cBhvr>
                                    </p:animEffect>
                                  </p:childTnLst>
                                </p:cTn>
                              </p:par>
                              <p:par>
                                <p:cTn id="141" presetID="3" presetClass="entr" presetSubtype="10" fill="hold" nodeType="withEffect">
                                  <p:stCondLst>
                                    <p:cond delay="0"/>
                                  </p:stCondLst>
                                  <p:childTnLst>
                                    <p:set>
                                      <p:cBhvr>
                                        <p:cTn id="142" dur="1" fill="hold">
                                          <p:stCondLst>
                                            <p:cond delay="0"/>
                                          </p:stCondLst>
                                        </p:cTn>
                                        <p:tgtEl>
                                          <p:spTgt spid="856114"/>
                                        </p:tgtEl>
                                        <p:attrNameLst>
                                          <p:attrName>style.visibility</p:attrName>
                                        </p:attrNameLst>
                                      </p:cBhvr>
                                      <p:to>
                                        <p:strVal val="visible"/>
                                      </p:to>
                                    </p:set>
                                    <p:animEffect transition="in" filter="blinds(horizontal)">
                                      <p:cBhvr>
                                        <p:cTn id="143" dur="500"/>
                                        <p:tgtEl>
                                          <p:spTgt spid="856114"/>
                                        </p:tgtEl>
                                      </p:cBhvr>
                                    </p:animEffect>
                                  </p:childTnLst>
                                </p:cTn>
                              </p:par>
                              <p:par>
                                <p:cTn id="144" presetID="3" presetClass="entr" presetSubtype="10" fill="hold" nodeType="withEffect">
                                  <p:stCondLst>
                                    <p:cond delay="0"/>
                                  </p:stCondLst>
                                  <p:childTnLst>
                                    <p:set>
                                      <p:cBhvr>
                                        <p:cTn id="145" dur="1" fill="hold">
                                          <p:stCondLst>
                                            <p:cond delay="0"/>
                                          </p:stCondLst>
                                        </p:cTn>
                                        <p:tgtEl>
                                          <p:spTgt spid="856115"/>
                                        </p:tgtEl>
                                        <p:attrNameLst>
                                          <p:attrName>style.visibility</p:attrName>
                                        </p:attrNameLst>
                                      </p:cBhvr>
                                      <p:to>
                                        <p:strVal val="visible"/>
                                      </p:to>
                                    </p:set>
                                    <p:animEffect transition="in" filter="blinds(horizontal)">
                                      <p:cBhvr>
                                        <p:cTn id="146" dur="500"/>
                                        <p:tgtEl>
                                          <p:spTgt spid="856115"/>
                                        </p:tgtEl>
                                      </p:cBhvr>
                                    </p:animEffect>
                                  </p:childTnLst>
                                </p:cTn>
                              </p:par>
                              <p:par>
                                <p:cTn id="147" presetID="3" presetClass="entr" presetSubtype="10" fill="hold" nodeType="withEffect">
                                  <p:stCondLst>
                                    <p:cond delay="0"/>
                                  </p:stCondLst>
                                  <p:childTnLst>
                                    <p:set>
                                      <p:cBhvr>
                                        <p:cTn id="148" dur="1" fill="hold">
                                          <p:stCondLst>
                                            <p:cond delay="0"/>
                                          </p:stCondLst>
                                        </p:cTn>
                                        <p:tgtEl>
                                          <p:spTgt spid="856116"/>
                                        </p:tgtEl>
                                        <p:attrNameLst>
                                          <p:attrName>style.visibility</p:attrName>
                                        </p:attrNameLst>
                                      </p:cBhvr>
                                      <p:to>
                                        <p:strVal val="visible"/>
                                      </p:to>
                                    </p:set>
                                    <p:animEffect transition="in" filter="blinds(horizontal)">
                                      <p:cBhvr>
                                        <p:cTn id="149" dur="500"/>
                                        <p:tgtEl>
                                          <p:spTgt spid="856116"/>
                                        </p:tgtEl>
                                      </p:cBhvr>
                                    </p:animEffect>
                                  </p:childTnLst>
                                </p:cTn>
                              </p:par>
                              <p:par>
                                <p:cTn id="150" presetID="3" presetClass="entr" presetSubtype="10" fill="hold" nodeType="withEffect">
                                  <p:stCondLst>
                                    <p:cond delay="0"/>
                                  </p:stCondLst>
                                  <p:childTnLst>
                                    <p:set>
                                      <p:cBhvr>
                                        <p:cTn id="151" dur="1" fill="hold">
                                          <p:stCondLst>
                                            <p:cond delay="0"/>
                                          </p:stCondLst>
                                        </p:cTn>
                                        <p:tgtEl>
                                          <p:spTgt spid="856117"/>
                                        </p:tgtEl>
                                        <p:attrNameLst>
                                          <p:attrName>style.visibility</p:attrName>
                                        </p:attrNameLst>
                                      </p:cBhvr>
                                      <p:to>
                                        <p:strVal val="visible"/>
                                      </p:to>
                                    </p:set>
                                    <p:animEffect transition="in" filter="blinds(horizontal)">
                                      <p:cBhvr>
                                        <p:cTn id="152" dur="500"/>
                                        <p:tgtEl>
                                          <p:spTgt spid="856117"/>
                                        </p:tgtEl>
                                      </p:cBhvr>
                                    </p:animEffect>
                                  </p:childTnLst>
                                </p:cTn>
                              </p:par>
                              <p:par>
                                <p:cTn id="153" presetID="3" presetClass="entr" presetSubtype="10" fill="hold" nodeType="withEffect">
                                  <p:stCondLst>
                                    <p:cond delay="0"/>
                                  </p:stCondLst>
                                  <p:childTnLst>
                                    <p:set>
                                      <p:cBhvr>
                                        <p:cTn id="154" dur="1" fill="hold">
                                          <p:stCondLst>
                                            <p:cond delay="0"/>
                                          </p:stCondLst>
                                        </p:cTn>
                                        <p:tgtEl>
                                          <p:spTgt spid="856118"/>
                                        </p:tgtEl>
                                        <p:attrNameLst>
                                          <p:attrName>style.visibility</p:attrName>
                                        </p:attrNameLst>
                                      </p:cBhvr>
                                      <p:to>
                                        <p:strVal val="visible"/>
                                      </p:to>
                                    </p:set>
                                    <p:animEffect transition="in" filter="blinds(horizontal)">
                                      <p:cBhvr>
                                        <p:cTn id="155" dur="500"/>
                                        <p:tgtEl>
                                          <p:spTgt spid="856118"/>
                                        </p:tgtEl>
                                      </p:cBhvr>
                                    </p:animEffect>
                                  </p:childTnLst>
                                </p:cTn>
                              </p:par>
                              <p:par>
                                <p:cTn id="156" presetID="3" presetClass="entr" presetSubtype="10" fill="hold" nodeType="withEffect">
                                  <p:stCondLst>
                                    <p:cond delay="0"/>
                                  </p:stCondLst>
                                  <p:childTnLst>
                                    <p:set>
                                      <p:cBhvr>
                                        <p:cTn id="157" dur="1" fill="hold">
                                          <p:stCondLst>
                                            <p:cond delay="0"/>
                                          </p:stCondLst>
                                        </p:cTn>
                                        <p:tgtEl>
                                          <p:spTgt spid="856119"/>
                                        </p:tgtEl>
                                        <p:attrNameLst>
                                          <p:attrName>style.visibility</p:attrName>
                                        </p:attrNameLst>
                                      </p:cBhvr>
                                      <p:to>
                                        <p:strVal val="visible"/>
                                      </p:to>
                                    </p:set>
                                    <p:animEffect transition="in" filter="blinds(horizontal)">
                                      <p:cBhvr>
                                        <p:cTn id="158" dur="500"/>
                                        <p:tgtEl>
                                          <p:spTgt spid="856119"/>
                                        </p:tgtEl>
                                      </p:cBhvr>
                                    </p:animEffect>
                                  </p:childTnLst>
                                </p:cTn>
                              </p:par>
                              <p:par>
                                <p:cTn id="159" presetID="3" presetClass="entr" presetSubtype="10" fill="hold" nodeType="withEffect">
                                  <p:stCondLst>
                                    <p:cond delay="0"/>
                                  </p:stCondLst>
                                  <p:childTnLst>
                                    <p:set>
                                      <p:cBhvr>
                                        <p:cTn id="160" dur="1" fill="hold">
                                          <p:stCondLst>
                                            <p:cond delay="0"/>
                                          </p:stCondLst>
                                        </p:cTn>
                                        <p:tgtEl>
                                          <p:spTgt spid="856120"/>
                                        </p:tgtEl>
                                        <p:attrNameLst>
                                          <p:attrName>style.visibility</p:attrName>
                                        </p:attrNameLst>
                                      </p:cBhvr>
                                      <p:to>
                                        <p:strVal val="visible"/>
                                      </p:to>
                                    </p:set>
                                    <p:animEffect transition="in" filter="blinds(horizontal)">
                                      <p:cBhvr>
                                        <p:cTn id="161" dur="500"/>
                                        <p:tgtEl>
                                          <p:spTgt spid="856120"/>
                                        </p:tgtEl>
                                      </p:cBhvr>
                                    </p:animEffect>
                                  </p:childTnLst>
                                </p:cTn>
                              </p:par>
                              <p:par>
                                <p:cTn id="162" presetID="3" presetClass="entr" presetSubtype="10" fill="hold" nodeType="withEffect">
                                  <p:stCondLst>
                                    <p:cond delay="0"/>
                                  </p:stCondLst>
                                  <p:childTnLst>
                                    <p:set>
                                      <p:cBhvr>
                                        <p:cTn id="163" dur="1" fill="hold">
                                          <p:stCondLst>
                                            <p:cond delay="0"/>
                                          </p:stCondLst>
                                        </p:cTn>
                                        <p:tgtEl>
                                          <p:spTgt spid="856124"/>
                                        </p:tgtEl>
                                        <p:attrNameLst>
                                          <p:attrName>style.visibility</p:attrName>
                                        </p:attrNameLst>
                                      </p:cBhvr>
                                      <p:to>
                                        <p:strVal val="visible"/>
                                      </p:to>
                                    </p:set>
                                    <p:animEffect transition="in" filter="blinds(horizontal)">
                                      <p:cBhvr>
                                        <p:cTn id="164" dur="500"/>
                                        <p:tgtEl>
                                          <p:spTgt spid="856124"/>
                                        </p:tgtEl>
                                      </p:cBhvr>
                                    </p:animEffect>
                                  </p:childTnLst>
                                </p:cTn>
                              </p:par>
                              <p:par>
                                <p:cTn id="165" presetID="3" presetClass="entr" presetSubtype="10" fill="hold" nodeType="withEffect">
                                  <p:stCondLst>
                                    <p:cond delay="0"/>
                                  </p:stCondLst>
                                  <p:childTnLst>
                                    <p:set>
                                      <p:cBhvr>
                                        <p:cTn id="166" dur="1" fill="hold">
                                          <p:stCondLst>
                                            <p:cond delay="0"/>
                                          </p:stCondLst>
                                        </p:cTn>
                                        <p:tgtEl>
                                          <p:spTgt spid="856125"/>
                                        </p:tgtEl>
                                        <p:attrNameLst>
                                          <p:attrName>style.visibility</p:attrName>
                                        </p:attrNameLst>
                                      </p:cBhvr>
                                      <p:to>
                                        <p:strVal val="visible"/>
                                      </p:to>
                                    </p:set>
                                    <p:animEffect transition="in" filter="blinds(horizontal)">
                                      <p:cBhvr>
                                        <p:cTn id="167" dur="500"/>
                                        <p:tgtEl>
                                          <p:spTgt spid="856125"/>
                                        </p:tgtEl>
                                      </p:cBhvr>
                                    </p:animEffect>
                                  </p:childTnLst>
                                </p:cTn>
                              </p:par>
                              <p:par>
                                <p:cTn id="168" presetID="3" presetClass="entr" presetSubtype="10" fill="hold" nodeType="withEffect">
                                  <p:stCondLst>
                                    <p:cond delay="0"/>
                                  </p:stCondLst>
                                  <p:childTnLst>
                                    <p:set>
                                      <p:cBhvr>
                                        <p:cTn id="169" dur="1" fill="hold">
                                          <p:stCondLst>
                                            <p:cond delay="0"/>
                                          </p:stCondLst>
                                        </p:cTn>
                                        <p:tgtEl>
                                          <p:spTgt spid="856126"/>
                                        </p:tgtEl>
                                        <p:attrNameLst>
                                          <p:attrName>style.visibility</p:attrName>
                                        </p:attrNameLst>
                                      </p:cBhvr>
                                      <p:to>
                                        <p:strVal val="visible"/>
                                      </p:to>
                                    </p:set>
                                    <p:animEffect transition="in" filter="blinds(horizontal)">
                                      <p:cBhvr>
                                        <p:cTn id="170" dur="500"/>
                                        <p:tgtEl>
                                          <p:spTgt spid="856126"/>
                                        </p:tgtEl>
                                      </p:cBhvr>
                                    </p:animEffect>
                                  </p:childTnLst>
                                </p:cTn>
                              </p:par>
                              <p:par>
                                <p:cTn id="171" presetID="3" presetClass="entr" presetSubtype="10" fill="hold" nodeType="withEffect">
                                  <p:stCondLst>
                                    <p:cond delay="0"/>
                                  </p:stCondLst>
                                  <p:childTnLst>
                                    <p:set>
                                      <p:cBhvr>
                                        <p:cTn id="172" dur="1" fill="hold">
                                          <p:stCondLst>
                                            <p:cond delay="0"/>
                                          </p:stCondLst>
                                        </p:cTn>
                                        <p:tgtEl>
                                          <p:spTgt spid="856129"/>
                                        </p:tgtEl>
                                        <p:attrNameLst>
                                          <p:attrName>style.visibility</p:attrName>
                                        </p:attrNameLst>
                                      </p:cBhvr>
                                      <p:to>
                                        <p:strVal val="visible"/>
                                      </p:to>
                                    </p:set>
                                    <p:animEffect transition="in" filter="blinds(horizontal)">
                                      <p:cBhvr>
                                        <p:cTn id="173" dur="500"/>
                                        <p:tgtEl>
                                          <p:spTgt spid="856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6091" grpId="0"/>
      <p:bldP spid="856092" grpId="0" animBg="1"/>
      <p:bldP spid="856093" grpId="0" animBg="1"/>
      <p:bldP spid="856094" grpId="0" animBg="1"/>
      <p:bldP spid="856096" grpId="0"/>
      <p:bldP spid="856097" grpId="0" animBg="1"/>
      <p:bldP spid="856098" grpId="0" animBg="1"/>
      <p:bldP spid="856100" grpId="0"/>
      <p:bldP spid="856101" grpId="0" animBg="1"/>
      <p:bldP spid="856103" grpId="0"/>
      <p:bldP spid="856104" grpId="0" animBg="1"/>
      <p:bldP spid="856105" grpId="0" animBg="1"/>
      <p:bldP spid="856107" grpId="0"/>
      <p:bldP spid="856108" grpId="0" animBg="1"/>
      <p:bldP spid="856109" grpId="0"/>
      <p:bldP spid="856110" grpId="0"/>
      <p:bldP spid="856111" grpId="0" animBg="1"/>
      <p:bldP spid="856112" grpId="0" animBg="1"/>
      <p:bldP spid="856114" grpId="0"/>
      <p:bldP spid="856115" grpId="0" animBg="1"/>
      <p:bldP spid="856116" grpId="0" animBg="1"/>
      <p:bldP spid="856118" grpId="0"/>
      <p:bldP spid="856119" grpId="0" animBg="1"/>
      <p:bldP spid="856122" grpId="0" animBg="1"/>
      <p:bldP spid="856124" grpId="0"/>
      <p:bldP spid="856126" grpId="0"/>
      <p:bldP spid="856127" grpId="0" animBg="1"/>
      <p:bldP spid="856128" grpId="0" animBg="1"/>
      <p:bldP spid="856129" grpId="0" animBg="1"/>
      <p:bldP spid="856147" grpId="0"/>
      <p:bldP spid="856148" grpId="0"/>
      <p:bldP spid="856149" grpId="0"/>
      <p:bldP spid="856150" grpId="0"/>
      <p:bldP spid="856151"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3970" name="Group 2">
            <a:extLst>
              <a:ext uri="{FF2B5EF4-FFF2-40B4-BE49-F238E27FC236}">
                <a16:creationId xmlns:a16="http://schemas.microsoft.com/office/drawing/2014/main" id="{D2F484DF-5C91-E921-2A11-4F50B44144BB}"/>
              </a:ext>
            </a:extLst>
          </p:cNvPr>
          <p:cNvGrpSpPr>
            <a:grpSpLocks/>
          </p:cNvGrpSpPr>
          <p:nvPr/>
        </p:nvGrpSpPr>
        <p:grpSpPr bwMode="auto">
          <a:xfrm>
            <a:off x="1447800" y="1349375"/>
            <a:ext cx="5943600" cy="1574800"/>
            <a:chOff x="2851" y="3325"/>
            <a:chExt cx="6180" cy="1520"/>
          </a:xfrm>
        </p:grpSpPr>
        <p:grpSp>
          <p:nvGrpSpPr>
            <p:cNvPr id="84036" name="Group 3">
              <a:extLst>
                <a:ext uri="{FF2B5EF4-FFF2-40B4-BE49-F238E27FC236}">
                  <a16:creationId xmlns:a16="http://schemas.microsoft.com/office/drawing/2014/main" id="{0AC91CD7-58F9-26C6-F63C-1495B26C5FD8}"/>
                </a:ext>
              </a:extLst>
            </p:cNvPr>
            <p:cNvGrpSpPr>
              <a:grpSpLocks/>
            </p:cNvGrpSpPr>
            <p:nvPr/>
          </p:nvGrpSpPr>
          <p:grpSpPr bwMode="auto">
            <a:xfrm>
              <a:off x="2851" y="3445"/>
              <a:ext cx="6180" cy="1400"/>
              <a:chOff x="2851" y="3445"/>
              <a:chExt cx="6180" cy="1400"/>
            </a:xfrm>
          </p:grpSpPr>
          <p:grpSp>
            <p:nvGrpSpPr>
              <p:cNvPr id="84053" name="Group 4">
                <a:extLst>
                  <a:ext uri="{FF2B5EF4-FFF2-40B4-BE49-F238E27FC236}">
                    <a16:creationId xmlns:a16="http://schemas.microsoft.com/office/drawing/2014/main" id="{53AAF317-8C49-F779-F7CE-4F0FBE51B123}"/>
                  </a:ext>
                </a:extLst>
              </p:cNvPr>
              <p:cNvGrpSpPr>
                <a:grpSpLocks/>
              </p:cNvGrpSpPr>
              <p:nvPr/>
            </p:nvGrpSpPr>
            <p:grpSpPr bwMode="auto">
              <a:xfrm>
                <a:off x="2851" y="3945"/>
                <a:ext cx="420" cy="400"/>
                <a:chOff x="2851" y="3945"/>
                <a:chExt cx="420" cy="400"/>
              </a:xfrm>
            </p:grpSpPr>
            <p:sp>
              <p:nvSpPr>
                <p:cNvPr id="84083" name="Oval 5">
                  <a:extLst>
                    <a:ext uri="{FF2B5EF4-FFF2-40B4-BE49-F238E27FC236}">
                      <a16:creationId xmlns:a16="http://schemas.microsoft.com/office/drawing/2014/main" id="{05F7C733-DA9D-C164-0A2B-9EDDCCDAA80F}"/>
                    </a:ext>
                  </a:extLst>
                </p:cNvPr>
                <p:cNvSpPr>
                  <a:spLocks noChangeArrowheads="1"/>
                </p:cNvSpPr>
                <p:nvPr/>
              </p:nvSpPr>
              <p:spPr bwMode="auto">
                <a:xfrm>
                  <a:off x="2851" y="3965"/>
                  <a:ext cx="380" cy="38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4084" name="Text Box 6">
                  <a:extLst>
                    <a:ext uri="{FF2B5EF4-FFF2-40B4-BE49-F238E27FC236}">
                      <a16:creationId xmlns:a16="http://schemas.microsoft.com/office/drawing/2014/main" id="{3679C05E-D2E9-6E0A-7C14-98C3245FB56C}"/>
                    </a:ext>
                  </a:extLst>
                </p:cNvPr>
                <p:cNvSpPr txBox="1">
                  <a:spLocks noChangeArrowheads="1"/>
                </p:cNvSpPr>
                <p:nvPr/>
              </p:nvSpPr>
              <p:spPr bwMode="auto">
                <a:xfrm>
                  <a:off x="2851" y="3945"/>
                  <a:ext cx="42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1800" b="0">
                      <a:solidFill>
                        <a:srgbClr val="800080"/>
                      </a:solidFill>
                      <a:latin typeface="Times New Roman" panose="02020603050405020304" pitchFamily="18" charset="0"/>
                      <a:ea typeface="宋体" panose="02010600030101010101" pitchFamily="2" charset="-122"/>
                    </a:rPr>
                    <a:t>0</a:t>
                  </a:r>
                </a:p>
              </p:txBody>
            </p:sp>
          </p:grpSp>
          <p:grpSp>
            <p:nvGrpSpPr>
              <p:cNvPr id="84054" name="Group 7">
                <a:extLst>
                  <a:ext uri="{FF2B5EF4-FFF2-40B4-BE49-F238E27FC236}">
                    <a16:creationId xmlns:a16="http://schemas.microsoft.com/office/drawing/2014/main" id="{52BD8C37-8C4A-E0D1-FEC4-67CB9E976F5C}"/>
                  </a:ext>
                </a:extLst>
              </p:cNvPr>
              <p:cNvGrpSpPr>
                <a:grpSpLocks/>
              </p:cNvGrpSpPr>
              <p:nvPr/>
            </p:nvGrpSpPr>
            <p:grpSpPr bwMode="auto">
              <a:xfrm>
                <a:off x="3791" y="3945"/>
                <a:ext cx="420" cy="400"/>
                <a:chOff x="2851" y="3945"/>
                <a:chExt cx="420" cy="400"/>
              </a:xfrm>
            </p:grpSpPr>
            <p:sp>
              <p:nvSpPr>
                <p:cNvPr id="84081" name="Oval 8">
                  <a:extLst>
                    <a:ext uri="{FF2B5EF4-FFF2-40B4-BE49-F238E27FC236}">
                      <a16:creationId xmlns:a16="http://schemas.microsoft.com/office/drawing/2014/main" id="{2214F62E-6301-90B0-C92A-D7AD649453DC}"/>
                    </a:ext>
                  </a:extLst>
                </p:cNvPr>
                <p:cNvSpPr>
                  <a:spLocks noChangeArrowheads="1"/>
                </p:cNvSpPr>
                <p:nvPr/>
              </p:nvSpPr>
              <p:spPr bwMode="auto">
                <a:xfrm>
                  <a:off x="2851" y="3965"/>
                  <a:ext cx="380" cy="38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4082" name="Text Box 9">
                  <a:extLst>
                    <a:ext uri="{FF2B5EF4-FFF2-40B4-BE49-F238E27FC236}">
                      <a16:creationId xmlns:a16="http://schemas.microsoft.com/office/drawing/2014/main" id="{DE07693F-2F3A-069E-5C20-D79481192C80}"/>
                    </a:ext>
                  </a:extLst>
                </p:cNvPr>
                <p:cNvSpPr txBox="1">
                  <a:spLocks noChangeArrowheads="1"/>
                </p:cNvSpPr>
                <p:nvPr/>
              </p:nvSpPr>
              <p:spPr bwMode="auto">
                <a:xfrm>
                  <a:off x="2851" y="3945"/>
                  <a:ext cx="42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1800" b="0">
                      <a:solidFill>
                        <a:srgbClr val="800080"/>
                      </a:solidFill>
                      <a:latin typeface="Times New Roman" panose="02020603050405020304" pitchFamily="18" charset="0"/>
                      <a:ea typeface="宋体" panose="02010600030101010101" pitchFamily="2" charset="-122"/>
                    </a:rPr>
                    <a:t>1</a:t>
                  </a:r>
                </a:p>
              </p:txBody>
            </p:sp>
          </p:grpSp>
          <p:grpSp>
            <p:nvGrpSpPr>
              <p:cNvPr id="84055" name="Group 10">
                <a:extLst>
                  <a:ext uri="{FF2B5EF4-FFF2-40B4-BE49-F238E27FC236}">
                    <a16:creationId xmlns:a16="http://schemas.microsoft.com/office/drawing/2014/main" id="{93188552-8E92-6D96-61FA-95F7EE96B25E}"/>
                  </a:ext>
                </a:extLst>
              </p:cNvPr>
              <p:cNvGrpSpPr>
                <a:grpSpLocks/>
              </p:cNvGrpSpPr>
              <p:nvPr/>
            </p:nvGrpSpPr>
            <p:grpSpPr bwMode="auto">
              <a:xfrm>
                <a:off x="5691" y="3445"/>
                <a:ext cx="420" cy="400"/>
                <a:chOff x="2851" y="3945"/>
                <a:chExt cx="420" cy="400"/>
              </a:xfrm>
            </p:grpSpPr>
            <p:sp>
              <p:nvSpPr>
                <p:cNvPr id="84079" name="Oval 11">
                  <a:extLst>
                    <a:ext uri="{FF2B5EF4-FFF2-40B4-BE49-F238E27FC236}">
                      <a16:creationId xmlns:a16="http://schemas.microsoft.com/office/drawing/2014/main" id="{48C3F005-C471-9D81-6611-7B8C29AE4632}"/>
                    </a:ext>
                  </a:extLst>
                </p:cNvPr>
                <p:cNvSpPr>
                  <a:spLocks noChangeArrowheads="1"/>
                </p:cNvSpPr>
                <p:nvPr/>
              </p:nvSpPr>
              <p:spPr bwMode="auto">
                <a:xfrm>
                  <a:off x="2851" y="3965"/>
                  <a:ext cx="380" cy="38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4080" name="Text Box 12">
                  <a:extLst>
                    <a:ext uri="{FF2B5EF4-FFF2-40B4-BE49-F238E27FC236}">
                      <a16:creationId xmlns:a16="http://schemas.microsoft.com/office/drawing/2014/main" id="{53FF3F25-50CE-8E9D-B047-EEE2109322C0}"/>
                    </a:ext>
                  </a:extLst>
                </p:cNvPr>
                <p:cNvSpPr txBox="1">
                  <a:spLocks noChangeArrowheads="1"/>
                </p:cNvSpPr>
                <p:nvPr/>
              </p:nvSpPr>
              <p:spPr bwMode="auto">
                <a:xfrm>
                  <a:off x="2851" y="3945"/>
                  <a:ext cx="42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1800" b="0">
                      <a:solidFill>
                        <a:srgbClr val="800080"/>
                      </a:solidFill>
                      <a:latin typeface="Times New Roman" panose="02020603050405020304" pitchFamily="18" charset="0"/>
                      <a:ea typeface="宋体" panose="02010600030101010101" pitchFamily="2" charset="-122"/>
                    </a:rPr>
                    <a:t>3</a:t>
                  </a:r>
                </a:p>
              </p:txBody>
            </p:sp>
          </p:grpSp>
          <p:grpSp>
            <p:nvGrpSpPr>
              <p:cNvPr id="84056" name="Group 13">
                <a:extLst>
                  <a:ext uri="{FF2B5EF4-FFF2-40B4-BE49-F238E27FC236}">
                    <a16:creationId xmlns:a16="http://schemas.microsoft.com/office/drawing/2014/main" id="{DD2D8E9E-2B9A-222F-AA75-CA58D3CA0A6C}"/>
                  </a:ext>
                </a:extLst>
              </p:cNvPr>
              <p:cNvGrpSpPr>
                <a:grpSpLocks/>
              </p:cNvGrpSpPr>
              <p:nvPr/>
            </p:nvGrpSpPr>
            <p:grpSpPr bwMode="auto">
              <a:xfrm>
                <a:off x="5731" y="4445"/>
                <a:ext cx="420" cy="400"/>
                <a:chOff x="2851" y="3945"/>
                <a:chExt cx="420" cy="400"/>
              </a:xfrm>
            </p:grpSpPr>
            <p:sp>
              <p:nvSpPr>
                <p:cNvPr id="84077" name="Oval 14">
                  <a:extLst>
                    <a:ext uri="{FF2B5EF4-FFF2-40B4-BE49-F238E27FC236}">
                      <a16:creationId xmlns:a16="http://schemas.microsoft.com/office/drawing/2014/main" id="{B0BDB50F-D0B1-4858-7B23-31EA94333FC5}"/>
                    </a:ext>
                  </a:extLst>
                </p:cNvPr>
                <p:cNvSpPr>
                  <a:spLocks noChangeArrowheads="1"/>
                </p:cNvSpPr>
                <p:nvPr/>
              </p:nvSpPr>
              <p:spPr bwMode="auto">
                <a:xfrm>
                  <a:off x="2851" y="3965"/>
                  <a:ext cx="380" cy="38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4078" name="Text Box 15">
                  <a:extLst>
                    <a:ext uri="{FF2B5EF4-FFF2-40B4-BE49-F238E27FC236}">
                      <a16:creationId xmlns:a16="http://schemas.microsoft.com/office/drawing/2014/main" id="{D7A063B3-0983-8688-3F7D-5870DB1E761F}"/>
                    </a:ext>
                  </a:extLst>
                </p:cNvPr>
                <p:cNvSpPr txBox="1">
                  <a:spLocks noChangeArrowheads="1"/>
                </p:cNvSpPr>
                <p:nvPr/>
              </p:nvSpPr>
              <p:spPr bwMode="auto">
                <a:xfrm>
                  <a:off x="2851" y="3945"/>
                  <a:ext cx="42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1800" b="0">
                      <a:solidFill>
                        <a:srgbClr val="800080"/>
                      </a:solidFill>
                      <a:latin typeface="Times New Roman" panose="02020603050405020304" pitchFamily="18" charset="0"/>
                      <a:ea typeface="宋体" panose="02010600030101010101" pitchFamily="2" charset="-122"/>
                    </a:rPr>
                    <a:t>4</a:t>
                  </a:r>
                </a:p>
              </p:txBody>
            </p:sp>
          </p:grpSp>
          <p:grpSp>
            <p:nvGrpSpPr>
              <p:cNvPr id="84057" name="Group 16">
                <a:extLst>
                  <a:ext uri="{FF2B5EF4-FFF2-40B4-BE49-F238E27FC236}">
                    <a16:creationId xmlns:a16="http://schemas.microsoft.com/office/drawing/2014/main" id="{CA5FAFDC-F6E4-7431-A05D-0493C59E57E3}"/>
                  </a:ext>
                </a:extLst>
              </p:cNvPr>
              <p:cNvGrpSpPr>
                <a:grpSpLocks/>
              </p:cNvGrpSpPr>
              <p:nvPr/>
            </p:nvGrpSpPr>
            <p:grpSpPr bwMode="auto">
              <a:xfrm>
                <a:off x="4711" y="3945"/>
                <a:ext cx="420" cy="400"/>
                <a:chOff x="2851" y="3945"/>
                <a:chExt cx="420" cy="400"/>
              </a:xfrm>
            </p:grpSpPr>
            <p:sp>
              <p:nvSpPr>
                <p:cNvPr id="84075" name="Oval 17">
                  <a:extLst>
                    <a:ext uri="{FF2B5EF4-FFF2-40B4-BE49-F238E27FC236}">
                      <a16:creationId xmlns:a16="http://schemas.microsoft.com/office/drawing/2014/main" id="{08429D6C-5105-BCE9-51BE-62C0C2C168EA}"/>
                    </a:ext>
                  </a:extLst>
                </p:cNvPr>
                <p:cNvSpPr>
                  <a:spLocks noChangeArrowheads="1"/>
                </p:cNvSpPr>
                <p:nvPr/>
              </p:nvSpPr>
              <p:spPr bwMode="auto">
                <a:xfrm>
                  <a:off x="2851" y="3965"/>
                  <a:ext cx="380" cy="38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4076" name="Text Box 18">
                  <a:extLst>
                    <a:ext uri="{FF2B5EF4-FFF2-40B4-BE49-F238E27FC236}">
                      <a16:creationId xmlns:a16="http://schemas.microsoft.com/office/drawing/2014/main" id="{59026D3A-0642-22FE-0B4D-A0B9360E67DD}"/>
                    </a:ext>
                  </a:extLst>
                </p:cNvPr>
                <p:cNvSpPr txBox="1">
                  <a:spLocks noChangeArrowheads="1"/>
                </p:cNvSpPr>
                <p:nvPr/>
              </p:nvSpPr>
              <p:spPr bwMode="auto">
                <a:xfrm>
                  <a:off x="2851" y="3945"/>
                  <a:ext cx="42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1800" b="0">
                      <a:solidFill>
                        <a:srgbClr val="800080"/>
                      </a:solidFill>
                      <a:latin typeface="Times New Roman" panose="02020603050405020304" pitchFamily="18" charset="0"/>
                      <a:ea typeface="宋体" panose="02010600030101010101" pitchFamily="2" charset="-122"/>
                    </a:rPr>
                    <a:t>2</a:t>
                  </a:r>
                </a:p>
              </p:txBody>
            </p:sp>
          </p:grpSp>
          <p:grpSp>
            <p:nvGrpSpPr>
              <p:cNvPr id="84058" name="Group 19">
                <a:extLst>
                  <a:ext uri="{FF2B5EF4-FFF2-40B4-BE49-F238E27FC236}">
                    <a16:creationId xmlns:a16="http://schemas.microsoft.com/office/drawing/2014/main" id="{315B8FCC-6679-4422-E4C2-0A92D26A063B}"/>
                  </a:ext>
                </a:extLst>
              </p:cNvPr>
              <p:cNvGrpSpPr>
                <a:grpSpLocks/>
              </p:cNvGrpSpPr>
              <p:nvPr/>
            </p:nvGrpSpPr>
            <p:grpSpPr bwMode="auto">
              <a:xfrm>
                <a:off x="6711" y="3945"/>
                <a:ext cx="420" cy="400"/>
                <a:chOff x="2851" y="3945"/>
                <a:chExt cx="420" cy="400"/>
              </a:xfrm>
            </p:grpSpPr>
            <p:sp>
              <p:nvSpPr>
                <p:cNvPr id="84073" name="Oval 20">
                  <a:extLst>
                    <a:ext uri="{FF2B5EF4-FFF2-40B4-BE49-F238E27FC236}">
                      <a16:creationId xmlns:a16="http://schemas.microsoft.com/office/drawing/2014/main" id="{D3E8BD10-F4DB-24AD-E792-39F5CE0B4150}"/>
                    </a:ext>
                  </a:extLst>
                </p:cNvPr>
                <p:cNvSpPr>
                  <a:spLocks noChangeArrowheads="1"/>
                </p:cNvSpPr>
                <p:nvPr/>
              </p:nvSpPr>
              <p:spPr bwMode="auto">
                <a:xfrm>
                  <a:off x="2851" y="3965"/>
                  <a:ext cx="380" cy="38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4074" name="Text Box 21">
                  <a:extLst>
                    <a:ext uri="{FF2B5EF4-FFF2-40B4-BE49-F238E27FC236}">
                      <a16:creationId xmlns:a16="http://schemas.microsoft.com/office/drawing/2014/main" id="{062A7944-98F1-9A10-D05C-107F9811AC50}"/>
                    </a:ext>
                  </a:extLst>
                </p:cNvPr>
                <p:cNvSpPr txBox="1">
                  <a:spLocks noChangeArrowheads="1"/>
                </p:cNvSpPr>
                <p:nvPr/>
              </p:nvSpPr>
              <p:spPr bwMode="auto">
                <a:xfrm>
                  <a:off x="2851" y="3945"/>
                  <a:ext cx="42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1800" b="0">
                      <a:solidFill>
                        <a:srgbClr val="800080"/>
                      </a:solidFill>
                      <a:latin typeface="Times New Roman" panose="02020603050405020304" pitchFamily="18" charset="0"/>
                      <a:ea typeface="宋体" panose="02010600030101010101" pitchFamily="2" charset="-122"/>
                    </a:rPr>
                    <a:t>5</a:t>
                  </a:r>
                </a:p>
              </p:txBody>
            </p:sp>
          </p:grpSp>
          <p:grpSp>
            <p:nvGrpSpPr>
              <p:cNvPr id="84059" name="Group 22">
                <a:extLst>
                  <a:ext uri="{FF2B5EF4-FFF2-40B4-BE49-F238E27FC236}">
                    <a16:creationId xmlns:a16="http://schemas.microsoft.com/office/drawing/2014/main" id="{DEAD62DE-14D9-0322-C297-C7FFEFB7C369}"/>
                  </a:ext>
                </a:extLst>
              </p:cNvPr>
              <p:cNvGrpSpPr>
                <a:grpSpLocks/>
              </p:cNvGrpSpPr>
              <p:nvPr/>
            </p:nvGrpSpPr>
            <p:grpSpPr bwMode="auto">
              <a:xfrm>
                <a:off x="7671" y="3945"/>
                <a:ext cx="420" cy="400"/>
                <a:chOff x="2851" y="3945"/>
                <a:chExt cx="420" cy="400"/>
              </a:xfrm>
            </p:grpSpPr>
            <p:sp>
              <p:nvSpPr>
                <p:cNvPr id="84071" name="Oval 23">
                  <a:extLst>
                    <a:ext uri="{FF2B5EF4-FFF2-40B4-BE49-F238E27FC236}">
                      <a16:creationId xmlns:a16="http://schemas.microsoft.com/office/drawing/2014/main" id="{17521C09-2E74-6181-0638-0FD7BA1658A2}"/>
                    </a:ext>
                  </a:extLst>
                </p:cNvPr>
                <p:cNvSpPr>
                  <a:spLocks noChangeArrowheads="1"/>
                </p:cNvSpPr>
                <p:nvPr/>
              </p:nvSpPr>
              <p:spPr bwMode="auto">
                <a:xfrm>
                  <a:off x="2851" y="3965"/>
                  <a:ext cx="380" cy="38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4072" name="Text Box 24">
                  <a:extLst>
                    <a:ext uri="{FF2B5EF4-FFF2-40B4-BE49-F238E27FC236}">
                      <a16:creationId xmlns:a16="http://schemas.microsoft.com/office/drawing/2014/main" id="{D483FC6F-9619-69D2-CF98-034FAB1B0D72}"/>
                    </a:ext>
                  </a:extLst>
                </p:cNvPr>
                <p:cNvSpPr txBox="1">
                  <a:spLocks noChangeArrowheads="1"/>
                </p:cNvSpPr>
                <p:nvPr/>
              </p:nvSpPr>
              <p:spPr bwMode="auto">
                <a:xfrm>
                  <a:off x="2851" y="3945"/>
                  <a:ext cx="42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1800" b="0">
                      <a:solidFill>
                        <a:srgbClr val="800080"/>
                      </a:solidFill>
                      <a:latin typeface="Times New Roman" panose="02020603050405020304" pitchFamily="18" charset="0"/>
                      <a:ea typeface="宋体" panose="02010600030101010101" pitchFamily="2" charset="-122"/>
                    </a:rPr>
                    <a:t>6</a:t>
                  </a:r>
                </a:p>
              </p:txBody>
            </p:sp>
          </p:grpSp>
          <p:grpSp>
            <p:nvGrpSpPr>
              <p:cNvPr id="84060" name="Group 25">
                <a:extLst>
                  <a:ext uri="{FF2B5EF4-FFF2-40B4-BE49-F238E27FC236}">
                    <a16:creationId xmlns:a16="http://schemas.microsoft.com/office/drawing/2014/main" id="{A79E26FD-1833-9DED-E685-5E508C5A43F5}"/>
                  </a:ext>
                </a:extLst>
              </p:cNvPr>
              <p:cNvGrpSpPr>
                <a:grpSpLocks/>
              </p:cNvGrpSpPr>
              <p:nvPr/>
            </p:nvGrpSpPr>
            <p:grpSpPr bwMode="auto">
              <a:xfrm>
                <a:off x="8611" y="3945"/>
                <a:ext cx="420" cy="400"/>
                <a:chOff x="2851" y="3945"/>
                <a:chExt cx="420" cy="400"/>
              </a:xfrm>
            </p:grpSpPr>
            <p:sp>
              <p:nvSpPr>
                <p:cNvPr id="84069" name="Oval 26">
                  <a:extLst>
                    <a:ext uri="{FF2B5EF4-FFF2-40B4-BE49-F238E27FC236}">
                      <a16:creationId xmlns:a16="http://schemas.microsoft.com/office/drawing/2014/main" id="{E3468B7E-AF8C-D088-6DB3-CC1E1E552C2A}"/>
                    </a:ext>
                  </a:extLst>
                </p:cNvPr>
                <p:cNvSpPr>
                  <a:spLocks noChangeArrowheads="1"/>
                </p:cNvSpPr>
                <p:nvPr/>
              </p:nvSpPr>
              <p:spPr bwMode="auto">
                <a:xfrm>
                  <a:off x="2851" y="3965"/>
                  <a:ext cx="380" cy="380"/>
                </a:xfrm>
                <a:prstGeom prst="ellipse">
                  <a:avLst/>
                </a:prstGeom>
                <a:noFill/>
                <a:ln w="38100" cmpd="dbl">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4070" name="Text Box 27">
                  <a:extLst>
                    <a:ext uri="{FF2B5EF4-FFF2-40B4-BE49-F238E27FC236}">
                      <a16:creationId xmlns:a16="http://schemas.microsoft.com/office/drawing/2014/main" id="{1BC4B70C-B4F2-87C8-404A-4B852BAEA9C5}"/>
                    </a:ext>
                  </a:extLst>
                </p:cNvPr>
                <p:cNvSpPr txBox="1">
                  <a:spLocks noChangeArrowheads="1"/>
                </p:cNvSpPr>
                <p:nvPr/>
              </p:nvSpPr>
              <p:spPr bwMode="auto">
                <a:xfrm>
                  <a:off x="2851" y="3945"/>
                  <a:ext cx="42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1800" b="0">
                      <a:solidFill>
                        <a:srgbClr val="800080"/>
                      </a:solidFill>
                      <a:latin typeface="Times New Roman" panose="02020603050405020304" pitchFamily="18" charset="0"/>
                      <a:ea typeface="宋体" panose="02010600030101010101" pitchFamily="2" charset="-122"/>
                    </a:rPr>
                    <a:t>7</a:t>
                  </a:r>
                </a:p>
              </p:txBody>
            </p:sp>
          </p:grpSp>
          <p:sp>
            <p:nvSpPr>
              <p:cNvPr id="84061" name="Line 28">
                <a:extLst>
                  <a:ext uri="{FF2B5EF4-FFF2-40B4-BE49-F238E27FC236}">
                    <a16:creationId xmlns:a16="http://schemas.microsoft.com/office/drawing/2014/main" id="{25678FA3-23D7-4C1D-E051-0BDECF0BBD09}"/>
                  </a:ext>
                </a:extLst>
              </p:cNvPr>
              <p:cNvSpPr>
                <a:spLocks noChangeShapeType="1"/>
              </p:cNvSpPr>
              <p:nvPr/>
            </p:nvSpPr>
            <p:spPr bwMode="auto">
              <a:xfrm>
                <a:off x="3231" y="4145"/>
                <a:ext cx="56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4062" name="Line 29">
                <a:extLst>
                  <a:ext uri="{FF2B5EF4-FFF2-40B4-BE49-F238E27FC236}">
                    <a16:creationId xmlns:a16="http://schemas.microsoft.com/office/drawing/2014/main" id="{B43FFAC5-9CAD-F943-B0FC-262CEF0A53B0}"/>
                  </a:ext>
                </a:extLst>
              </p:cNvPr>
              <p:cNvSpPr>
                <a:spLocks noChangeShapeType="1"/>
              </p:cNvSpPr>
              <p:nvPr/>
            </p:nvSpPr>
            <p:spPr bwMode="auto">
              <a:xfrm>
                <a:off x="4171" y="4145"/>
                <a:ext cx="56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4063" name="Line 30">
                <a:extLst>
                  <a:ext uri="{FF2B5EF4-FFF2-40B4-BE49-F238E27FC236}">
                    <a16:creationId xmlns:a16="http://schemas.microsoft.com/office/drawing/2014/main" id="{9B649545-0E8F-E3F8-6010-8C6031E77E5F}"/>
                  </a:ext>
                </a:extLst>
              </p:cNvPr>
              <p:cNvSpPr>
                <a:spLocks noChangeShapeType="1"/>
              </p:cNvSpPr>
              <p:nvPr/>
            </p:nvSpPr>
            <p:spPr bwMode="auto">
              <a:xfrm>
                <a:off x="7111" y="4145"/>
                <a:ext cx="56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4064" name="Line 31">
                <a:extLst>
                  <a:ext uri="{FF2B5EF4-FFF2-40B4-BE49-F238E27FC236}">
                    <a16:creationId xmlns:a16="http://schemas.microsoft.com/office/drawing/2014/main" id="{C25462FE-71D5-2841-029F-D79816A4A562}"/>
                  </a:ext>
                </a:extLst>
              </p:cNvPr>
              <p:cNvSpPr>
                <a:spLocks noChangeShapeType="1"/>
              </p:cNvSpPr>
              <p:nvPr/>
            </p:nvSpPr>
            <p:spPr bwMode="auto">
              <a:xfrm>
                <a:off x="8051" y="4145"/>
                <a:ext cx="56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4065" name="Line 32">
                <a:extLst>
                  <a:ext uri="{FF2B5EF4-FFF2-40B4-BE49-F238E27FC236}">
                    <a16:creationId xmlns:a16="http://schemas.microsoft.com/office/drawing/2014/main" id="{332528BC-91C6-56E6-02A5-F8D9E0446462}"/>
                  </a:ext>
                </a:extLst>
              </p:cNvPr>
              <p:cNvSpPr>
                <a:spLocks noChangeShapeType="1"/>
              </p:cNvSpPr>
              <p:nvPr/>
            </p:nvSpPr>
            <p:spPr bwMode="auto">
              <a:xfrm flipV="1">
                <a:off x="5091" y="3725"/>
                <a:ext cx="620" cy="32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4066" name="Line 33">
                <a:extLst>
                  <a:ext uri="{FF2B5EF4-FFF2-40B4-BE49-F238E27FC236}">
                    <a16:creationId xmlns:a16="http://schemas.microsoft.com/office/drawing/2014/main" id="{31635D9B-EC17-3BBE-7427-2E0E0806FCE2}"/>
                  </a:ext>
                </a:extLst>
              </p:cNvPr>
              <p:cNvSpPr>
                <a:spLocks noChangeShapeType="1"/>
              </p:cNvSpPr>
              <p:nvPr/>
            </p:nvSpPr>
            <p:spPr bwMode="auto">
              <a:xfrm>
                <a:off x="5091" y="4225"/>
                <a:ext cx="680" cy="36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4067" name="Line 34">
                <a:extLst>
                  <a:ext uri="{FF2B5EF4-FFF2-40B4-BE49-F238E27FC236}">
                    <a16:creationId xmlns:a16="http://schemas.microsoft.com/office/drawing/2014/main" id="{36F10C00-547E-4C1C-521A-D92BFB901A1C}"/>
                  </a:ext>
                </a:extLst>
              </p:cNvPr>
              <p:cNvSpPr>
                <a:spLocks noChangeShapeType="1"/>
              </p:cNvSpPr>
              <p:nvPr/>
            </p:nvSpPr>
            <p:spPr bwMode="auto">
              <a:xfrm>
                <a:off x="6071" y="3705"/>
                <a:ext cx="680" cy="34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4068" name="Line 35">
                <a:extLst>
                  <a:ext uri="{FF2B5EF4-FFF2-40B4-BE49-F238E27FC236}">
                    <a16:creationId xmlns:a16="http://schemas.microsoft.com/office/drawing/2014/main" id="{4CD8C5CD-1D7C-C76D-9BBC-D13DA80DF4B0}"/>
                  </a:ext>
                </a:extLst>
              </p:cNvPr>
              <p:cNvSpPr>
                <a:spLocks noChangeShapeType="1"/>
              </p:cNvSpPr>
              <p:nvPr/>
            </p:nvSpPr>
            <p:spPr bwMode="auto">
              <a:xfrm flipV="1">
                <a:off x="6091" y="4225"/>
                <a:ext cx="660" cy="40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84037" name="Text Box 36">
              <a:extLst>
                <a:ext uri="{FF2B5EF4-FFF2-40B4-BE49-F238E27FC236}">
                  <a16:creationId xmlns:a16="http://schemas.microsoft.com/office/drawing/2014/main" id="{64B7FF45-639A-0E8B-D32D-35D4FD15D254}"/>
                </a:ext>
              </a:extLst>
            </p:cNvPr>
            <p:cNvSpPr txBox="1">
              <a:spLocks noChangeArrowheads="1"/>
            </p:cNvSpPr>
            <p:nvPr/>
          </p:nvSpPr>
          <p:spPr bwMode="auto">
            <a:xfrm>
              <a:off x="3571" y="3325"/>
              <a:ext cx="50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zh-CN" altLang="zh-CN" sz="1800" b="0">
                  <a:solidFill>
                    <a:srgbClr val="800080"/>
                  </a:solidFill>
                  <a:latin typeface="Times New Roman" panose="02020603050405020304" pitchFamily="18" charset="0"/>
                  <a:ea typeface="宋体" panose="02010600030101010101" pitchFamily="2" charset="-122"/>
                </a:rPr>
                <a:t> </a:t>
              </a:r>
              <a:r>
                <a:rPr kumimoji="1" lang="en-US" altLang="zh-CN" sz="1800" b="0">
                  <a:solidFill>
                    <a:srgbClr val="800080"/>
                  </a:solidFill>
                  <a:latin typeface="Times New Roman" panose="02020603050405020304" pitchFamily="18" charset="0"/>
                  <a:ea typeface="宋体" panose="02010600030101010101" pitchFamily="2" charset="-122"/>
                </a:rPr>
                <a:t>a</a:t>
              </a:r>
            </a:p>
          </p:txBody>
        </p:sp>
        <p:sp>
          <p:nvSpPr>
            <p:cNvPr id="84038" name="Arc 37">
              <a:extLst>
                <a:ext uri="{FF2B5EF4-FFF2-40B4-BE49-F238E27FC236}">
                  <a16:creationId xmlns:a16="http://schemas.microsoft.com/office/drawing/2014/main" id="{89188EE8-1B1B-F04E-F5B1-66E82EE0D188}"/>
                </a:ext>
              </a:extLst>
            </p:cNvPr>
            <p:cNvSpPr>
              <a:spLocks/>
            </p:cNvSpPr>
            <p:nvPr/>
          </p:nvSpPr>
          <p:spPr bwMode="auto">
            <a:xfrm flipH="1" flipV="1">
              <a:off x="3831" y="3585"/>
              <a:ext cx="400" cy="460"/>
            </a:xfrm>
            <a:custGeom>
              <a:avLst/>
              <a:gdLst>
                <a:gd name="T0" fmla="*/ 0 w 43200"/>
                <a:gd name="T1" fmla="*/ 0 h 41746"/>
                <a:gd name="T2" fmla="*/ 0 w 43200"/>
                <a:gd name="T3" fmla="*/ 0 h 41746"/>
                <a:gd name="T4" fmla="*/ 0 w 43200"/>
                <a:gd name="T5" fmla="*/ 0 h 41746"/>
                <a:gd name="T6" fmla="*/ 0 60000 65536"/>
                <a:gd name="T7" fmla="*/ 0 60000 65536"/>
                <a:gd name="T8" fmla="*/ 0 60000 65536"/>
                <a:gd name="T9" fmla="*/ 0 w 43200"/>
                <a:gd name="T10" fmla="*/ 0 h 41746"/>
                <a:gd name="T11" fmla="*/ 43200 w 43200"/>
                <a:gd name="T12" fmla="*/ 41746 h 41746"/>
              </a:gdLst>
              <a:ahLst/>
              <a:cxnLst>
                <a:cxn ang="T6">
                  <a:pos x="T0" y="T1"/>
                </a:cxn>
                <a:cxn ang="T7">
                  <a:pos x="T2" y="T3"/>
                </a:cxn>
                <a:cxn ang="T8">
                  <a:pos x="T4" y="T5"/>
                </a:cxn>
              </a:cxnLst>
              <a:rect l="T9" t="T10" r="T11" b="T12"/>
              <a:pathLst>
                <a:path w="43200" h="41746" fill="none" extrusionOk="0">
                  <a:moveTo>
                    <a:pt x="38722" y="6979"/>
                  </a:moveTo>
                  <a:cubicBezTo>
                    <a:pt x="41626" y="10754"/>
                    <a:pt x="43200" y="15383"/>
                    <a:pt x="43200" y="20146"/>
                  </a:cubicBezTo>
                  <a:cubicBezTo>
                    <a:pt x="43200" y="32075"/>
                    <a:pt x="33529" y="41746"/>
                    <a:pt x="21600" y="41746"/>
                  </a:cubicBezTo>
                  <a:cubicBezTo>
                    <a:pt x="9670" y="41746"/>
                    <a:pt x="0" y="32075"/>
                    <a:pt x="0" y="20146"/>
                  </a:cubicBezTo>
                  <a:cubicBezTo>
                    <a:pt x="-1" y="11223"/>
                    <a:pt x="5486" y="3218"/>
                    <a:pt x="13809" y="0"/>
                  </a:cubicBezTo>
                </a:path>
                <a:path w="43200" h="41746" stroke="0" extrusionOk="0">
                  <a:moveTo>
                    <a:pt x="38722" y="6979"/>
                  </a:moveTo>
                  <a:cubicBezTo>
                    <a:pt x="41626" y="10754"/>
                    <a:pt x="43200" y="15383"/>
                    <a:pt x="43200" y="20146"/>
                  </a:cubicBezTo>
                  <a:cubicBezTo>
                    <a:pt x="43200" y="32075"/>
                    <a:pt x="33529" y="41746"/>
                    <a:pt x="21600" y="41746"/>
                  </a:cubicBezTo>
                  <a:cubicBezTo>
                    <a:pt x="9670" y="41746"/>
                    <a:pt x="0" y="32075"/>
                    <a:pt x="0" y="20146"/>
                  </a:cubicBezTo>
                  <a:cubicBezTo>
                    <a:pt x="-1" y="11223"/>
                    <a:pt x="5486" y="3218"/>
                    <a:pt x="13809" y="0"/>
                  </a:cubicBezTo>
                  <a:lnTo>
                    <a:pt x="21600" y="20146"/>
                  </a:lnTo>
                  <a:lnTo>
                    <a:pt x="38722" y="6979"/>
                  </a:lnTo>
                  <a:close/>
                </a:path>
              </a:pathLst>
            </a:custGeom>
            <a:noFill/>
            <a:ln w="9525">
              <a:solidFill>
                <a:srgbClr val="000000"/>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39" name="Arc 38">
              <a:extLst>
                <a:ext uri="{FF2B5EF4-FFF2-40B4-BE49-F238E27FC236}">
                  <a16:creationId xmlns:a16="http://schemas.microsoft.com/office/drawing/2014/main" id="{8C1C8498-B88D-DE01-D632-553F5814CE54}"/>
                </a:ext>
              </a:extLst>
            </p:cNvPr>
            <p:cNvSpPr>
              <a:spLocks/>
            </p:cNvSpPr>
            <p:nvPr/>
          </p:nvSpPr>
          <p:spPr bwMode="auto">
            <a:xfrm flipH="1" flipV="1">
              <a:off x="7731" y="3585"/>
              <a:ext cx="400" cy="460"/>
            </a:xfrm>
            <a:custGeom>
              <a:avLst/>
              <a:gdLst>
                <a:gd name="T0" fmla="*/ 0 w 43200"/>
                <a:gd name="T1" fmla="*/ 0 h 41746"/>
                <a:gd name="T2" fmla="*/ 0 w 43200"/>
                <a:gd name="T3" fmla="*/ 0 h 41746"/>
                <a:gd name="T4" fmla="*/ 0 w 43200"/>
                <a:gd name="T5" fmla="*/ 0 h 41746"/>
                <a:gd name="T6" fmla="*/ 0 60000 65536"/>
                <a:gd name="T7" fmla="*/ 0 60000 65536"/>
                <a:gd name="T8" fmla="*/ 0 60000 65536"/>
                <a:gd name="T9" fmla="*/ 0 w 43200"/>
                <a:gd name="T10" fmla="*/ 0 h 41746"/>
                <a:gd name="T11" fmla="*/ 43200 w 43200"/>
                <a:gd name="T12" fmla="*/ 41746 h 41746"/>
              </a:gdLst>
              <a:ahLst/>
              <a:cxnLst>
                <a:cxn ang="T6">
                  <a:pos x="T0" y="T1"/>
                </a:cxn>
                <a:cxn ang="T7">
                  <a:pos x="T2" y="T3"/>
                </a:cxn>
                <a:cxn ang="T8">
                  <a:pos x="T4" y="T5"/>
                </a:cxn>
              </a:cxnLst>
              <a:rect l="T9" t="T10" r="T11" b="T12"/>
              <a:pathLst>
                <a:path w="43200" h="41746" fill="none" extrusionOk="0">
                  <a:moveTo>
                    <a:pt x="38722" y="6979"/>
                  </a:moveTo>
                  <a:cubicBezTo>
                    <a:pt x="41626" y="10754"/>
                    <a:pt x="43200" y="15383"/>
                    <a:pt x="43200" y="20146"/>
                  </a:cubicBezTo>
                  <a:cubicBezTo>
                    <a:pt x="43200" y="32075"/>
                    <a:pt x="33529" y="41746"/>
                    <a:pt x="21600" y="41746"/>
                  </a:cubicBezTo>
                  <a:cubicBezTo>
                    <a:pt x="9670" y="41746"/>
                    <a:pt x="0" y="32075"/>
                    <a:pt x="0" y="20146"/>
                  </a:cubicBezTo>
                  <a:cubicBezTo>
                    <a:pt x="-1" y="11223"/>
                    <a:pt x="5486" y="3218"/>
                    <a:pt x="13809" y="0"/>
                  </a:cubicBezTo>
                </a:path>
                <a:path w="43200" h="41746" stroke="0" extrusionOk="0">
                  <a:moveTo>
                    <a:pt x="38722" y="6979"/>
                  </a:moveTo>
                  <a:cubicBezTo>
                    <a:pt x="41626" y="10754"/>
                    <a:pt x="43200" y="15383"/>
                    <a:pt x="43200" y="20146"/>
                  </a:cubicBezTo>
                  <a:cubicBezTo>
                    <a:pt x="43200" y="32075"/>
                    <a:pt x="33529" y="41746"/>
                    <a:pt x="21600" y="41746"/>
                  </a:cubicBezTo>
                  <a:cubicBezTo>
                    <a:pt x="9670" y="41746"/>
                    <a:pt x="0" y="32075"/>
                    <a:pt x="0" y="20146"/>
                  </a:cubicBezTo>
                  <a:cubicBezTo>
                    <a:pt x="-1" y="11223"/>
                    <a:pt x="5486" y="3218"/>
                    <a:pt x="13809" y="0"/>
                  </a:cubicBezTo>
                  <a:lnTo>
                    <a:pt x="21600" y="20146"/>
                  </a:lnTo>
                  <a:lnTo>
                    <a:pt x="38722" y="6979"/>
                  </a:lnTo>
                  <a:close/>
                </a:path>
              </a:pathLst>
            </a:custGeom>
            <a:noFill/>
            <a:ln w="9525">
              <a:solidFill>
                <a:srgbClr val="000000"/>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40" name="Arc 39">
              <a:extLst>
                <a:ext uri="{FF2B5EF4-FFF2-40B4-BE49-F238E27FC236}">
                  <a16:creationId xmlns:a16="http://schemas.microsoft.com/office/drawing/2014/main" id="{399FC082-7782-9B90-D728-73C8C8A7F921}"/>
                </a:ext>
              </a:extLst>
            </p:cNvPr>
            <p:cNvSpPr>
              <a:spLocks/>
            </p:cNvSpPr>
            <p:nvPr/>
          </p:nvSpPr>
          <p:spPr bwMode="auto">
            <a:xfrm flipH="1">
              <a:off x="3851" y="4265"/>
              <a:ext cx="400" cy="460"/>
            </a:xfrm>
            <a:custGeom>
              <a:avLst/>
              <a:gdLst>
                <a:gd name="T0" fmla="*/ 0 w 43200"/>
                <a:gd name="T1" fmla="*/ 0 h 41746"/>
                <a:gd name="T2" fmla="*/ 0 w 43200"/>
                <a:gd name="T3" fmla="*/ 0 h 41746"/>
                <a:gd name="T4" fmla="*/ 0 w 43200"/>
                <a:gd name="T5" fmla="*/ 0 h 41746"/>
                <a:gd name="T6" fmla="*/ 0 60000 65536"/>
                <a:gd name="T7" fmla="*/ 0 60000 65536"/>
                <a:gd name="T8" fmla="*/ 0 60000 65536"/>
                <a:gd name="T9" fmla="*/ 0 w 43200"/>
                <a:gd name="T10" fmla="*/ 0 h 41746"/>
                <a:gd name="T11" fmla="*/ 43200 w 43200"/>
                <a:gd name="T12" fmla="*/ 41746 h 41746"/>
              </a:gdLst>
              <a:ahLst/>
              <a:cxnLst>
                <a:cxn ang="T6">
                  <a:pos x="T0" y="T1"/>
                </a:cxn>
                <a:cxn ang="T7">
                  <a:pos x="T2" y="T3"/>
                </a:cxn>
                <a:cxn ang="T8">
                  <a:pos x="T4" y="T5"/>
                </a:cxn>
              </a:cxnLst>
              <a:rect l="T9" t="T10" r="T11" b="T12"/>
              <a:pathLst>
                <a:path w="43200" h="41746" fill="none" extrusionOk="0">
                  <a:moveTo>
                    <a:pt x="38722" y="6979"/>
                  </a:moveTo>
                  <a:cubicBezTo>
                    <a:pt x="41626" y="10754"/>
                    <a:pt x="43200" y="15383"/>
                    <a:pt x="43200" y="20146"/>
                  </a:cubicBezTo>
                  <a:cubicBezTo>
                    <a:pt x="43200" y="32075"/>
                    <a:pt x="33529" y="41746"/>
                    <a:pt x="21600" y="41746"/>
                  </a:cubicBezTo>
                  <a:cubicBezTo>
                    <a:pt x="9670" y="41746"/>
                    <a:pt x="0" y="32075"/>
                    <a:pt x="0" y="20146"/>
                  </a:cubicBezTo>
                  <a:cubicBezTo>
                    <a:pt x="-1" y="11223"/>
                    <a:pt x="5486" y="3218"/>
                    <a:pt x="13809" y="0"/>
                  </a:cubicBezTo>
                </a:path>
                <a:path w="43200" h="41746" stroke="0" extrusionOk="0">
                  <a:moveTo>
                    <a:pt x="38722" y="6979"/>
                  </a:moveTo>
                  <a:cubicBezTo>
                    <a:pt x="41626" y="10754"/>
                    <a:pt x="43200" y="15383"/>
                    <a:pt x="43200" y="20146"/>
                  </a:cubicBezTo>
                  <a:cubicBezTo>
                    <a:pt x="43200" y="32075"/>
                    <a:pt x="33529" y="41746"/>
                    <a:pt x="21600" y="41746"/>
                  </a:cubicBezTo>
                  <a:cubicBezTo>
                    <a:pt x="9670" y="41746"/>
                    <a:pt x="0" y="32075"/>
                    <a:pt x="0" y="20146"/>
                  </a:cubicBezTo>
                  <a:cubicBezTo>
                    <a:pt x="-1" y="11223"/>
                    <a:pt x="5486" y="3218"/>
                    <a:pt x="13809" y="0"/>
                  </a:cubicBezTo>
                  <a:lnTo>
                    <a:pt x="21600" y="20146"/>
                  </a:lnTo>
                  <a:lnTo>
                    <a:pt x="38722" y="6979"/>
                  </a:lnTo>
                  <a:close/>
                </a:path>
              </a:pathLst>
            </a:custGeom>
            <a:noFill/>
            <a:ln w="9525">
              <a:solidFill>
                <a:srgbClr val="000000"/>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41" name="Arc 40">
              <a:extLst>
                <a:ext uri="{FF2B5EF4-FFF2-40B4-BE49-F238E27FC236}">
                  <a16:creationId xmlns:a16="http://schemas.microsoft.com/office/drawing/2014/main" id="{54CA18E6-F771-7195-AA99-255C56B141F2}"/>
                </a:ext>
              </a:extLst>
            </p:cNvPr>
            <p:cNvSpPr>
              <a:spLocks/>
            </p:cNvSpPr>
            <p:nvPr/>
          </p:nvSpPr>
          <p:spPr bwMode="auto">
            <a:xfrm flipH="1">
              <a:off x="7731" y="4265"/>
              <a:ext cx="400" cy="460"/>
            </a:xfrm>
            <a:custGeom>
              <a:avLst/>
              <a:gdLst>
                <a:gd name="T0" fmla="*/ 0 w 43200"/>
                <a:gd name="T1" fmla="*/ 0 h 41746"/>
                <a:gd name="T2" fmla="*/ 0 w 43200"/>
                <a:gd name="T3" fmla="*/ 0 h 41746"/>
                <a:gd name="T4" fmla="*/ 0 w 43200"/>
                <a:gd name="T5" fmla="*/ 0 h 41746"/>
                <a:gd name="T6" fmla="*/ 0 60000 65536"/>
                <a:gd name="T7" fmla="*/ 0 60000 65536"/>
                <a:gd name="T8" fmla="*/ 0 60000 65536"/>
                <a:gd name="T9" fmla="*/ 0 w 43200"/>
                <a:gd name="T10" fmla="*/ 0 h 41746"/>
                <a:gd name="T11" fmla="*/ 43200 w 43200"/>
                <a:gd name="T12" fmla="*/ 41746 h 41746"/>
              </a:gdLst>
              <a:ahLst/>
              <a:cxnLst>
                <a:cxn ang="T6">
                  <a:pos x="T0" y="T1"/>
                </a:cxn>
                <a:cxn ang="T7">
                  <a:pos x="T2" y="T3"/>
                </a:cxn>
                <a:cxn ang="T8">
                  <a:pos x="T4" y="T5"/>
                </a:cxn>
              </a:cxnLst>
              <a:rect l="T9" t="T10" r="T11" b="T12"/>
              <a:pathLst>
                <a:path w="43200" h="41746" fill="none" extrusionOk="0">
                  <a:moveTo>
                    <a:pt x="38722" y="6979"/>
                  </a:moveTo>
                  <a:cubicBezTo>
                    <a:pt x="41626" y="10754"/>
                    <a:pt x="43200" y="15383"/>
                    <a:pt x="43200" y="20146"/>
                  </a:cubicBezTo>
                  <a:cubicBezTo>
                    <a:pt x="43200" y="32075"/>
                    <a:pt x="33529" y="41746"/>
                    <a:pt x="21600" y="41746"/>
                  </a:cubicBezTo>
                  <a:cubicBezTo>
                    <a:pt x="9670" y="41746"/>
                    <a:pt x="0" y="32075"/>
                    <a:pt x="0" y="20146"/>
                  </a:cubicBezTo>
                  <a:cubicBezTo>
                    <a:pt x="-1" y="11223"/>
                    <a:pt x="5486" y="3218"/>
                    <a:pt x="13809" y="0"/>
                  </a:cubicBezTo>
                </a:path>
                <a:path w="43200" h="41746" stroke="0" extrusionOk="0">
                  <a:moveTo>
                    <a:pt x="38722" y="6979"/>
                  </a:moveTo>
                  <a:cubicBezTo>
                    <a:pt x="41626" y="10754"/>
                    <a:pt x="43200" y="15383"/>
                    <a:pt x="43200" y="20146"/>
                  </a:cubicBezTo>
                  <a:cubicBezTo>
                    <a:pt x="43200" y="32075"/>
                    <a:pt x="33529" y="41746"/>
                    <a:pt x="21600" y="41746"/>
                  </a:cubicBezTo>
                  <a:cubicBezTo>
                    <a:pt x="9670" y="41746"/>
                    <a:pt x="0" y="32075"/>
                    <a:pt x="0" y="20146"/>
                  </a:cubicBezTo>
                  <a:cubicBezTo>
                    <a:pt x="-1" y="11223"/>
                    <a:pt x="5486" y="3218"/>
                    <a:pt x="13809" y="0"/>
                  </a:cubicBezTo>
                  <a:lnTo>
                    <a:pt x="21600" y="20146"/>
                  </a:lnTo>
                  <a:lnTo>
                    <a:pt x="38722" y="6979"/>
                  </a:lnTo>
                  <a:close/>
                </a:path>
              </a:pathLst>
            </a:custGeom>
            <a:noFill/>
            <a:ln w="9525">
              <a:solidFill>
                <a:srgbClr val="000000"/>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42" name="Text Box 41">
              <a:extLst>
                <a:ext uri="{FF2B5EF4-FFF2-40B4-BE49-F238E27FC236}">
                  <a16:creationId xmlns:a16="http://schemas.microsoft.com/office/drawing/2014/main" id="{EA001E9F-4188-C3DA-2A77-39B71B9A06F3}"/>
                </a:ext>
              </a:extLst>
            </p:cNvPr>
            <p:cNvSpPr txBox="1">
              <a:spLocks noChangeArrowheads="1"/>
            </p:cNvSpPr>
            <p:nvPr/>
          </p:nvSpPr>
          <p:spPr bwMode="auto">
            <a:xfrm>
              <a:off x="4151" y="4425"/>
              <a:ext cx="50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zh-CN" altLang="zh-CN" sz="1800" b="0">
                  <a:solidFill>
                    <a:srgbClr val="800080"/>
                  </a:solidFill>
                  <a:latin typeface="Times New Roman" panose="02020603050405020304" pitchFamily="18" charset="0"/>
                  <a:ea typeface="宋体" panose="02010600030101010101" pitchFamily="2" charset="-122"/>
                </a:rPr>
                <a:t> </a:t>
              </a:r>
              <a:r>
                <a:rPr kumimoji="1" lang="en-US" altLang="zh-CN" sz="1800" b="0">
                  <a:solidFill>
                    <a:srgbClr val="800080"/>
                  </a:solidFill>
                  <a:latin typeface="Times New Roman" panose="02020603050405020304" pitchFamily="18" charset="0"/>
                  <a:ea typeface="宋体" panose="02010600030101010101" pitchFamily="2" charset="-122"/>
                </a:rPr>
                <a:t>b</a:t>
              </a:r>
            </a:p>
          </p:txBody>
        </p:sp>
        <p:sp>
          <p:nvSpPr>
            <p:cNvPr id="84043" name="Text Box 42">
              <a:extLst>
                <a:ext uri="{FF2B5EF4-FFF2-40B4-BE49-F238E27FC236}">
                  <a16:creationId xmlns:a16="http://schemas.microsoft.com/office/drawing/2014/main" id="{445E81F7-0C7D-FE6A-C7B0-A5FD1E5FA655}"/>
                </a:ext>
              </a:extLst>
            </p:cNvPr>
            <p:cNvSpPr txBox="1">
              <a:spLocks noChangeArrowheads="1"/>
            </p:cNvSpPr>
            <p:nvPr/>
          </p:nvSpPr>
          <p:spPr bwMode="auto">
            <a:xfrm>
              <a:off x="5071" y="3545"/>
              <a:ext cx="50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zh-CN" altLang="zh-CN" sz="1800" b="0">
                  <a:solidFill>
                    <a:srgbClr val="800080"/>
                  </a:solidFill>
                  <a:latin typeface="Times New Roman" panose="02020603050405020304" pitchFamily="18" charset="0"/>
                  <a:ea typeface="宋体" panose="02010600030101010101" pitchFamily="2" charset="-122"/>
                </a:rPr>
                <a:t>  </a:t>
              </a:r>
              <a:r>
                <a:rPr kumimoji="1" lang="en-US" altLang="zh-CN" sz="1800" b="0">
                  <a:solidFill>
                    <a:srgbClr val="800080"/>
                  </a:solidFill>
                  <a:latin typeface="Times New Roman" panose="02020603050405020304" pitchFamily="18" charset="0"/>
                  <a:ea typeface="宋体" panose="02010600030101010101" pitchFamily="2" charset="-122"/>
                </a:rPr>
                <a:t>a</a:t>
              </a:r>
            </a:p>
          </p:txBody>
        </p:sp>
        <p:sp>
          <p:nvSpPr>
            <p:cNvPr id="84044" name="Text Box 43">
              <a:extLst>
                <a:ext uri="{FF2B5EF4-FFF2-40B4-BE49-F238E27FC236}">
                  <a16:creationId xmlns:a16="http://schemas.microsoft.com/office/drawing/2014/main" id="{773ABF0E-3E95-63FC-3FC0-941BCAE4E978}"/>
                </a:ext>
              </a:extLst>
            </p:cNvPr>
            <p:cNvSpPr txBox="1">
              <a:spLocks noChangeArrowheads="1"/>
            </p:cNvSpPr>
            <p:nvPr/>
          </p:nvSpPr>
          <p:spPr bwMode="auto">
            <a:xfrm>
              <a:off x="6231" y="3525"/>
              <a:ext cx="50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1800" b="0">
                  <a:solidFill>
                    <a:srgbClr val="800080"/>
                  </a:solidFill>
                  <a:latin typeface="Times New Roman" panose="02020603050405020304" pitchFamily="18" charset="0"/>
                  <a:ea typeface="宋体" panose="02010600030101010101" pitchFamily="2" charset="-122"/>
                </a:rPr>
                <a:t>a</a:t>
              </a:r>
            </a:p>
          </p:txBody>
        </p:sp>
        <p:sp>
          <p:nvSpPr>
            <p:cNvPr id="84045" name="Text Box 44">
              <a:extLst>
                <a:ext uri="{FF2B5EF4-FFF2-40B4-BE49-F238E27FC236}">
                  <a16:creationId xmlns:a16="http://schemas.microsoft.com/office/drawing/2014/main" id="{74C1D125-7ACF-CC97-63D8-291CE5975388}"/>
                </a:ext>
              </a:extLst>
            </p:cNvPr>
            <p:cNvSpPr txBox="1">
              <a:spLocks noChangeArrowheads="1"/>
            </p:cNvSpPr>
            <p:nvPr/>
          </p:nvSpPr>
          <p:spPr bwMode="auto">
            <a:xfrm>
              <a:off x="5111" y="4285"/>
              <a:ext cx="50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zh-CN" altLang="zh-CN" sz="1800" b="0">
                  <a:solidFill>
                    <a:srgbClr val="800080"/>
                  </a:solidFill>
                  <a:latin typeface="Times New Roman" panose="02020603050405020304" pitchFamily="18" charset="0"/>
                  <a:ea typeface="宋体" panose="02010600030101010101" pitchFamily="2" charset="-122"/>
                </a:rPr>
                <a:t> </a:t>
              </a:r>
              <a:r>
                <a:rPr kumimoji="1" lang="en-US" altLang="zh-CN" sz="1800" b="0">
                  <a:solidFill>
                    <a:srgbClr val="800080"/>
                  </a:solidFill>
                  <a:latin typeface="Times New Roman" panose="02020603050405020304" pitchFamily="18" charset="0"/>
                  <a:ea typeface="宋体" panose="02010600030101010101" pitchFamily="2" charset="-122"/>
                </a:rPr>
                <a:t>b</a:t>
              </a:r>
            </a:p>
          </p:txBody>
        </p:sp>
        <p:sp>
          <p:nvSpPr>
            <p:cNvPr id="84046" name="Text Box 45">
              <a:extLst>
                <a:ext uri="{FF2B5EF4-FFF2-40B4-BE49-F238E27FC236}">
                  <a16:creationId xmlns:a16="http://schemas.microsoft.com/office/drawing/2014/main" id="{330E8790-737C-4034-BFC6-7810BA08E874}"/>
                </a:ext>
              </a:extLst>
            </p:cNvPr>
            <p:cNvSpPr txBox="1">
              <a:spLocks noChangeArrowheads="1"/>
            </p:cNvSpPr>
            <p:nvPr/>
          </p:nvSpPr>
          <p:spPr bwMode="auto">
            <a:xfrm>
              <a:off x="6251" y="4325"/>
              <a:ext cx="50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zh-CN" altLang="zh-CN" sz="1800" b="0">
                  <a:solidFill>
                    <a:srgbClr val="800080"/>
                  </a:solidFill>
                  <a:latin typeface="Times New Roman" panose="02020603050405020304" pitchFamily="18" charset="0"/>
                  <a:ea typeface="宋体" panose="02010600030101010101" pitchFamily="2" charset="-122"/>
                </a:rPr>
                <a:t>  </a:t>
              </a:r>
              <a:r>
                <a:rPr kumimoji="1" lang="en-US" altLang="zh-CN" sz="1800" b="0">
                  <a:solidFill>
                    <a:srgbClr val="800080"/>
                  </a:solidFill>
                  <a:latin typeface="Times New Roman" panose="02020603050405020304" pitchFamily="18" charset="0"/>
                  <a:ea typeface="宋体" panose="02010600030101010101" pitchFamily="2" charset="-122"/>
                </a:rPr>
                <a:t>b</a:t>
              </a:r>
            </a:p>
          </p:txBody>
        </p:sp>
        <p:sp>
          <p:nvSpPr>
            <p:cNvPr id="84047" name="Text Box 46">
              <a:extLst>
                <a:ext uri="{FF2B5EF4-FFF2-40B4-BE49-F238E27FC236}">
                  <a16:creationId xmlns:a16="http://schemas.microsoft.com/office/drawing/2014/main" id="{BEB13284-FE3F-4489-AA75-DD9DB1648451}"/>
                </a:ext>
              </a:extLst>
            </p:cNvPr>
            <p:cNvSpPr txBox="1">
              <a:spLocks noChangeArrowheads="1"/>
            </p:cNvSpPr>
            <p:nvPr/>
          </p:nvSpPr>
          <p:spPr bwMode="auto">
            <a:xfrm>
              <a:off x="7431" y="3385"/>
              <a:ext cx="50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zh-CN" altLang="zh-CN" sz="1800" b="0">
                  <a:solidFill>
                    <a:srgbClr val="800080"/>
                  </a:solidFill>
                  <a:latin typeface="Times New Roman" panose="02020603050405020304" pitchFamily="18" charset="0"/>
                  <a:ea typeface="宋体" panose="02010600030101010101" pitchFamily="2" charset="-122"/>
                </a:rPr>
                <a:t> </a:t>
              </a:r>
              <a:r>
                <a:rPr kumimoji="1" lang="en-US" altLang="zh-CN" sz="1800" b="0">
                  <a:solidFill>
                    <a:srgbClr val="800080"/>
                  </a:solidFill>
                  <a:latin typeface="Times New Roman" panose="02020603050405020304" pitchFamily="18" charset="0"/>
                  <a:ea typeface="宋体" panose="02010600030101010101" pitchFamily="2" charset="-122"/>
                </a:rPr>
                <a:t>a</a:t>
              </a:r>
            </a:p>
          </p:txBody>
        </p:sp>
        <p:sp>
          <p:nvSpPr>
            <p:cNvPr id="84048" name="Text Box 47">
              <a:extLst>
                <a:ext uri="{FF2B5EF4-FFF2-40B4-BE49-F238E27FC236}">
                  <a16:creationId xmlns:a16="http://schemas.microsoft.com/office/drawing/2014/main" id="{9E670CF1-FB16-C260-BF7F-C510ED066DF4}"/>
                </a:ext>
              </a:extLst>
            </p:cNvPr>
            <p:cNvSpPr txBox="1">
              <a:spLocks noChangeArrowheads="1"/>
            </p:cNvSpPr>
            <p:nvPr/>
          </p:nvSpPr>
          <p:spPr bwMode="auto">
            <a:xfrm>
              <a:off x="8051" y="4405"/>
              <a:ext cx="50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zh-CN" altLang="zh-CN" sz="1800" b="0">
                  <a:solidFill>
                    <a:srgbClr val="800080"/>
                  </a:solidFill>
                  <a:latin typeface="Times New Roman" panose="02020603050405020304" pitchFamily="18" charset="0"/>
                  <a:ea typeface="宋体" panose="02010600030101010101" pitchFamily="2" charset="-122"/>
                </a:rPr>
                <a:t> </a:t>
              </a:r>
              <a:r>
                <a:rPr kumimoji="1" lang="en-US" altLang="zh-CN" sz="1800" b="0">
                  <a:solidFill>
                    <a:srgbClr val="800080"/>
                  </a:solidFill>
                  <a:latin typeface="Times New Roman" panose="02020603050405020304" pitchFamily="18" charset="0"/>
                  <a:ea typeface="宋体" panose="02010600030101010101" pitchFamily="2" charset="-122"/>
                </a:rPr>
                <a:t>b</a:t>
              </a:r>
            </a:p>
          </p:txBody>
        </p:sp>
        <p:sp>
          <p:nvSpPr>
            <p:cNvPr id="84049" name="Text Box 48">
              <a:extLst>
                <a:ext uri="{FF2B5EF4-FFF2-40B4-BE49-F238E27FC236}">
                  <a16:creationId xmlns:a16="http://schemas.microsoft.com/office/drawing/2014/main" id="{2ED93E69-42EE-55CE-D2F4-445F8528F36B}"/>
                </a:ext>
              </a:extLst>
            </p:cNvPr>
            <p:cNvSpPr txBox="1">
              <a:spLocks noChangeArrowheads="1"/>
            </p:cNvSpPr>
            <p:nvPr/>
          </p:nvSpPr>
          <p:spPr bwMode="auto">
            <a:xfrm>
              <a:off x="3211" y="3765"/>
              <a:ext cx="50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1800" b="0">
                  <a:solidFill>
                    <a:srgbClr val="800080"/>
                  </a:solidFill>
                  <a:latin typeface="Times New Roman" panose="02020603050405020304" pitchFamily="18" charset="0"/>
                  <a:ea typeface="宋体" panose="02010600030101010101" pitchFamily="2" charset="-122"/>
                  <a:sym typeface="Symbol" pitchFamily="2" charset="2"/>
                </a:rPr>
                <a:t></a:t>
              </a:r>
              <a:endParaRPr kumimoji="1" lang="en-US" altLang="zh-CN" sz="1800" b="0">
                <a:solidFill>
                  <a:srgbClr val="800080"/>
                </a:solidFill>
                <a:latin typeface="Times New Roman" panose="02020603050405020304" pitchFamily="18" charset="0"/>
                <a:ea typeface="宋体" panose="02010600030101010101" pitchFamily="2" charset="-122"/>
              </a:endParaRPr>
            </a:p>
          </p:txBody>
        </p:sp>
        <p:sp>
          <p:nvSpPr>
            <p:cNvPr id="84050" name="Text Box 49">
              <a:extLst>
                <a:ext uri="{FF2B5EF4-FFF2-40B4-BE49-F238E27FC236}">
                  <a16:creationId xmlns:a16="http://schemas.microsoft.com/office/drawing/2014/main" id="{07DEF1E5-346F-8327-25B7-F2DD61388209}"/>
                </a:ext>
              </a:extLst>
            </p:cNvPr>
            <p:cNvSpPr txBox="1">
              <a:spLocks noChangeArrowheads="1"/>
            </p:cNvSpPr>
            <p:nvPr/>
          </p:nvSpPr>
          <p:spPr bwMode="auto">
            <a:xfrm>
              <a:off x="4191" y="3785"/>
              <a:ext cx="50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1800" b="0">
                  <a:solidFill>
                    <a:srgbClr val="800080"/>
                  </a:solidFill>
                  <a:latin typeface="Times New Roman" panose="02020603050405020304" pitchFamily="18" charset="0"/>
                  <a:ea typeface="宋体" panose="02010600030101010101" pitchFamily="2" charset="-122"/>
                  <a:sym typeface="Symbol" pitchFamily="2" charset="2"/>
                </a:rPr>
                <a:t></a:t>
              </a:r>
              <a:endParaRPr kumimoji="1" lang="en-US" altLang="zh-CN" sz="1800" b="0">
                <a:solidFill>
                  <a:srgbClr val="800080"/>
                </a:solidFill>
                <a:latin typeface="Times New Roman" panose="02020603050405020304" pitchFamily="18" charset="0"/>
                <a:ea typeface="宋体" panose="02010600030101010101" pitchFamily="2" charset="-122"/>
              </a:endParaRPr>
            </a:p>
          </p:txBody>
        </p:sp>
        <p:sp>
          <p:nvSpPr>
            <p:cNvPr id="84051" name="Text Box 50">
              <a:extLst>
                <a:ext uri="{FF2B5EF4-FFF2-40B4-BE49-F238E27FC236}">
                  <a16:creationId xmlns:a16="http://schemas.microsoft.com/office/drawing/2014/main" id="{26D6D934-7C3D-A6A9-CE2B-5A3174DE0F8C}"/>
                </a:ext>
              </a:extLst>
            </p:cNvPr>
            <p:cNvSpPr txBox="1">
              <a:spLocks noChangeArrowheads="1"/>
            </p:cNvSpPr>
            <p:nvPr/>
          </p:nvSpPr>
          <p:spPr bwMode="auto">
            <a:xfrm>
              <a:off x="7151" y="3765"/>
              <a:ext cx="50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1800" b="0">
                  <a:solidFill>
                    <a:srgbClr val="800080"/>
                  </a:solidFill>
                  <a:latin typeface="Times New Roman" panose="02020603050405020304" pitchFamily="18" charset="0"/>
                  <a:ea typeface="宋体" panose="02010600030101010101" pitchFamily="2" charset="-122"/>
                  <a:sym typeface="Symbol" pitchFamily="2" charset="2"/>
                </a:rPr>
                <a:t></a:t>
              </a:r>
              <a:endParaRPr kumimoji="1" lang="en-US" altLang="zh-CN" sz="1800" b="0">
                <a:solidFill>
                  <a:srgbClr val="800080"/>
                </a:solidFill>
                <a:latin typeface="Times New Roman" panose="02020603050405020304" pitchFamily="18" charset="0"/>
                <a:ea typeface="宋体" panose="02010600030101010101" pitchFamily="2" charset="-122"/>
              </a:endParaRPr>
            </a:p>
          </p:txBody>
        </p:sp>
        <p:sp>
          <p:nvSpPr>
            <p:cNvPr id="84052" name="Text Box 51">
              <a:extLst>
                <a:ext uri="{FF2B5EF4-FFF2-40B4-BE49-F238E27FC236}">
                  <a16:creationId xmlns:a16="http://schemas.microsoft.com/office/drawing/2014/main" id="{C73739D6-BECC-8594-13B1-1E3F95B43160}"/>
                </a:ext>
              </a:extLst>
            </p:cNvPr>
            <p:cNvSpPr txBox="1">
              <a:spLocks noChangeArrowheads="1"/>
            </p:cNvSpPr>
            <p:nvPr/>
          </p:nvSpPr>
          <p:spPr bwMode="auto">
            <a:xfrm>
              <a:off x="8091" y="3785"/>
              <a:ext cx="50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1800" b="0">
                  <a:solidFill>
                    <a:srgbClr val="800080"/>
                  </a:solidFill>
                  <a:latin typeface="Times New Roman" panose="02020603050405020304" pitchFamily="18" charset="0"/>
                  <a:ea typeface="宋体" panose="02010600030101010101" pitchFamily="2" charset="-122"/>
                  <a:sym typeface="Symbol" pitchFamily="2" charset="2"/>
                </a:rPr>
                <a:t></a:t>
              </a:r>
              <a:endParaRPr kumimoji="1" lang="en-US" altLang="zh-CN" sz="1800" b="0">
                <a:solidFill>
                  <a:srgbClr val="800080"/>
                </a:solidFill>
                <a:latin typeface="Times New Roman" panose="02020603050405020304" pitchFamily="18" charset="0"/>
                <a:ea typeface="宋体" panose="02010600030101010101" pitchFamily="2" charset="-122"/>
              </a:endParaRPr>
            </a:p>
          </p:txBody>
        </p:sp>
      </p:grpSp>
      <p:grpSp>
        <p:nvGrpSpPr>
          <p:cNvPr id="12" name="Group 52">
            <a:extLst>
              <a:ext uri="{FF2B5EF4-FFF2-40B4-BE49-F238E27FC236}">
                <a16:creationId xmlns:a16="http://schemas.microsoft.com/office/drawing/2014/main" id="{8065A67E-32FB-E111-B8B8-1DA2E0915797}"/>
              </a:ext>
            </a:extLst>
          </p:cNvPr>
          <p:cNvGrpSpPr>
            <a:grpSpLocks/>
          </p:cNvGrpSpPr>
          <p:nvPr/>
        </p:nvGrpSpPr>
        <p:grpSpPr bwMode="auto">
          <a:xfrm>
            <a:off x="1428750" y="2901950"/>
            <a:ext cx="6108700" cy="1441450"/>
            <a:chOff x="2651" y="13505"/>
            <a:chExt cx="6180" cy="1500"/>
          </a:xfrm>
        </p:grpSpPr>
        <p:grpSp>
          <p:nvGrpSpPr>
            <p:cNvPr id="84002" name="Group 53">
              <a:extLst>
                <a:ext uri="{FF2B5EF4-FFF2-40B4-BE49-F238E27FC236}">
                  <a16:creationId xmlns:a16="http://schemas.microsoft.com/office/drawing/2014/main" id="{B4FCE73C-98CD-EFE1-6472-2FE5A40FC1CC}"/>
                </a:ext>
              </a:extLst>
            </p:cNvPr>
            <p:cNvGrpSpPr>
              <a:grpSpLocks/>
            </p:cNvGrpSpPr>
            <p:nvPr/>
          </p:nvGrpSpPr>
          <p:grpSpPr bwMode="auto">
            <a:xfrm>
              <a:off x="2651" y="14105"/>
              <a:ext cx="420" cy="400"/>
              <a:chOff x="2851" y="3945"/>
              <a:chExt cx="420" cy="400"/>
            </a:xfrm>
          </p:grpSpPr>
          <p:sp>
            <p:nvSpPr>
              <p:cNvPr id="84034" name="Oval 54">
                <a:extLst>
                  <a:ext uri="{FF2B5EF4-FFF2-40B4-BE49-F238E27FC236}">
                    <a16:creationId xmlns:a16="http://schemas.microsoft.com/office/drawing/2014/main" id="{D6BF4322-9BB4-041F-3870-61271A4CA1F7}"/>
                  </a:ext>
                </a:extLst>
              </p:cNvPr>
              <p:cNvSpPr>
                <a:spLocks noChangeArrowheads="1"/>
              </p:cNvSpPr>
              <p:nvPr/>
            </p:nvSpPr>
            <p:spPr bwMode="auto">
              <a:xfrm>
                <a:off x="2851" y="3965"/>
                <a:ext cx="380" cy="38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4035" name="Text Box 55">
                <a:extLst>
                  <a:ext uri="{FF2B5EF4-FFF2-40B4-BE49-F238E27FC236}">
                    <a16:creationId xmlns:a16="http://schemas.microsoft.com/office/drawing/2014/main" id="{082EE570-36DA-35E7-0AC0-9B4113319C28}"/>
                  </a:ext>
                </a:extLst>
              </p:cNvPr>
              <p:cNvSpPr txBox="1">
                <a:spLocks noChangeArrowheads="1"/>
              </p:cNvSpPr>
              <p:nvPr/>
            </p:nvSpPr>
            <p:spPr bwMode="auto">
              <a:xfrm>
                <a:off x="2851" y="3945"/>
                <a:ext cx="42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rPr>
                  <a:t>0</a:t>
                </a:r>
              </a:p>
            </p:txBody>
          </p:sp>
        </p:grpSp>
        <p:grpSp>
          <p:nvGrpSpPr>
            <p:cNvPr id="84003" name="Group 56">
              <a:extLst>
                <a:ext uri="{FF2B5EF4-FFF2-40B4-BE49-F238E27FC236}">
                  <a16:creationId xmlns:a16="http://schemas.microsoft.com/office/drawing/2014/main" id="{A8AA7F01-2044-F2E8-6F65-D48874FCF5F8}"/>
                </a:ext>
              </a:extLst>
            </p:cNvPr>
            <p:cNvGrpSpPr>
              <a:grpSpLocks/>
            </p:cNvGrpSpPr>
            <p:nvPr/>
          </p:nvGrpSpPr>
          <p:grpSpPr bwMode="auto">
            <a:xfrm>
              <a:off x="3591" y="14105"/>
              <a:ext cx="420" cy="400"/>
              <a:chOff x="2851" y="3945"/>
              <a:chExt cx="420" cy="400"/>
            </a:xfrm>
          </p:grpSpPr>
          <p:sp>
            <p:nvSpPr>
              <p:cNvPr id="84032" name="Oval 57">
                <a:extLst>
                  <a:ext uri="{FF2B5EF4-FFF2-40B4-BE49-F238E27FC236}">
                    <a16:creationId xmlns:a16="http://schemas.microsoft.com/office/drawing/2014/main" id="{A5A499C8-C186-F412-6927-5D4E5F05464C}"/>
                  </a:ext>
                </a:extLst>
              </p:cNvPr>
              <p:cNvSpPr>
                <a:spLocks noChangeArrowheads="1"/>
              </p:cNvSpPr>
              <p:nvPr/>
            </p:nvSpPr>
            <p:spPr bwMode="auto">
              <a:xfrm>
                <a:off x="2851" y="3965"/>
                <a:ext cx="380" cy="38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4033" name="Text Box 58">
                <a:extLst>
                  <a:ext uri="{FF2B5EF4-FFF2-40B4-BE49-F238E27FC236}">
                    <a16:creationId xmlns:a16="http://schemas.microsoft.com/office/drawing/2014/main" id="{C363D9A4-2752-DEBD-F44F-AE7CE4AED89E}"/>
                  </a:ext>
                </a:extLst>
              </p:cNvPr>
              <p:cNvSpPr txBox="1">
                <a:spLocks noChangeArrowheads="1"/>
              </p:cNvSpPr>
              <p:nvPr/>
            </p:nvSpPr>
            <p:spPr bwMode="auto">
              <a:xfrm>
                <a:off x="2851" y="3945"/>
                <a:ext cx="42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rPr>
                  <a:t>1</a:t>
                </a:r>
              </a:p>
            </p:txBody>
          </p:sp>
        </p:grpSp>
        <p:grpSp>
          <p:nvGrpSpPr>
            <p:cNvPr id="84004" name="Group 59">
              <a:extLst>
                <a:ext uri="{FF2B5EF4-FFF2-40B4-BE49-F238E27FC236}">
                  <a16:creationId xmlns:a16="http://schemas.microsoft.com/office/drawing/2014/main" id="{B524DDAB-8DB6-77D7-0231-D5597E5A1F55}"/>
                </a:ext>
              </a:extLst>
            </p:cNvPr>
            <p:cNvGrpSpPr>
              <a:grpSpLocks/>
            </p:cNvGrpSpPr>
            <p:nvPr/>
          </p:nvGrpSpPr>
          <p:grpSpPr bwMode="auto">
            <a:xfrm>
              <a:off x="4511" y="14105"/>
              <a:ext cx="420" cy="400"/>
              <a:chOff x="2851" y="3945"/>
              <a:chExt cx="420" cy="400"/>
            </a:xfrm>
          </p:grpSpPr>
          <p:sp>
            <p:nvSpPr>
              <p:cNvPr id="84030" name="Oval 60">
                <a:extLst>
                  <a:ext uri="{FF2B5EF4-FFF2-40B4-BE49-F238E27FC236}">
                    <a16:creationId xmlns:a16="http://schemas.microsoft.com/office/drawing/2014/main" id="{F83466D4-E202-F439-4151-D64CD682D4E1}"/>
                  </a:ext>
                </a:extLst>
              </p:cNvPr>
              <p:cNvSpPr>
                <a:spLocks noChangeArrowheads="1"/>
              </p:cNvSpPr>
              <p:nvPr/>
            </p:nvSpPr>
            <p:spPr bwMode="auto">
              <a:xfrm>
                <a:off x="2851" y="3965"/>
                <a:ext cx="380" cy="38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4031" name="Text Box 61">
                <a:extLst>
                  <a:ext uri="{FF2B5EF4-FFF2-40B4-BE49-F238E27FC236}">
                    <a16:creationId xmlns:a16="http://schemas.microsoft.com/office/drawing/2014/main" id="{D2224293-1852-9C30-E4B4-BD16B84A15DF}"/>
                  </a:ext>
                </a:extLst>
              </p:cNvPr>
              <p:cNvSpPr txBox="1">
                <a:spLocks noChangeArrowheads="1"/>
              </p:cNvSpPr>
              <p:nvPr/>
            </p:nvSpPr>
            <p:spPr bwMode="auto">
              <a:xfrm>
                <a:off x="2851" y="3945"/>
                <a:ext cx="42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rPr>
                  <a:t>2</a:t>
                </a:r>
              </a:p>
            </p:txBody>
          </p:sp>
        </p:grpSp>
        <p:grpSp>
          <p:nvGrpSpPr>
            <p:cNvPr id="84005" name="Group 62">
              <a:extLst>
                <a:ext uri="{FF2B5EF4-FFF2-40B4-BE49-F238E27FC236}">
                  <a16:creationId xmlns:a16="http://schemas.microsoft.com/office/drawing/2014/main" id="{8E0DCCF2-B9AD-51B8-8B10-AED2AE031DE8}"/>
                </a:ext>
              </a:extLst>
            </p:cNvPr>
            <p:cNvGrpSpPr>
              <a:grpSpLocks/>
            </p:cNvGrpSpPr>
            <p:nvPr/>
          </p:nvGrpSpPr>
          <p:grpSpPr bwMode="auto">
            <a:xfrm>
              <a:off x="6511" y="14105"/>
              <a:ext cx="420" cy="400"/>
              <a:chOff x="2851" y="3945"/>
              <a:chExt cx="420" cy="400"/>
            </a:xfrm>
          </p:grpSpPr>
          <p:sp>
            <p:nvSpPr>
              <p:cNvPr id="84028" name="Oval 63">
                <a:extLst>
                  <a:ext uri="{FF2B5EF4-FFF2-40B4-BE49-F238E27FC236}">
                    <a16:creationId xmlns:a16="http://schemas.microsoft.com/office/drawing/2014/main" id="{6AC7FD99-13D2-6A02-126D-0A441ED53345}"/>
                  </a:ext>
                </a:extLst>
              </p:cNvPr>
              <p:cNvSpPr>
                <a:spLocks noChangeArrowheads="1"/>
              </p:cNvSpPr>
              <p:nvPr/>
            </p:nvSpPr>
            <p:spPr bwMode="auto">
              <a:xfrm>
                <a:off x="2851" y="3965"/>
                <a:ext cx="380" cy="38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4029" name="Text Box 64">
                <a:extLst>
                  <a:ext uri="{FF2B5EF4-FFF2-40B4-BE49-F238E27FC236}">
                    <a16:creationId xmlns:a16="http://schemas.microsoft.com/office/drawing/2014/main" id="{40159068-BF8B-9A42-441B-281E96E681CA}"/>
                  </a:ext>
                </a:extLst>
              </p:cNvPr>
              <p:cNvSpPr txBox="1">
                <a:spLocks noChangeArrowheads="1"/>
              </p:cNvSpPr>
              <p:nvPr/>
            </p:nvSpPr>
            <p:spPr bwMode="auto">
              <a:xfrm>
                <a:off x="2851" y="3945"/>
                <a:ext cx="42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rPr>
                  <a:t>5</a:t>
                </a:r>
              </a:p>
            </p:txBody>
          </p:sp>
        </p:grpSp>
        <p:grpSp>
          <p:nvGrpSpPr>
            <p:cNvPr id="84006" name="Group 65">
              <a:extLst>
                <a:ext uri="{FF2B5EF4-FFF2-40B4-BE49-F238E27FC236}">
                  <a16:creationId xmlns:a16="http://schemas.microsoft.com/office/drawing/2014/main" id="{298DF246-F2C6-43AA-D892-822854A63C88}"/>
                </a:ext>
              </a:extLst>
            </p:cNvPr>
            <p:cNvGrpSpPr>
              <a:grpSpLocks/>
            </p:cNvGrpSpPr>
            <p:nvPr/>
          </p:nvGrpSpPr>
          <p:grpSpPr bwMode="auto">
            <a:xfrm>
              <a:off x="7471" y="14105"/>
              <a:ext cx="420" cy="400"/>
              <a:chOff x="2851" y="3945"/>
              <a:chExt cx="420" cy="400"/>
            </a:xfrm>
          </p:grpSpPr>
          <p:sp>
            <p:nvSpPr>
              <p:cNvPr id="84026" name="Oval 66">
                <a:extLst>
                  <a:ext uri="{FF2B5EF4-FFF2-40B4-BE49-F238E27FC236}">
                    <a16:creationId xmlns:a16="http://schemas.microsoft.com/office/drawing/2014/main" id="{FBC118A2-E0B3-649F-7D64-9739ED9664F0}"/>
                  </a:ext>
                </a:extLst>
              </p:cNvPr>
              <p:cNvSpPr>
                <a:spLocks noChangeArrowheads="1"/>
              </p:cNvSpPr>
              <p:nvPr/>
            </p:nvSpPr>
            <p:spPr bwMode="auto">
              <a:xfrm>
                <a:off x="2851" y="3965"/>
                <a:ext cx="380" cy="38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4027" name="Text Box 67">
                <a:extLst>
                  <a:ext uri="{FF2B5EF4-FFF2-40B4-BE49-F238E27FC236}">
                    <a16:creationId xmlns:a16="http://schemas.microsoft.com/office/drawing/2014/main" id="{539B3D97-1B7E-61FE-0AFF-F5C988C2E2F3}"/>
                  </a:ext>
                </a:extLst>
              </p:cNvPr>
              <p:cNvSpPr txBox="1">
                <a:spLocks noChangeArrowheads="1"/>
              </p:cNvSpPr>
              <p:nvPr/>
            </p:nvSpPr>
            <p:spPr bwMode="auto">
              <a:xfrm>
                <a:off x="2851" y="3945"/>
                <a:ext cx="42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rPr>
                  <a:t>6</a:t>
                </a:r>
              </a:p>
            </p:txBody>
          </p:sp>
        </p:grpSp>
        <p:grpSp>
          <p:nvGrpSpPr>
            <p:cNvPr id="84007" name="Group 68">
              <a:extLst>
                <a:ext uri="{FF2B5EF4-FFF2-40B4-BE49-F238E27FC236}">
                  <a16:creationId xmlns:a16="http://schemas.microsoft.com/office/drawing/2014/main" id="{00067DAE-5DFF-DE95-10B0-42D1AEB71730}"/>
                </a:ext>
              </a:extLst>
            </p:cNvPr>
            <p:cNvGrpSpPr>
              <a:grpSpLocks/>
            </p:cNvGrpSpPr>
            <p:nvPr/>
          </p:nvGrpSpPr>
          <p:grpSpPr bwMode="auto">
            <a:xfrm>
              <a:off x="8411" y="14105"/>
              <a:ext cx="420" cy="400"/>
              <a:chOff x="2851" y="3945"/>
              <a:chExt cx="420" cy="400"/>
            </a:xfrm>
          </p:grpSpPr>
          <p:sp>
            <p:nvSpPr>
              <p:cNvPr id="84024" name="Oval 69">
                <a:extLst>
                  <a:ext uri="{FF2B5EF4-FFF2-40B4-BE49-F238E27FC236}">
                    <a16:creationId xmlns:a16="http://schemas.microsoft.com/office/drawing/2014/main" id="{F1AA0043-0C1A-E283-E899-DD8FBD70AC12}"/>
                  </a:ext>
                </a:extLst>
              </p:cNvPr>
              <p:cNvSpPr>
                <a:spLocks noChangeArrowheads="1"/>
              </p:cNvSpPr>
              <p:nvPr/>
            </p:nvSpPr>
            <p:spPr bwMode="auto">
              <a:xfrm>
                <a:off x="2851" y="3965"/>
                <a:ext cx="380" cy="380"/>
              </a:xfrm>
              <a:prstGeom prst="ellipse">
                <a:avLst/>
              </a:prstGeom>
              <a:noFill/>
              <a:ln w="38100" cmpd="dbl">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4025" name="Text Box 70">
                <a:extLst>
                  <a:ext uri="{FF2B5EF4-FFF2-40B4-BE49-F238E27FC236}">
                    <a16:creationId xmlns:a16="http://schemas.microsoft.com/office/drawing/2014/main" id="{F03B343D-2D61-B782-6E46-3D8C8D293865}"/>
                  </a:ext>
                </a:extLst>
              </p:cNvPr>
              <p:cNvSpPr txBox="1">
                <a:spLocks noChangeArrowheads="1"/>
              </p:cNvSpPr>
              <p:nvPr/>
            </p:nvSpPr>
            <p:spPr bwMode="auto">
              <a:xfrm>
                <a:off x="2851" y="3945"/>
                <a:ext cx="42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rPr>
                  <a:t>7</a:t>
                </a:r>
              </a:p>
            </p:txBody>
          </p:sp>
        </p:grpSp>
        <p:sp>
          <p:nvSpPr>
            <p:cNvPr id="84008" name="Line 71">
              <a:extLst>
                <a:ext uri="{FF2B5EF4-FFF2-40B4-BE49-F238E27FC236}">
                  <a16:creationId xmlns:a16="http://schemas.microsoft.com/office/drawing/2014/main" id="{D00D05E2-04CA-9CDD-AD2F-52AF6BE98371}"/>
                </a:ext>
              </a:extLst>
            </p:cNvPr>
            <p:cNvSpPr>
              <a:spLocks noChangeShapeType="1"/>
            </p:cNvSpPr>
            <p:nvPr/>
          </p:nvSpPr>
          <p:spPr bwMode="auto">
            <a:xfrm>
              <a:off x="3031" y="14305"/>
              <a:ext cx="56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4009" name="Line 72">
              <a:extLst>
                <a:ext uri="{FF2B5EF4-FFF2-40B4-BE49-F238E27FC236}">
                  <a16:creationId xmlns:a16="http://schemas.microsoft.com/office/drawing/2014/main" id="{DA659E71-82A5-D384-0DD4-36E4A327E44C}"/>
                </a:ext>
              </a:extLst>
            </p:cNvPr>
            <p:cNvSpPr>
              <a:spLocks noChangeShapeType="1"/>
            </p:cNvSpPr>
            <p:nvPr/>
          </p:nvSpPr>
          <p:spPr bwMode="auto">
            <a:xfrm>
              <a:off x="3971" y="14305"/>
              <a:ext cx="56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4010" name="Line 73">
              <a:extLst>
                <a:ext uri="{FF2B5EF4-FFF2-40B4-BE49-F238E27FC236}">
                  <a16:creationId xmlns:a16="http://schemas.microsoft.com/office/drawing/2014/main" id="{E5E2BB08-4F58-2408-E9BF-FBBACFC58270}"/>
                </a:ext>
              </a:extLst>
            </p:cNvPr>
            <p:cNvSpPr>
              <a:spLocks noChangeShapeType="1"/>
            </p:cNvSpPr>
            <p:nvPr/>
          </p:nvSpPr>
          <p:spPr bwMode="auto">
            <a:xfrm>
              <a:off x="6911" y="14305"/>
              <a:ext cx="56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4011" name="Line 74">
              <a:extLst>
                <a:ext uri="{FF2B5EF4-FFF2-40B4-BE49-F238E27FC236}">
                  <a16:creationId xmlns:a16="http://schemas.microsoft.com/office/drawing/2014/main" id="{980C96CF-6038-D320-682B-80C1F4245463}"/>
                </a:ext>
              </a:extLst>
            </p:cNvPr>
            <p:cNvSpPr>
              <a:spLocks noChangeShapeType="1"/>
            </p:cNvSpPr>
            <p:nvPr/>
          </p:nvSpPr>
          <p:spPr bwMode="auto">
            <a:xfrm>
              <a:off x="7851" y="14305"/>
              <a:ext cx="56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4012" name="Arc 75">
              <a:extLst>
                <a:ext uri="{FF2B5EF4-FFF2-40B4-BE49-F238E27FC236}">
                  <a16:creationId xmlns:a16="http://schemas.microsoft.com/office/drawing/2014/main" id="{C8CCCDB0-D76D-170D-E74E-A5EF79B20416}"/>
                </a:ext>
              </a:extLst>
            </p:cNvPr>
            <p:cNvSpPr>
              <a:spLocks/>
            </p:cNvSpPr>
            <p:nvPr/>
          </p:nvSpPr>
          <p:spPr bwMode="auto">
            <a:xfrm flipH="1">
              <a:off x="3651" y="14425"/>
              <a:ext cx="400" cy="460"/>
            </a:xfrm>
            <a:custGeom>
              <a:avLst/>
              <a:gdLst>
                <a:gd name="T0" fmla="*/ 0 w 43200"/>
                <a:gd name="T1" fmla="*/ 0 h 41746"/>
                <a:gd name="T2" fmla="*/ 0 w 43200"/>
                <a:gd name="T3" fmla="*/ 0 h 41746"/>
                <a:gd name="T4" fmla="*/ 0 w 43200"/>
                <a:gd name="T5" fmla="*/ 0 h 41746"/>
                <a:gd name="T6" fmla="*/ 0 60000 65536"/>
                <a:gd name="T7" fmla="*/ 0 60000 65536"/>
                <a:gd name="T8" fmla="*/ 0 60000 65536"/>
                <a:gd name="T9" fmla="*/ 0 w 43200"/>
                <a:gd name="T10" fmla="*/ 0 h 41746"/>
                <a:gd name="T11" fmla="*/ 43200 w 43200"/>
                <a:gd name="T12" fmla="*/ 41746 h 41746"/>
              </a:gdLst>
              <a:ahLst/>
              <a:cxnLst>
                <a:cxn ang="T6">
                  <a:pos x="T0" y="T1"/>
                </a:cxn>
                <a:cxn ang="T7">
                  <a:pos x="T2" y="T3"/>
                </a:cxn>
                <a:cxn ang="T8">
                  <a:pos x="T4" y="T5"/>
                </a:cxn>
              </a:cxnLst>
              <a:rect l="T9" t="T10" r="T11" b="T12"/>
              <a:pathLst>
                <a:path w="43200" h="41746" fill="none" extrusionOk="0">
                  <a:moveTo>
                    <a:pt x="38722" y="6979"/>
                  </a:moveTo>
                  <a:cubicBezTo>
                    <a:pt x="41626" y="10754"/>
                    <a:pt x="43200" y="15383"/>
                    <a:pt x="43200" y="20146"/>
                  </a:cubicBezTo>
                  <a:cubicBezTo>
                    <a:pt x="43200" y="32075"/>
                    <a:pt x="33529" y="41746"/>
                    <a:pt x="21600" y="41746"/>
                  </a:cubicBezTo>
                  <a:cubicBezTo>
                    <a:pt x="9670" y="41746"/>
                    <a:pt x="0" y="32075"/>
                    <a:pt x="0" y="20146"/>
                  </a:cubicBezTo>
                  <a:cubicBezTo>
                    <a:pt x="-1" y="11223"/>
                    <a:pt x="5486" y="3218"/>
                    <a:pt x="13809" y="0"/>
                  </a:cubicBezTo>
                </a:path>
                <a:path w="43200" h="41746" stroke="0" extrusionOk="0">
                  <a:moveTo>
                    <a:pt x="38722" y="6979"/>
                  </a:moveTo>
                  <a:cubicBezTo>
                    <a:pt x="41626" y="10754"/>
                    <a:pt x="43200" y="15383"/>
                    <a:pt x="43200" y="20146"/>
                  </a:cubicBezTo>
                  <a:cubicBezTo>
                    <a:pt x="43200" y="32075"/>
                    <a:pt x="33529" y="41746"/>
                    <a:pt x="21600" y="41746"/>
                  </a:cubicBezTo>
                  <a:cubicBezTo>
                    <a:pt x="9670" y="41746"/>
                    <a:pt x="0" y="32075"/>
                    <a:pt x="0" y="20146"/>
                  </a:cubicBezTo>
                  <a:cubicBezTo>
                    <a:pt x="-1" y="11223"/>
                    <a:pt x="5486" y="3218"/>
                    <a:pt x="13809" y="0"/>
                  </a:cubicBezTo>
                  <a:lnTo>
                    <a:pt x="21600" y="20146"/>
                  </a:lnTo>
                  <a:lnTo>
                    <a:pt x="38722" y="6979"/>
                  </a:lnTo>
                  <a:close/>
                </a:path>
              </a:pathLst>
            </a:custGeom>
            <a:noFill/>
            <a:ln w="9525">
              <a:solidFill>
                <a:srgbClr val="000000"/>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13" name="Arc 76">
              <a:extLst>
                <a:ext uri="{FF2B5EF4-FFF2-40B4-BE49-F238E27FC236}">
                  <a16:creationId xmlns:a16="http://schemas.microsoft.com/office/drawing/2014/main" id="{259BFC2D-4AA8-62C5-C145-871D26EFB6AF}"/>
                </a:ext>
              </a:extLst>
            </p:cNvPr>
            <p:cNvSpPr>
              <a:spLocks/>
            </p:cNvSpPr>
            <p:nvPr/>
          </p:nvSpPr>
          <p:spPr bwMode="auto">
            <a:xfrm flipH="1">
              <a:off x="7531" y="14425"/>
              <a:ext cx="400" cy="460"/>
            </a:xfrm>
            <a:custGeom>
              <a:avLst/>
              <a:gdLst>
                <a:gd name="T0" fmla="*/ 0 w 43200"/>
                <a:gd name="T1" fmla="*/ 0 h 41746"/>
                <a:gd name="T2" fmla="*/ 0 w 43200"/>
                <a:gd name="T3" fmla="*/ 0 h 41746"/>
                <a:gd name="T4" fmla="*/ 0 w 43200"/>
                <a:gd name="T5" fmla="*/ 0 h 41746"/>
                <a:gd name="T6" fmla="*/ 0 60000 65536"/>
                <a:gd name="T7" fmla="*/ 0 60000 65536"/>
                <a:gd name="T8" fmla="*/ 0 60000 65536"/>
                <a:gd name="T9" fmla="*/ 0 w 43200"/>
                <a:gd name="T10" fmla="*/ 0 h 41746"/>
                <a:gd name="T11" fmla="*/ 43200 w 43200"/>
                <a:gd name="T12" fmla="*/ 41746 h 41746"/>
              </a:gdLst>
              <a:ahLst/>
              <a:cxnLst>
                <a:cxn ang="T6">
                  <a:pos x="T0" y="T1"/>
                </a:cxn>
                <a:cxn ang="T7">
                  <a:pos x="T2" y="T3"/>
                </a:cxn>
                <a:cxn ang="T8">
                  <a:pos x="T4" y="T5"/>
                </a:cxn>
              </a:cxnLst>
              <a:rect l="T9" t="T10" r="T11" b="T12"/>
              <a:pathLst>
                <a:path w="43200" h="41746" fill="none" extrusionOk="0">
                  <a:moveTo>
                    <a:pt x="38722" y="6979"/>
                  </a:moveTo>
                  <a:cubicBezTo>
                    <a:pt x="41626" y="10754"/>
                    <a:pt x="43200" y="15383"/>
                    <a:pt x="43200" y="20146"/>
                  </a:cubicBezTo>
                  <a:cubicBezTo>
                    <a:pt x="43200" y="32075"/>
                    <a:pt x="33529" y="41746"/>
                    <a:pt x="21600" y="41746"/>
                  </a:cubicBezTo>
                  <a:cubicBezTo>
                    <a:pt x="9670" y="41746"/>
                    <a:pt x="0" y="32075"/>
                    <a:pt x="0" y="20146"/>
                  </a:cubicBezTo>
                  <a:cubicBezTo>
                    <a:pt x="-1" y="11223"/>
                    <a:pt x="5486" y="3218"/>
                    <a:pt x="13809" y="0"/>
                  </a:cubicBezTo>
                </a:path>
                <a:path w="43200" h="41746" stroke="0" extrusionOk="0">
                  <a:moveTo>
                    <a:pt x="38722" y="6979"/>
                  </a:moveTo>
                  <a:cubicBezTo>
                    <a:pt x="41626" y="10754"/>
                    <a:pt x="43200" y="15383"/>
                    <a:pt x="43200" y="20146"/>
                  </a:cubicBezTo>
                  <a:cubicBezTo>
                    <a:pt x="43200" y="32075"/>
                    <a:pt x="33529" y="41746"/>
                    <a:pt x="21600" y="41746"/>
                  </a:cubicBezTo>
                  <a:cubicBezTo>
                    <a:pt x="9670" y="41746"/>
                    <a:pt x="0" y="32075"/>
                    <a:pt x="0" y="20146"/>
                  </a:cubicBezTo>
                  <a:cubicBezTo>
                    <a:pt x="-1" y="11223"/>
                    <a:pt x="5486" y="3218"/>
                    <a:pt x="13809" y="0"/>
                  </a:cubicBezTo>
                  <a:lnTo>
                    <a:pt x="21600" y="20146"/>
                  </a:lnTo>
                  <a:lnTo>
                    <a:pt x="38722" y="6979"/>
                  </a:lnTo>
                  <a:close/>
                </a:path>
              </a:pathLst>
            </a:custGeom>
            <a:noFill/>
            <a:ln w="9525">
              <a:solidFill>
                <a:srgbClr val="000000"/>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14" name="Text Box 77">
              <a:extLst>
                <a:ext uri="{FF2B5EF4-FFF2-40B4-BE49-F238E27FC236}">
                  <a16:creationId xmlns:a16="http://schemas.microsoft.com/office/drawing/2014/main" id="{E0E8B627-3700-6C06-B605-DE553138437C}"/>
                </a:ext>
              </a:extLst>
            </p:cNvPr>
            <p:cNvSpPr txBox="1">
              <a:spLocks noChangeArrowheads="1"/>
            </p:cNvSpPr>
            <p:nvPr/>
          </p:nvSpPr>
          <p:spPr bwMode="auto">
            <a:xfrm>
              <a:off x="3951" y="14585"/>
              <a:ext cx="64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rPr>
                <a:t>a+b</a:t>
              </a:r>
            </a:p>
          </p:txBody>
        </p:sp>
        <p:sp>
          <p:nvSpPr>
            <p:cNvPr id="84015" name="Text Box 78">
              <a:extLst>
                <a:ext uri="{FF2B5EF4-FFF2-40B4-BE49-F238E27FC236}">
                  <a16:creationId xmlns:a16="http://schemas.microsoft.com/office/drawing/2014/main" id="{30B54A32-AE57-DF14-0FC1-2F4159411C76}"/>
                </a:ext>
              </a:extLst>
            </p:cNvPr>
            <p:cNvSpPr txBox="1">
              <a:spLocks noChangeArrowheads="1"/>
            </p:cNvSpPr>
            <p:nvPr/>
          </p:nvSpPr>
          <p:spPr bwMode="auto">
            <a:xfrm>
              <a:off x="7851" y="14565"/>
              <a:ext cx="68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rPr>
                <a:t>a+b</a:t>
              </a:r>
            </a:p>
          </p:txBody>
        </p:sp>
        <p:sp>
          <p:nvSpPr>
            <p:cNvPr id="84016" name="Text Box 79">
              <a:extLst>
                <a:ext uri="{FF2B5EF4-FFF2-40B4-BE49-F238E27FC236}">
                  <a16:creationId xmlns:a16="http://schemas.microsoft.com/office/drawing/2014/main" id="{4B926133-B695-2942-3C36-3BEB0474795C}"/>
                </a:ext>
              </a:extLst>
            </p:cNvPr>
            <p:cNvSpPr txBox="1">
              <a:spLocks noChangeArrowheads="1"/>
            </p:cNvSpPr>
            <p:nvPr/>
          </p:nvSpPr>
          <p:spPr bwMode="auto">
            <a:xfrm>
              <a:off x="3011" y="13925"/>
              <a:ext cx="50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sym typeface="Symbol" pitchFamily="2" charset="2"/>
                </a:rPr>
                <a:t> </a:t>
              </a:r>
              <a:endParaRPr kumimoji="1" lang="en-US" altLang="zh-CN" sz="2000" b="0">
                <a:solidFill>
                  <a:srgbClr val="800080"/>
                </a:solidFill>
                <a:latin typeface="Times New Roman" panose="02020603050405020304" pitchFamily="18" charset="0"/>
                <a:ea typeface="宋体" panose="02010600030101010101" pitchFamily="2" charset="-122"/>
              </a:endParaRPr>
            </a:p>
          </p:txBody>
        </p:sp>
        <p:sp>
          <p:nvSpPr>
            <p:cNvPr id="84017" name="Text Box 80">
              <a:extLst>
                <a:ext uri="{FF2B5EF4-FFF2-40B4-BE49-F238E27FC236}">
                  <a16:creationId xmlns:a16="http://schemas.microsoft.com/office/drawing/2014/main" id="{F34422E9-7A24-FACF-1532-7E94099AD397}"/>
                </a:ext>
              </a:extLst>
            </p:cNvPr>
            <p:cNvSpPr txBox="1">
              <a:spLocks noChangeArrowheads="1"/>
            </p:cNvSpPr>
            <p:nvPr/>
          </p:nvSpPr>
          <p:spPr bwMode="auto">
            <a:xfrm>
              <a:off x="3991" y="13945"/>
              <a:ext cx="50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sym typeface="Symbol" pitchFamily="2" charset="2"/>
                </a:rPr>
                <a:t> </a:t>
              </a:r>
              <a:endParaRPr kumimoji="1" lang="en-US" altLang="zh-CN" sz="2000" b="0">
                <a:solidFill>
                  <a:srgbClr val="800080"/>
                </a:solidFill>
                <a:latin typeface="Times New Roman" panose="02020603050405020304" pitchFamily="18" charset="0"/>
                <a:ea typeface="宋体" panose="02010600030101010101" pitchFamily="2" charset="-122"/>
              </a:endParaRPr>
            </a:p>
          </p:txBody>
        </p:sp>
        <p:sp>
          <p:nvSpPr>
            <p:cNvPr id="84018" name="Text Box 81">
              <a:extLst>
                <a:ext uri="{FF2B5EF4-FFF2-40B4-BE49-F238E27FC236}">
                  <a16:creationId xmlns:a16="http://schemas.microsoft.com/office/drawing/2014/main" id="{3DE0C42A-1285-486C-AE80-C6DEC47D3776}"/>
                </a:ext>
              </a:extLst>
            </p:cNvPr>
            <p:cNvSpPr txBox="1">
              <a:spLocks noChangeArrowheads="1"/>
            </p:cNvSpPr>
            <p:nvPr/>
          </p:nvSpPr>
          <p:spPr bwMode="auto">
            <a:xfrm>
              <a:off x="6951" y="13925"/>
              <a:ext cx="50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sym typeface="Symbol" pitchFamily="2" charset="2"/>
                </a:rPr>
                <a:t></a:t>
              </a:r>
              <a:endParaRPr kumimoji="1" lang="en-US" altLang="zh-CN" sz="2000" b="0">
                <a:solidFill>
                  <a:srgbClr val="800080"/>
                </a:solidFill>
                <a:latin typeface="Times New Roman" panose="02020603050405020304" pitchFamily="18" charset="0"/>
                <a:ea typeface="宋体" panose="02010600030101010101" pitchFamily="2" charset="-122"/>
              </a:endParaRPr>
            </a:p>
          </p:txBody>
        </p:sp>
        <p:sp>
          <p:nvSpPr>
            <p:cNvPr id="84019" name="Text Box 82">
              <a:extLst>
                <a:ext uri="{FF2B5EF4-FFF2-40B4-BE49-F238E27FC236}">
                  <a16:creationId xmlns:a16="http://schemas.microsoft.com/office/drawing/2014/main" id="{07DFC8EC-F797-CE84-C200-F0996CBCBE88}"/>
                </a:ext>
              </a:extLst>
            </p:cNvPr>
            <p:cNvSpPr txBox="1">
              <a:spLocks noChangeArrowheads="1"/>
            </p:cNvSpPr>
            <p:nvPr/>
          </p:nvSpPr>
          <p:spPr bwMode="auto">
            <a:xfrm>
              <a:off x="7891" y="13945"/>
              <a:ext cx="50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sym typeface="Symbol" pitchFamily="2" charset="2"/>
                </a:rPr>
                <a:t></a:t>
              </a:r>
              <a:endParaRPr kumimoji="1" lang="en-US" altLang="zh-CN" sz="2000" b="0">
                <a:solidFill>
                  <a:srgbClr val="800080"/>
                </a:solidFill>
                <a:latin typeface="Times New Roman" panose="02020603050405020304" pitchFamily="18" charset="0"/>
                <a:ea typeface="宋体" panose="02010600030101010101" pitchFamily="2" charset="-122"/>
              </a:endParaRPr>
            </a:p>
          </p:txBody>
        </p:sp>
        <p:sp>
          <p:nvSpPr>
            <p:cNvPr id="84020" name="Text Box 83">
              <a:extLst>
                <a:ext uri="{FF2B5EF4-FFF2-40B4-BE49-F238E27FC236}">
                  <a16:creationId xmlns:a16="http://schemas.microsoft.com/office/drawing/2014/main" id="{9E0DDA4C-9DD4-BCDE-78F3-30EDF382E577}"/>
                </a:ext>
              </a:extLst>
            </p:cNvPr>
            <p:cNvSpPr txBox="1">
              <a:spLocks noChangeArrowheads="1"/>
            </p:cNvSpPr>
            <p:nvPr/>
          </p:nvSpPr>
          <p:spPr bwMode="auto">
            <a:xfrm>
              <a:off x="5431" y="13505"/>
              <a:ext cx="66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rPr>
                <a:t>aa</a:t>
              </a:r>
            </a:p>
          </p:txBody>
        </p:sp>
        <p:sp>
          <p:nvSpPr>
            <p:cNvPr id="84021" name="Text Box 84">
              <a:extLst>
                <a:ext uri="{FF2B5EF4-FFF2-40B4-BE49-F238E27FC236}">
                  <a16:creationId xmlns:a16="http://schemas.microsoft.com/office/drawing/2014/main" id="{82542E39-2F6C-09DD-796B-158E55BF3F12}"/>
                </a:ext>
              </a:extLst>
            </p:cNvPr>
            <p:cNvSpPr txBox="1">
              <a:spLocks noChangeArrowheads="1"/>
            </p:cNvSpPr>
            <p:nvPr/>
          </p:nvSpPr>
          <p:spPr bwMode="auto">
            <a:xfrm>
              <a:off x="5451" y="14345"/>
              <a:ext cx="64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rPr>
                <a:t>bb</a:t>
              </a:r>
            </a:p>
          </p:txBody>
        </p:sp>
        <p:sp>
          <p:nvSpPr>
            <p:cNvPr id="84022" name="Arc 85">
              <a:extLst>
                <a:ext uri="{FF2B5EF4-FFF2-40B4-BE49-F238E27FC236}">
                  <a16:creationId xmlns:a16="http://schemas.microsoft.com/office/drawing/2014/main" id="{EB6F7B7D-DEE2-5D4E-2EF2-289784977C2E}"/>
                </a:ext>
              </a:extLst>
            </p:cNvPr>
            <p:cNvSpPr>
              <a:spLocks/>
            </p:cNvSpPr>
            <p:nvPr/>
          </p:nvSpPr>
          <p:spPr bwMode="auto">
            <a:xfrm>
              <a:off x="4791" y="13885"/>
              <a:ext cx="1860" cy="423"/>
            </a:xfrm>
            <a:custGeom>
              <a:avLst/>
              <a:gdLst>
                <a:gd name="T0" fmla="*/ 0 w 39510"/>
                <a:gd name="T1" fmla="*/ 0 h 21600"/>
                <a:gd name="T2" fmla="*/ 0 w 39510"/>
                <a:gd name="T3" fmla="*/ 0 h 21600"/>
                <a:gd name="T4" fmla="*/ 0 w 39510"/>
                <a:gd name="T5" fmla="*/ 0 h 21600"/>
                <a:gd name="T6" fmla="*/ 0 60000 65536"/>
                <a:gd name="T7" fmla="*/ 0 60000 65536"/>
                <a:gd name="T8" fmla="*/ 0 60000 65536"/>
                <a:gd name="T9" fmla="*/ 0 w 39510"/>
                <a:gd name="T10" fmla="*/ 0 h 21600"/>
                <a:gd name="T11" fmla="*/ 39510 w 39510"/>
                <a:gd name="T12" fmla="*/ 21600 h 21600"/>
              </a:gdLst>
              <a:ahLst/>
              <a:cxnLst>
                <a:cxn ang="T6">
                  <a:pos x="T0" y="T1"/>
                </a:cxn>
                <a:cxn ang="T7">
                  <a:pos x="T2" y="T3"/>
                </a:cxn>
                <a:cxn ang="T8">
                  <a:pos x="T4" y="T5"/>
                </a:cxn>
              </a:cxnLst>
              <a:rect l="T9" t="T10" r="T11" b="T12"/>
              <a:pathLst>
                <a:path w="39510" h="21600" fill="none" extrusionOk="0">
                  <a:moveTo>
                    <a:pt x="-1" y="12894"/>
                  </a:moveTo>
                  <a:cubicBezTo>
                    <a:pt x="3450" y="5058"/>
                    <a:pt x="11205" y="-1"/>
                    <a:pt x="19768" y="0"/>
                  </a:cubicBezTo>
                  <a:cubicBezTo>
                    <a:pt x="28307" y="0"/>
                    <a:pt x="36044" y="5030"/>
                    <a:pt x="39509" y="12835"/>
                  </a:cubicBezTo>
                </a:path>
                <a:path w="39510" h="21600" stroke="0" extrusionOk="0">
                  <a:moveTo>
                    <a:pt x="-1" y="12894"/>
                  </a:moveTo>
                  <a:cubicBezTo>
                    <a:pt x="3450" y="5058"/>
                    <a:pt x="11205" y="-1"/>
                    <a:pt x="19768" y="0"/>
                  </a:cubicBezTo>
                  <a:cubicBezTo>
                    <a:pt x="28307" y="0"/>
                    <a:pt x="36044" y="5030"/>
                    <a:pt x="39509" y="12835"/>
                  </a:cubicBezTo>
                  <a:lnTo>
                    <a:pt x="19768" y="21600"/>
                  </a:lnTo>
                  <a:lnTo>
                    <a:pt x="-1" y="12894"/>
                  </a:lnTo>
                  <a:close/>
                </a:path>
              </a:pathLst>
            </a:custGeom>
            <a:noFill/>
            <a:ln w="9525">
              <a:solidFill>
                <a:srgbClr val="000000"/>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023" name="Arc 86">
              <a:extLst>
                <a:ext uri="{FF2B5EF4-FFF2-40B4-BE49-F238E27FC236}">
                  <a16:creationId xmlns:a16="http://schemas.microsoft.com/office/drawing/2014/main" id="{87819AE8-8EF0-56A9-EA29-4175A0A7E975}"/>
                </a:ext>
              </a:extLst>
            </p:cNvPr>
            <p:cNvSpPr>
              <a:spLocks/>
            </p:cNvSpPr>
            <p:nvPr/>
          </p:nvSpPr>
          <p:spPr bwMode="auto">
            <a:xfrm flipV="1">
              <a:off x="4831" y="14305"/>
              <a:ext cx="1860" cy="423"/>
            </a:xfrm>
            <a:custGeom>
              <a:avLst/>
              <a:gdLst>
                <a:gd name="T0" fmla="*/ 0 w 39510"/>
                <a:gd name="T1" fmla="*/ 0 h 21600"/>
                <a:gd name="T2" fmla="*/ 0 w 39510"/>
                <a:gd name="T3" fmla="*/ 0 h 21600"/>
                <a:gd name="T4" fmla="*/ 0 w 39510"/>
                <a:gd name="T5" fmla="*/ 0 h 21600"/>
                <a:gd name="T6" fmla="*/ 0 60000 65536"/>
                <a:gd name="T7" fmla="*/ 0 60000 65536"/>
                <a:gd name="T8" fmla="*/ 0 60000 65536"/>
                <a:gd name="T9" fmla="*/ 0 w 39510"/>
                <a:gd name="T10" fmla="*/ 0 h 21600"/>
                <a:gd name="T11" fmla="*/ 39510 w 39510"/>
                <a:gd name="T12" fmla="*/ 21600 h 21600"/>
              </a:gdLst>
              <a:ahLst/>
              <a:cxnLst>
                <a:cxn ang="T6">
                  <a:pos x="T0" y="T1"/>
                </a:cxn>
                <a:cxn ang="T7">
                  <a:pos x="T2" y="T3"/>
                </a:cxn>
                <a:cxn ang="T8">
                  <a:pos x="T4" y="T5"/>
                </a:cxn>
              </a:cxnLst>
              <a:rect l="T9" t="T10" r="T11" b="T12"/>
              <a:pathLst>
                <a:path w="39510" h="21600" fill="none" extrusionOk="0">
                  <a:moveTo>
                    <a:pt x="-1" y="12894"/>
                  </a:moveTo>
                  <a:cubicBezTo>
                    <a:pt x="3450" y="5058"/>
                    <a:pt x="11205" y="-1"/>
                    <a:pt x="19768" y="0"/>
                  </a:cubicBezTo>
                  <a:cubicBezTo>
                    <a:pt x="28307" y="0"/>
                    <a:pt x="36044" y="5030"/>
                    <a:pt x="39509" y="12835"/>
                  </a:cubicBezTo>
                </a:path>
                <a:path w="39510" h="21600" stroke="0" extrusionOk="0">
                  <a:moveTo>
                    <a:pt x="-1" y="12894"/>
                  </a:moveTo>
                  <a:cubicBezTo>
                    <a:pt x="3450" y="5058"/>
                    <a:pt x="11205" y="-1"/>
                    <a:pt x="19768" y="0"/>
                  </a:cubicBezTo>
                  <a:cubicBezTo>
                    <a:pt x="28307" y="0"/>
                    <a:pt x="36044" y="5030"/>
                    <a:pt x="39509" y="12835"/>
                  </a:cubicBezTo>
                  <a:lnTo>
                    <a:pt x="19768" y="21600"/>
                  </a:lnTo>
                  <a:lnTo>
                    <a:pt x="-1" y="12894"/>
                  </a:lnTo>
                  <a:close/>
                </a:path>
              </a:pathLst>
            </a:custGeom>
            <a:noFill/>
            <a:ln w="9525">
              <a:solidFill>
                <a:srgbClr val="000000"/>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9" name="Group 87">
            <a:extLst>
              <a:ext uri="{FF2B5EF4-FFF2-40B4-BE49-F238E27FC236}">
                <a16:creationId xmlns:a16="http://schemas.microsoft.com/office/drawing/2014/main" id="{29B3444D-BB10-9980-0E41-11ACF1D2B33D}"/>
              </a:ext>
            </a:extLst>
          </p:cNvPr>
          <p:cNvGrpSpPr>
            <a:grpSpLocks/>
          </p:cNvGrpSpPr>
          <p:nvPr/>
        </p:nvGrpSpPr>
        <p:grpSpPr bwMode="auto">
          <a:xfrm>
            <a:off x="1447800" y="4648200"/>
            <a:ext cx="6108700" cy="609600"/>
            <a:chOff x="2931" y="12325"/>
            <a:chExt cx="6180" cy="600"/>
          </a:xfrm>
        </p:grpSpPr>
        <p:grpSp>
          <p:nvGrpSpPr>
            <p:cNvPr id="83984" name="Group 88">
              <a:extLst>
                <a:ext uri="{FF2B5EF4-FFF2-40B4-BE49-F238E27FC236}">
                  <a16:creationId xmlns:a16="http://schemas.microsoft.com/office/drawing/2014/main" id="{FA9E3E46-B7ED-FF94-2E9A-D1A2FBD2DE5F}"/>
                </a:ext>
              </a:extLst>
            </p:cNvPr>
            <p:cNvGrpSpPr>
              <a:grpSpLocks/>
            </p:cNvGrpSpPr>
            <p:nvPr/>
          </p:nvGrpSpPr>
          <p:grpSpPr bwMode="auto">
            <a:xfrm>
              <a:off x="2931" y="12525"/>
              <a:ext cx="420" cy="400"/>
              <a:chOff x="2851" y="3945"/>
              <a:chExt cx="420" cy="400"/>
            </a:xfrm>
          </p:grpSpPr>
          <p:sp>
            <p:nvSpPr>
              <p:cNvPr id="84000" name="Oval 89">
                <a:extLst>
                  <a:ext uri="{FF2B5EF4-FFF2-40B4-BE49-F238E27FC236}">
                    <a16:creationId xmlns:a16="http://schemas.microsoft.com/office/drawing/2014/main" id="{0BFFFDE5-522E-1D7F-5F44-98FA3E4EA287}"/>
                  </a:ext>
                </a:extLst>
              </p:cNvPr>
              <p:cNvSpPr>
                <a:spLocks noChangeArrowheads="1"/>
              </p:cNvSpPr>
              <p:nvPr/>
            </p:nvSpPr>
            <p:spPr bwMode="auto">
              <a:xfrm>
                <a:off x="2851" y="3965"/>
                <a:ext cx="380" cy="38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4001" name="Text Box 90">
                <a:extLst>
                  <a:ext uri="{FF2B5EF4-FFF2-40B4-BE49-F238E27FC236}">
                    <a16:creationId xmlns:a16="http://schemas.microsoft.com/office/drawing/2014/main" id="{50580876-CA77-3CAC-CA7E-8B4E35398623}"/>
                  </a:ext>
                </a:extLst>
              </p:cNvPr>
              <p:cNvSpPr txBox="1">
                <a:spLocks noChangeArrowheads="1"/>
              </p:cNvSpPr>
              <p:nvPr/>
            </p:nvSpPr>
            <p:spPr bwMode="auto">
              <a:xfrm>
                <a:off x="2851" y="3945"/>
                <a:ext cx="42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rPr>
                  <a:t>0</a:t>
                </a:r>
              </a:p>
            </p:txBody>
          </p:sp>
        </p:grpSp>
        <p:grpSp>
          <p:nvGrpSpPr>
            <p:cNvPr id="83985" name="Group 91">
              <a:extLst>
                <a:ext uri="{FF2B5EF4-FFF2-40B4-BE49-F238E27FC236}">
                  <a16:creationId xmlns:a16="http://schemas.microsoft.com/office/drawing/2014/main" id="{AA64AD80-8B40-AE0C-6B78-062820EB9C52}"/>
                </a:ext>
              </a:extLst>
            </p:cNvPr>
            <p:cNvGrpSpPr>
              <a:grpSpLocks/>
            </p:cNvGrpSpPr>
            <p:nvPr/>
          </p:nvGrpSpPr>
          <p:grpSpPr bwMode="auto">
            <a:xfrm>
              <a:off x="4791" y="12525"/>
              <a:ext cx="420" cy="400"/>
              <a:chOff x="2851" y="3945"/>
              <a:chExt cx="420" cy="400"/>
            </a:xfrm>
          </p:grpSpPr>
          <p:sp>
            <p:nvSpPr>
              <p:cNvPr id="83998" name="Oval 92">
                <a:extLst>
                  <a:ext uri="{FF2B5EF4-FFF2-40B4-BE49-F238E27FC236}">
                    <a16:creationId xmlns:a16="http://schemas.microsoft.com/office/drawing/2014/main" id="{F3E9D7B9-F640-0315-F875-D3C4BFBA659E}"/>
                  </a:ext>
                </a:extLst>
              </p:cNvPr>
              <p:cNvSpPr>
                <a:spLocks noChangeArrowheads="1"/>
              </p:cNvSpPr>
              <p:nvPr/>
            </p:nvSpPr>
            <p:spPr bwMode="auto">
              <a:xfrm>
                <a:off x="2851" y="3965"/>
                <a:ext cx="380" cy="38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3999" name="Text Box 93">
                <a:extLst>
                  <a:ext uri="{FF2B5EF4-FFF2-40B4-BE49-F238E27FC236}">
                    <a16:creationId xmlns:a16="http://schemas.microsoft.com/office/drawing/2014/main" id="{A7EBBD24-2F2D-0C9C-A7DC-46A027D655F2}"/>
                  </a:ext>
                </a:extLst>
              </p:cNvPr>
              <p:cNvSpPr txBox="1">
                <a:spLocks noChangeArrowheads="1"/>
              </p:cNvSpPr>
              <p:nvPr/>
            </p:nvSpPr>
            <p:spPr bwMode="auto">
              <a:xfrm>
                <a:off x="2851" y="3945"/>
                <a:ext cx="42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rPr>
                  <a:t>2</a:t>
                </a:r>
              </a:p>
            </p:txBody>
          </p:sp>
        </p:grpSp>
        <p:grpSp>
          <p:nvGrpSpPr>
            <p:cNvPr id="83986" name="Group 94">
              <a:extLst>
                <a:ext uri="{FF2B5EF4-FFF2-40B4-BE49-F238E27FC236}">
                  <a16:creationId xmlns:a16="http://schemas.microsoft.com/office/drawing/2014/main" id="{D1E3C4B2-4D39-B37D-A66B-201F23BDC71D}"/>
                </a:ext>
              </a:extLst>
            </p:cNvPr>
            <p:cNvGrpSpPr>
              <a:grpSpLocks/>
            </p:cNvGrpSpPr>
            <p:nvPr/>
          </p:nvGrpSpPr>
          <p:grpSpPr bwMode="auto">
            <a:xfrm>
              <a:off x="6791" y="12525"/>
              <a:ext cx="420" cy="400"/>
              <a:chOff x="2851" y="3945"/>
              <a:chExt cx="420" cy="400"/>
            </a:xfrm>
          </p:grpSpPr>
          <p:sp>
            <p:nvSpPr>
              <p:cNvPr id="83996" name="Oval 95">
                <a:extLst>
                  <a:ext uri="{FF2B5EF4-FFF2-40B4-BE49-F238E27FC236}">
                    <a16:creationId xmlns:a16="http://schemas.microsoft.com/office/drawing/2014/main" id="{EA511F8A-67BD-A5DA-6052-43E54E769CDD}"/>
                  </a:ext>
                </a:extLst>
              </p:cNvPr>
              <p:cNvSpPr>
                <a:spLocks noChangeArrowheads="1"/>
              </p:cNvSpPr>
              <p:nvPr/>
            </p:nvSpPr>
            <p:spPr bwMode="auto">
              <a:xfrm>
                <a:off x="2851" y="3965"/>
                <a:ext cx="380" cy="38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3997" name="Text Box 96">
                <a:extLst>
                  <a:ext uri="{FF2B5EF4-FFF2-40B4-BE49-F238E27FC236}">
                    <a16:creationId xmlns:a16="http://schemas.microsoft.com/office/drawing/2014/main" id="{04C6E524-7D6A-8D66-DE94-CD33E196EA01}"/>
                  </a:ext>
                </a:extLst>
              </p:cNvPr>
              <p:cNvSpPr txBox="1">
                <a:spLocks noChangeArrowheads="1"/>
              </p:cNvSpPr>
              <p:nvPr/>
            </p:nvSpPr>
            <p:spPr bwMode="auto">
              <a:xfrm>
                <a:off x="2851" y="3945"/>
                <a:ext cx="42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rPr>
                  <a:t>5</a:t>
                </a:r>
              </a:p>
            </p:txBody>
          </p:sp>
        </p:grpSp>
        <p:grpSp>
          <p:nvGrpSpPr>
            <p:cNvPr id="83987" name="Group 97">
              <a:extLst>
                <a:ext uri="{FF2B5EF4-FFF2-40B4-BE49-F238E27FC236}">
                  <a16:creationId xmlns:a16="http://schemas.microsoft.com/office/drawing/2014/main" id="{395A5667-CFB9-AF0D-19AA-CCB4D227E7C6}"/>
                </a:ext>
              </a:extLst>
            </p:cNvPr>
            <p:cNvGrpSpPr>
              <a:grpSpLocks/>
            </p:cNvGrpSpPr>
            <p:nvPr/>
          </p:nvGrpSpPr>
          <p:grpSpPr bwMode="auto">
            <a:xfrm>
              <a:off x="8691" y="12525"/>
              <a:ext cx="420" cy="400"/>
              <a:chOff x="2851" y="3945"/>
              <a:chExt cx="420" cy="400"/>
            </a:xfrm>
          </p:grpSpPr>
          <p:sp>
            <p:nvSpPr>
              <p:cNvPr id="83994" name="Oval 98">
                <a:extLst>
                  <a:ext uri="{FF2B5EF4-FFF2-40B4-BE49-F238E27FC236}">
                    <a16:creationId xmlns:a16="http://schemas.microsoft.com/office/drawing/2014/main" id="{D9666C98-DD52-00A4-35FE-31696B091EAF}"/>
                  </a:ext>
                </a:extLst>
              </p:cNvPr>
              <p:cNvSpPr>
                <a:spLocks noChangeArrowheads="1"/>
              </p:cNvSpPr>
              <p:nvPr/>
            </p:nvSpPr>
            <p:spPr bwMode="auto">
              <a:xfrm>
                <a:off x="2851" y="3965"/>
                <a:ext cx="380" cy="380"/>
              </a:xfrm>
              <a:prstGeom prst="ellipse">
                <a:avLst/>
              </a:prstGeom>
              <a:noFill/>
              <a:ln w="38100" cmpd="dbl">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3995" name="Text Box 99">
                <a:extLst>
                  <a:ext uri="{FF2B5EF4-FFF2-40B4-BE49-F238E27FC236}">
                    <a16:creationId xmlns:a16="http://schemas.microsoft.com/office/drawing/2014/main" id="{493F8722-04C9-801E-41F8-A92E9279AD37}"/>
                  </a:ext>
                </a:extLst>
              </p:cNvPr>
              <p:cNvSpPr txBox="1">
                <a:spLocks noChangeArrowheads="1"/>
              </p:cNvSpPr>
              <p:nvPr/>
            </p:nvSpPr>
            <p:spPr bwMode="auto">
              <a:xfrm>
                <a:off x="2851" y="3945"/>
                <a:ext cx="42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rPr>
                  <a:t>7</a:t>
                </a:r>
              </a:p>
            </p:txBody>
          </p:sp>
        </p:grpSp>
        <p:sp>
          <p:nvSpPr>
            <p:cNvPr id="83988" name="Line 100">
              <a:extLst>
                <a:ext uri="{FF2B5EF4-FFF2-40B4-BE49-F238E27FC236}">
                  <a16:creationId xmlns:a16="http://schemas.microsoft.com/office/drawing/2014/main" id="{08543A76-BDA8-6BC8-9D89-FF240A089514}"/>
                </a:ext>
              </a:extLst>
            </p:cNvPr>
            <p:cNvSpPr>
              <a:spLocks noChangeShapeType="1"/>
            </p:cNvSpPr>
            <p:nvPr/>
          </p:nvSpPr>
          <p:spPr bwMode="auto">
            <a:xfrm>
              <a:off x="3311" y="12757"/>
              <a:ext cx="146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3989" name="Line 101">
              <a:extLst>
                <a:ext uri="{FF2B5EF4-FFF2-40B4-BE49-F238E27FC236}">
                  <a16:creationId xmlns:a16="http://schemas.microsoft.com/office/drawing/2014/main" id="{CA142FBB-EF0E-AAE6-B056-38F2B37A5A89}"/>
                </a:ext>
              </a:extLst>
            </p:cNvPr>
            <p:cNvSpPr>
              <a:spLocks noChangeShapeType="1"/>
            </p:cNvSpPr>
            <p:nvPr/>
          </p:nvSpPr>
          <p:spPr bwMode="auto">
            <a:xfrm>
              <a:off x="7191" y="12757"/>
              <a:ext cx="148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3990" name="Text Box 102">
              <a:extLst>
                <a:ext uri="{FF2B5EF4-FFF2-40B4-BE49-F238E27FC236}">
                  <a16:creationId xmlns:a16="http://schemas.microsoft.com/office/drawing/2014/main" id="{FA4698E5-9368-081C-CCFA-5AE8B722D688}"/>
                </a:ext>
              </a:extLst>
            </p:cNvPr>
            <p:cNvSpPr txBox="1">
              <a:spLocks noChangeArrowheads="1"/>
            </p:cNvSpPr>
            <p:nvPr/>
          </p:nvSpPr>
          <p:spPr bwMode="auto">
            <a:xfrm>
              <a:off x="3451" y="12325"/>
              <a:ext cx="100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rPr>
                <a:t>(a+b)</a:t>
              </a:r>
              <a:r>
                <a:rPr kumimoji="1" lang="en-US" altLang="zh-CN" sz="2000" b="0" baseline="30000">
                  <a:solidFill>
                    <a:srgbClr val="800080"/>
                  </a:solidFill>
                  <a:latin typeface="Times New Roman" panose="02020603050405020304" pitchFamily="18" charset="0"/>
                  <a:ea typeface="宋体" panose="02010600030101010101" pitchFamily="2" charset="-122"/>
                </a:rPr>
                <a:t>*</a:t>
              </a:r>
              <a:endParaRPr kumimoji="1" lang="en-US" altLang="zh-CN" sz="2000" b="0">
                <a:solidFill>
                  <a:srgbClr val="800080"/>
                </a:solidFill>
                <a:latin typeface="Times New Roman" panose="02020603050405020304" pitchFamily="18" charset="0"/>
                <a:ea typeface="宋体" panose="02010600030101010101" pitchFamily="2" charset="-122"/>
              </a:endParaRPr>
            </a:p>
          </p:txBody>
        </p:sp>
        <p:sp>
          <p:nvSpPr>
            <p:cNvPr id="83991" name="Text Box 103">
              <a:extLst>
                <a:ext uri="{FF2B5EF4-FFF2-40B4-BE49-F238E27FC236}">
                  <a16:creationId xmlns:a16="http://schemas.microsoft.com/office/drawing/2014/main" id="{30AD4C83-1649-1471-CBDE-65CC2F2BD602}"/>
                </a:ext>
              </a:extLst>
            </p:cNvPr>
            <p:cNvSpPr txBox="1">
              <a:spLocks noChangeArrowheads="1"/>
            </p:cNvSpPr>
            <p:nvPr/>
          </p:nvSpPr>
          <p:spPr bwMode="auto">
            <a:xfrm>
              <a:off x="7431" y="12325"/>
              <a:ext cx="98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rPr>
                <a:t>(a+b)</a:t>
              </a:r>
              <a:r>
                <a:rPr kumimoji="1" lang="en-US" altLang="zh-CN" sz="2000" b="0" baseline="30000">
                  <a:solidFill>
                    <a:srgbClr val="800080"/>
                  </a:solidFill>
                  <a:latin typeface="Times New Roman" panose="02020603050405020304" pitchFamily="18" charset="0"/>
                  <a:ea typeface="宋体" panose="02010600030101010101" pitchFamily="2" charset="-122"/>
                </a:rPr>
                <a:t>*</a:t>
              </a:r>
              <a:endParaRPr kumimoji="1" lang="en-US" altLang="zh-CN" sz="2000" b="0">
                <a:solidFill>
                  <a:srgbClr val="800080"/>
                </a:solidFill>
                <a:latin typeface="Times New Roman" panose="02020603050405020304" pitchFamily="18" charset="0"/>
                <a:ea typeface="宋体" panose="02010600030101010101" pitchFamily="2" charset="-122"/>
              </a:endParaRPr>
            </a:p>
          </p:txBody>
        </p:sp>
        <p:sp>
          <p:nvSpPr>
            <p:cNvPr id="83992" name="Line 104">
              <a:extLst>
                <a:ext uri="{FF2B5EF4-FFF2-40B4-BE49-F238E27FC236}">
                  <a16:creationId xmlns:a16="http://schemas.microsoft.com/office/drawing/2014/main" id="{F8920D6D-8D39-D7DE-2F9E-9FE9BD3317B6}"/>
                </a:ext>
              </a:extLst>
            </p:cNvPr>
            <p:cNvSpPr>
              <a:spLocks noChangeShapeType="1"/>
            </p:cNvSpPr>
            <p:nvPr/>
          </p:nvSpPr>
          <p:spPr bwMode="auto">
            <a:xfrm>
              <a:off x="5171" y="12745"/>
              <a:ext cx="162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3993" name="Text Box 105">
              <a:extLst>
                <a:ext uri="{FF2B5EF4-FFF2-40B4-BE49-F238E27FC236}">
                  <a16:creationId xmlns:a16="http://schemas.microsoft.com/office/drawing/2014/main" id="{D108855F-D353-BAA9-20EA-1167222B07AE}"/>
                </a:ext>
              </a:extLst>
            </p:cNvPr>
            <p:cNvSpPr txBox="1">
              <a:spLocks noChangeArrowheads="1"/>
            </p:cNvSpPr>
            <p:nvPr/>
          </p:nvSpPr>
          <p:spPr bwMode="auto">
            <a:xfrm>
              <a:off x="5431" y="12345"/>
              <a:ext cx="100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rPr>
                <a:t>aa+bb</a:t>
              </a:r>
            </a:p>
          </p:txBody>
        </p:sp>
      </p:grpSp>
      <p:grpSp>
        <p:nvGrpSpPr>
          <p:cNvPr id="24" name="Group 106">
            <a:extLst>
              <a:ext uri="{FF2B5EF4-FFF2-40B4-BE49-F238E27FC236}">
                <a16:creationId xmlns:a16="http://schemas.microsoft.com/office/drawing/2014/main" id="{24716A70-CB0F-CEB6-E82B-6D409C9AEA32}"/>
              </a:ext>
            </a:extLst>
          </p:cNvPr>
          <p:cNvGrpSpPr>
            <a:grpSpLocks/>
          </p:cNvGrpSpPr>
          <p:nvPr/>
        </p:nvGrpSpPr>
        <p:grpSpPr bwMode="auto">
          <a:xfrm>
            <a:off x="1447800" y="5867400"/>
            <a:ext cx="6108700" cy="609600"/>
            <a:chOff x="2911" y="15805"/>
            <a:chExt cx="6180" cy="580"/>
          </a:xfrm>
        </p:grpSpPr>
        <p:grpSp>
          <p:nvGrpSpPr>
            <p:cNvPr id="83976" name="Group 107">
              <a:extLst>
                <a:ext uri="{FF2B5EF4-FFF2-40B4-BE49-F238E27FC236}">
                  <a16:creationId xmlns:a16="http://schemas.microsoft.com/office/drawing/2014/main" id="{EDFD670D-10FA-B8DD-662A-21D7DC5B7F83}"/>
                </a:ext>
              </a:extLst>
            </p:cNvPr>
            <p:cNvGrpSpPr>
              <a:grpSpLocks/>
            </p:cNvGrpSpPr>
            <p:nvPr/>
          </p:nvGrpSpPr>
          <p:grpSpPr bwMode="auto">
            <a:xfrm>
              <a:off x="2911" y="15985"/>
              <a:ext cx="420" cy="400"/>
              <a:chOff x="2851" y="3945"/>
              <a:chExt cx="420" cy="400"/>
            </a:xfrm>
          </p:grpSpPr>
          <p:sp>
            <p:nvSpPr>
              <p:cNvPr id="83982" name="Oval 108">
                <a:extLst>
                  <a:ext uri="{FF2B5EF4-FFF2-40B4-BE49-F238E27FC236}">
                    <a16:creationId xmlns:a16="http://schemas.microsoft.com/office/drawing/2014/main" id="{D880B261-B494-3EC1-C08D-7975A1AF7B3B}"/>
                  </a:ext>
                </a:extLst>
              </p:cNvPr>
              <p:cNvSpPr>
                <a:spLocks noChangeArrowheads="1"/>
              </p:cNvSpPr>
              <p:nvPr/>
            </p:nvSpPr>
            <p:spPr bwMode="auto">
              <a:xfrm>
                <a:off x="2851" y="3965"/>
                <a:ext cx="380" cy="38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3983" name="Text Box 109">
                <a:extLst>
                  <a:ext uri="{FF2B5EF4-FFF2-40B4-BE49-F238E27FC236}">
                    <a16:creationId xmlns:a16="http://schemas.microsoft.com/office/drawing/2014/main" id="{8C559EA4-78D2-1E8E-6CEA-3442C4D089EC}"/>
                  </a:ext>
                </a:extLst>
              </p:cNvPr>
              <p:cNvSpPr txBox="1">
                <a:spLocks noChangeArrowheads="1"/>
              </p:cNvSpPr>
              <p:nvPr/>
            </p:nvSpPr>
            <p:spPr bwMode="auto">
              <a:xfrm>
                <a:off x="2851" y="3945"/>
                <a:ext cx="42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rPr>
                  <a:t>0</a:t>
                </a:r>
              </a:p>
            </p:txBody>
          </p:sp>
        </p:grpSp>
        <p:grpSp>
          <p:nvGrpSpPr>
            <p:cNvPr id="83977" name="Group 110">
              <a:extLst>
                <a:ext uri="{FF2B5EF4-FFF2-40B4-BE49-F238E27FC236}">
                  <a16:creationId xmlns:a16="http://schemas.microsoft.com/office/drawing/2014/main" id="{22F155A7-08EE-E1C5-B01B-F4E3A595572C}"/>
                </a:ext>
              </a:extLst>
            </p:cNvPr>
            <p:cNvGrpSpPr>
              <a:grpSpLocks/>
            </p:cNvGrpSpPr>
            <p:nvPr/>
          </p:nvGrpSpPr>
          <p:grpSpPr bwMode="auto">
            <a:xfrm>
              <a:off x="8671" y="15985"/>
              <a:ext cx="420" cy="400"/>
              <a:chOff x="2851" y="3945"/>
              <a:chExt cx="420" cy="400"/>
            </a:xfrm>
          </p:grpSpPr>
          <p:sp>
            <p:nvSpPr>
              <p:cNvPr id="83980" name="Oval 111">
                <a:extLst>
                  <a:ext uri="{FF2B5EF4-FFF2-40B4-BE49-F238E27FC236}">
                    <a16:creationId xmlns:a16="http://schemas.microsoft.com/office/drawing/2014/main" id="{41D76602-AE43-2D6F-095C-CDFB61196F69}"/>
                  </a:ext>
                </a:extLst>
              </p:cNvPr>
              <p:cNvSpPr>
                <a:spLocks noChangeArrowheads="1"/>
              </p:cNvSpPr>
              <p:nvPr/>
            </p:nvSpPr>
            <p:spPr bwMode="auto">
              <a:xfrm>
                <a:off x="2851" y="3965"/>
                <a:ext cx="380" cy="380"/>
              </a:xfrm>
              <a:prstGeom prst="ellipse">
                <a:avLst/>
              </a:prstGeom>
              <a:noFill/>
              <a:ln w="38100" cmpd="dbl">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3981" name="Text Box 112">
                <a:extLst>
                  <a:ext uri="{FF2B5EF4-FFF2-40B4-BE49-F238E27FC236}">
                    <a16:creationId xmlns:a16="http://schemas.microsoft.com/office/drawing/2014/main" id="{912BD464-E355-F17B-0DF5-46F58980345C}"/>
                  </a:ext>
                </a:extLst>
              </p:cNvPr>
              <p:cNvSpPr txBox="1">
                <a:spLocks noChangeArrowheads="1"/>
              </p:cNvSpPr>
              <p:nvPr/>
            </p:nvSpPr>
            <p:spPr bwMode="auto">
              <a:xfrm>
                <a:off x="2851" y="3945"/>
                <a:ext cx="42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rPr>
                  <a:t>7</a:t>
                </a:r>
              </a:p>
            </p:txBody>
          </p:sp>
        </p:grpSp>
        <p:sp>
          <p:nvSpPr>
            <p:cNvPr id="83978" name="Line 113">
              <a:extLst>
                <a:ext uri="{FF2B5EF4-FFF2-40B4-BE49-F238E27FC236}">
                  <a16:creationId xmlns:a16="http://schemas.microsoft.com/office/drawing/2014/main" id="{B84D9368-2EB2-F563-F4E9-5DC6718304DF}"/>
                </a:ext>
              </a:extLst>
            </p:cNvPr>
            <p:cNvSpPr>
              <a:spLocks noChangeShapeType="1"/>
            </p:cNvSpPr>
            <p:nvPr/>
          </p:nvSpPr>
          <p:spPr bwMode="auto">
            <a:xfrm flipV="1">
              <a:off x="3311" y="16205"/>
              <a:ext cx="536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83979" name="Text Box 114">
              <a:extLst>
                <a:ext uri="{FF2B5EF4-FFF2-40B4-BE49-F238E27FC236}">
                  <a16:creationId xmlns:a16="http://schemas.microsoft.com/office/drawing/2014/main" id="{CF7520DF-6A45-3566-019E-3698BA14A861}"/>
                </a:ext>
              </a:extLst>
            </p:cNvPr>
            <p:cNvSpPr txBox="1">
              <a:spLocks noChangeArrowheads="1"/>
            </p:cNvSpPr>
            <p:nvPr/>
          </p:nvSpPr>
          <p:spPr bwMode="auto">
            <a:xfrm>
              <a:off x="4351" y="15805"/>
              <a:ext cx="3000"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kumimoji="1" lang="en-US" altLang="zh-CN" sz="2000" b="0">
                  <a:solidFill>
                    <a:srgbClr val="800080"/>
                  </a:solidFill>
                  <a:latin typeface="Times New Roman" panose="02020603050405020304" pitchFamily="18" charset="0"/>
                  <a:ea typeface="宋体" panose="02010600030101010101" pitchFamily="2" charset="-122"/>
                </a:rPr>
                <a:t>(a+b)</a:t>
              </a:r>
              <a:r>
                <a:rPr kumimoji="1" lang="en-US" altLang="zh-CN" sz="2000" b="0" baseline="30000">
                  <a:solidFill>
                    <a:srgbClr val="800080"/>
                  </a:solidFill>
                  <a:latin typeface="Times New Roman" panose="02020603050405020304" pitchFamily="18" charset="0"/>
                  <a:ea typeface="宋体" panose="02010600030101010101" pitchFamily="2" charset="-122"/>
                </a:rPr>
                <a:t>* </a:t>
              </a:r>
              <a:r>
                <a:rPr kumimoji="1" lang="en-US" altLang="zh-CN" sz="2000" b="0">
                  <a:solidFill>
                    <a:srgbClr val="800080"/>
                  </a:solidFill>
                  <a:latin typeface="Times New Roman" panose="02020603050405020304" pitchFamily="18" charset="0"/>
                  <a:ea typeface="宋体" panose="02010600030101010101" pitchFamily="2" charset="-122"/>
                </a:rPr>
                <a:t>(aa+bb) (a+b)</a:t>
              </a:r>
              <a:r>
                <a:rPr kumimoji="1" lang="en-US" altLang="zh-CN" sz="2000" b="0" baseline="30000">
                  <a:solidFill>
                    <a:srgbClr val="800080"/>
                  </a:solidFill>
                  <a:latin typeface="Times New Roman" panose="02020603050405020304" pitchFamily="18" charset="0"/>
                  <a:ea typeface="宋体" panose="02010600030101010101" pitchFamily="2" charset="-122"/>
                </a:rPr>
                <a:t>*</a:t>
              </a:r>
              <a:endParaRPr kumimoji="1" lang="en-US" altLang="zh-CN" sz="2000" b="0">
                <a:solidFill>
                  <a:srgbClr val="800080"/>
                </a:solidFill>
                <a:latin typeface="Times New Roman" panose="02020603050405020304" pitchFamily="18" charset="0"/>
                <a:ea typeface="宋体" panose="02010600030101010101" pitchFamily="2" charset="-122"/>
              </a:endParaRPr>
            </a:p>
          </p:txBody>
        </p:sp>
      </p:grpSp>
      <p:sp>
        <p:nvSpPr>
          <p:cNvPr id="83974" name="Rectangle 115">
            <a:extLst>
              <a:ext uri="{FF2B5EF4-FFF2-40B4-BE49-F238E27FC236}">
                <a16:creationId xmlns:a16="http://schemas.microsoft.com/office/drawing/2014/main" id="{F815DF48-A384-372F-47DE-8FFF563A5E18}"/>
              </a:ext>
            </a:extLst>
          </p:cNvPr>
          <p:cNvSpPr>
            <a:spLocks noChangeArrowheads="1"/>
          </p:cNvSpPr>
          <p:nvPr/>
        </p:nvSpPr>
        <p:spPr bwMode="auto">
          <a:xfrm>
            <a:off x="457200" y="457200"/>
            <a:ext cx="8229600"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lang="zh-CN" altLang="en-US" sz="4000" b="0">
                <a:solidFill>
                  <a:srgbClr val="0033CC"/>
                </a:solidFill>
                <a:ea typeface="华文新魏" panose="02010800040101010101" pitchFamily="2" charset="-122"/>
              </a:rPr>
              <a:t>状态消去法举例</a:t>
            </a:r>
            <a:endParaRPr kumimoji="1" lang="zh-CN" altLang="en-US" sz="4000">
              <a:solidFill>
                <a:srgbClr val="0033CC"/>
              </a:solidFill>
              <a:ea typeface="华文新魏" panose="02010800040101010101" pitchFamily="2" charset="-122"/>
            </a:endParaRPr>
          </a:p>
        </p:txBody>
      </p:sp>
      <p:sp>
        <p:nvSpPr>
          <p:cNvPr id="83975" name="灯片编号占位符 115">
            <a:extLst>
              <a:ext uri="{FF2B5EF4-FFF2-40B4-BE49-F238E27FC236}">
                <a16:creationId xmlns:a16="http://schemas.microsoft.com/office/drawing/2014/main" id="{03344182-2FEC-066E-8FAD-B9B1076A51F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8547AA27-60ED-6949-878D-F5EA1B25B81F}"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72</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checkerboard(across)">
                                      <p:cBhvr>
                                        <p:cTn id="12" dur="500"/>
                                        <p:tgtEl>
                                          <p:spTgt spid="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checkerboard(across)">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4DF27037-76AF-DEA0-6481-9EA66253AF2A}"/>
              </a:ext>
            </a:extLst>
          </p:cNvPr>
          <p:cNvSpPr>
            <a:spLocks noGrp="1" noChangeArrowheads="1"/>
          </p:cNvSpPr>
          <p:nvPr>
            <p:ph type="title"/>
          </p:nvPr>
        </p:nvSpPr>
        <p:spPr/>
        <p:txBody>
          <a:bodyPr/>
          <a:lstStyle/>
          <a:p>
            <a:pPr eaLnBrk="1" hangingPunct="1"/>
            <a:r>
              <a:rPr lang="zh-CN" altLang="en-US" sz="4000"/>
              <a:t>从正规式构造等价的</a:t>
            </a:r>
            <a:r>
              <a:rPr lang="en-US" altLang="zh-CN" sz="4000"/>
              <a:t>NFA </a:t>
            </a:r>
            <a:br>
              <a:rPr lang="en-US" altLang="zh-CN" sz="4000"/>
            </a:br>
            <a:r>
              <a:rPr lang="en-US" altLang="zh-CN" sz="4000"/>
              <a:t>      </a:t>
            </a:r>
            <a:r>
              <a:rPr lang="zh-CN" altLang="en-US" sz="4000"/>
              <a:t>（ </a:t>
            </a:r>
            <a:r>
              <a:rPr lang="en-US" altLang="zh-CN" sz="4000"/>
              <a:t>Thompson</a:t>
            </a:r>
            <a:r>
              <a:rPr lang="zh-CN" altLang="en-US" sz="4000"/>
              <a:t>算法）</a:t>
            </a:r>
          </a:p>
        </p:txBody>
      </p:sp>
      <p:sp>
        <p:nvSpPr>
          <p:cNvPr id="864260" name="Text Box 4">
            <a:extLst>
              <a:ext uri="{FF2B5EF4-FFF2-40B4-BE49-F238E27FC236}">
                <a16:creationId xmlns:a16="http://schemas.microsoft.com/office/drawing/2014/main" id="{4455A601-0F1E-BDF4-48A3-CCA7F62E014C}"/>
              </a:ext>
            </a:extLst>
          </p:cNvPr>
          <p:cNvSpPr txBox="1">
            <a:spLocks noChangeArrowheads="1"/>
          </p:cNvSpPr>
          <p:nvPr/>
        </p:nvSpPr>
        <p:spPr bwMode="auto">
          <a:xfrm>
            <a:off x="539750" y="2060575"/>
            <a:ext cx="78787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zh-CN" altLang="en-US" sz="2800">
                <a:ea typeface="宋体" panose="02010600030101010101" pitchFamily="2" charset="-122"/>
              </a:rPr>
              <a:t>基础</a:t>
            </a:r>
            <a:r>
              <a:rPr kumimoji="1" lang="en-US" altLang="zh-CN" sz="2800">
                <a:ea typeface="宋体" panose="02010600030101010101" pitchFamily="2" charset="-122"/>
              </a:rPr>
              <a:t>:</a:t>
            </a:r>
            <a:endParaRPr kumimoji="1" lang="en-US" altLang="zh-CN" sz="2800">
              <a:ea typeface="宋体" panose="02010600030101010101" pitchFamily="2" charset="-122"/>
              <a:cs typeface="Times New Roman" panose="02020603050405020304" pitchFamily="18" charset="0"/>
              <a:sym typeface="Symbol" pitchFamily="2" charset="2"/>
            </a:endParaRPr>
          </a:p>
        </p:txBody>
      </p:sp>
      <p:grpSp>
        <p:nvGrpSpPr>
          <p:cNvPr id="2" name="Group 5">
            <a:extLst>
              <a:ext uri="{FF2B5EF4-FFF2-40B4-BE49-F238E27FC236}">
                <a16:creationId xmlns:a16="http://schemas.microsoft.com/office/drawing/2014/main" id="{CD670A9C-783E-206B-B44C-90E690B2ED9E}"/>
              </a:ext>
            </a:extLst>
          </p:cNvPr>
          <p:cNvGrpSpPr>
            <a:grpSpLocks/>
          </p:cNvGrpSpPr>
          <p:nvPr/>
        </p:nvGrpSpPr>
        <p:grpSpPr bwMode="auto">
          <a:xfrm>
            <a:off x="1149350" y="2579688"/>
            <a:ext cx="6343650" cy="949325"/>
            <a:chOff x="816" y="1706"/>
            <a:chExt cx="3996" cy="598"/>
          </a:xfrm>
        </p:grpSpPr>
        <p:sp>
          <p:nvSpPr>
            <p:cNvPr id="85005" name="Rectangle 6">
              <a:extLst>
                <a:ext uri="{FF2B5EF4-FFF2-40B4-BE49-F238E27FC236}">
                  <a16:creationId xmlns:a16="http://schemas.microsoft.com/office/drawing/2014/main" id="{57649106-1A27-32AF-F755-9D9DFD527068}"/>
                </a:ext>
              </a:extLst>
            </p:cNvPr>
            <p:cNvSpPr>
              <a:spLocks noChangeArrowheads="1"/>
            </p:cNvSpPr>
            <p:nvPr/>
          </p:nvSpPr>
          <p:spPr bwMode="auto">
            <a:xfrm>
              <a:off x="816" y="1872"/>
              <a:ext cx="16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 typeface="Wingdings" pitchFamily="2" charset="2"/>
                <a:buNone/>
              </a:pPr>
              <a:r>
                <a:rPr kumimoji="1" lang="en-US" altLang="zh-CN" sz="2400" i="1">
                  <a:ea typeface="宋体" panose="02010600030101010101" pitchFamily="2" charset="-122"/>
                </a:rPr>
                <a:t>1 </a:t>
              </a:r>
              <a:r>
                <a:rPr kumimoji="1" lang="zh-CN" altLang="en-US" sz="2400">
                  <a:ea typeface="宋体" panose="02010600030101010101" pitchFamily="2" charset="-122"/>
                  <a:sym typeface="Symbol" pitchFamily="2" charset="2"/>
                </a:rPr>
                <a:t>对于 </a:t>
              </a:r>
              <a:r>
                <a:rPr kumimoji="1" lang="zh-CN" altLang="en-US" sz="2400" i="1">
                  <a:solidFill>
                    <a:srgbClr val="990000"/>
                  </a:solidFill>
                  <a:ea typeface="宋体" panose="02010600030101010101" pitchFamily="2" charset="-122"/>
                  <a:sym typeface="Symbol" pitchFamily="2" charset="2"/>
                </a:rPr>
                <a:t></a:t>
              </a:r>
              <a:r>
                <a:rPr kumimoji="1" lang="zh-CN" altLang="en-US" sz="2400" i="1">
                  <a:ea typeface="宋体" panose="02010600030101010101" pitchFamily="2" charset="-122"/>
                  <a:sym typeface="Symbol" pitchFamily="2" charset="2"/>
                </a:rPr>
                <a:t> ，</a:t>
              </a:r>
              <a:r>
                <a:rPr kumimoji="1" lang="zh-CN" altLang="en-US" sz="2400">
                  <a:ea typeface="宋体" panose="02010600030101010101" pitchFamily="2" charset="-122"/>
                  <a:sym typeface="Symbol" pitchFamily="2" charset="2"/>
                </a:rPr>
                <a:t>构造为</a:t>
              </a:r>
              <a:endParaRPr kumimoji="1" lang="zh-CN" altLang="en-US" sz="2400" i="1">
                <a:ea typeface="宋体" panose="02010600030101010101" pitchFamily="2" charset="-122"/>
                <a:sym typeface="Symbol" pitchFamily="2" charset="2"/>
              </a:endParaRPr>
            </a:p>
          </p:txBody>
        </p:sp>
        <p:sp>
          <p:nvSpPr>
            <p:cNvPr id="85006" name="Rectangle 7">
              <a:extLst>
                <a:ext uri="{FF2B5EF4-FFF2-40B4-BE49-F238E27FC236}">
                  <a16:creationId xmlns:a16="http://schemas.microsoft.com/office/drawing/2014/main" id="{2DF05845-C9EE-1C48-4F7C-1FBC79138107}"/>
                </a:ext>
              </a:extLst>
            </p:cNvPr>
            <p:cNvSpPr>
              <a:spLocks noChangeArrowheads="1"/>
            </p:cNvSpPr>
            <p:nvPr/>
          </p:nvSpPr>
          <p:spPr bwMode="auto">
            <a:xfrm>
              <a:off x="3832" y="1765"/>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ea typeface="宋体" panose="02010600030101010101" pitchFamily="2" charset="-122"/>
                  <a:sym typeface="Symbol" pitchFamily="2" charset="2"/>
                </a:rPr>
                <a:t></a:t>
              </a:r>
            </a:p>
          </p:txBody>
        </p:sp>
        <p:graphicFrame>
          <p:nvGraphicFramePr>
            <p:cNvPr id="85007" name="Object 8">
              <a:extLst>
                <a:ext uri="{FF2B5EF4-FFF2-40B4-BE49-F238E27FC236}">
                  <a16:creationId xmlns:a16="http://schemas.microsoft.com/office/drawing/2014/main" id="{FD9AFEB0-51DA-5979-52BC-B9F5688769DA}"/>
                </a:ext>
              </a:extLst>
            </p:cNvPr>
            <p:cNvGraphicFramePr>
              <a:graphicFrameLocks noChangeAspect="1"/>
            </p:cNvGraphicFramePr>
            <p:nvPr/>
          </p:nvGraphicFramePr>
          <p:xfrm>
            <a:off x="2976" y="1706"/>
            <a:ext cx="1836" cy="598"/>
          </p:xfrm>
          <a:graphic>
            <a:graphicData uri="http://schemas.openxmlformats.org/presentationml/2006/ole">
              <mc:AlternateContent xmlns:mc="http://schemas.openxmlformats.org/markup-compatibility/2006">
                <mc:Choice xmlns:v="urn:schemas-microsoft-com:vml" Requires="v">
                  <p:oleObj name="VISIO" r:id="rId2" imgW="2794000" imgH="914400" progId="Visio.Drawing.11">
                    <p:embed/>
                  </p:oleObj>
                </mc:Choice>
                <mc:Fallback>
                  <p:oleObj name="VISIO" r:id="rId2" imgW="2794000" imgH="914400" progId="Visio.Drawing.11">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6" y="1706"/>
                          <a:ext cx="1836" cy="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 name="Group 9">
            <a:extLst>
              <a:ext uri="{FF2B5EF4-FFF2-40B4-BE49-F238E27FC236}">
                <a16:creationId xmlns:a16="http://schemas.microsoft.com/office/drawing/2014/main" id="{7AD52EDE-7453-871D-A48C-9F7083A338AD}"/>
              </a:ext>
            </a:extLst>
          </p:cNvPr>
          <p:cNvGrpSpPr>
            <a:grpSpLocks/>
          </p:cNvGrpSpPr>
          <p:nvPr/>
        </p:nvGrpSpPr>
        <p:grpSpPr bwMode="auto">
          <a:xfrm>
            <a:off x="1149350" y="4900613"/>
            <a:ext cx="6324600" cy="949325"/>
            <a:chOff x="816" y="3168"/>
            <a:chExt cx="3984" cy="598"/>
          </a:xfrm>
        </p:grpSpPr>
        <p:sp>
          <p:nvSpPr>
            <p:cNvPr id="85002" name="Rectangle 10">
              <a:extLst>
                <a:ext uri="{FF2B5EF4-FFF2-40B4-BE49-F238E27FC236}">
                  <a16:creationId xmlns:a16="http://schemas.microsoft.com/office/drawing/2014/main" id="{81F1A882-D67C-4AAE-D9E0-17FF34E8BBAC}"/>
                </a:ext>
              </a:extLst>
            </p:cNvPr>
            <p:cNvSpPr>
              <a:spLocks noChangeArrowheads="1"/>
            </p:cNvSpPr>
            <p:nvPr/>
          </p:nvSpPr>
          <p:spPr bwMode="auto">
            <a:xfrm>
              <a:off x="816" y="3216"/>
              <a:ext cx="17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 typeface="Wingdings" pitchFamily="2" charset="2"/>
                <a:buNone/>
              </a:pPr>
              <a:r>
                <a:rPr kumimoji="1" lang="en-US" altLang="zh-CN" sz="2400" i="1">
                  <a:ea typeface="宋体" panose="02010600030101010101" pitchFamily="2" charset="-122"/>
                </a:rPr>
                <a:t>3 </a:t>
              </a:r>
              <a:r>
                <a:rPr kumimoji="1" lang="zh-CN" altLang="en-US" sz="2400">
                  <a:ea typeface="宋体" panose="02010600030101010101" pitchFamily="2" charset="-122"/>
                  <a:sym typeface="Symbol" pitchFamily="2" charset="2"/>
                </a:rPr>
                <a:t>对于</a:t>
              </a:r>
              <a:r>
                <a:rPr kumimoji="1" lang="en-US" altLang="zh-CN" sz="2400" i="1">
                  <a:solidFill>
                    <a:srgbClr val="990000"/>
                  </a:solidFill>
                  <a:ea typeface="宋体" panose="02010600030101010101" pitchFamily="2" charset="-122"/>
                  <a:sym typeface="Symbol" pitchFamily="2" charset="2"/>
                </a:rPr>
                <a:t>a</a:t>
              </a:r>
              <a:r>
                <a:rPr kumimoji="1" lang="en-US" altLang="zh-CN" sz="2400" i="1">
                  <a:ea typeface="宋体" panose="02010600030101010101" pitchFamily="2" charset="-122"/>
                  <a:sym typeface="Symbol" pitchFamily="2" charset="2"/>
                </a:rPr>
                <a:t> </a:t>
              </a:r>
              <a:r>
                <a:rPr kumimoji="1" lang="zh-CN" altLang="en-US" sz="2400" i="1">
                  <a:ea typeface="宋体" panose="02010600030101010101" pitchFamily="2" charset="-122"/>
                  <a:sym typeface="Symbol" pitchFamily="2" charset="2"/>
                </a:rPr>
                <a:t>，</a:t>
              </a:r>
              <a:r>
                <a:rPr kumimoji="1" lang="zh-CN" altLang="en-US" sz="2400">
                  <a:ea typeface="宋体" panose="02010600030101010101" pitchFamily="2" charset="-122"/>
                  <a:sym typeface="Symbol" pitchFamily="2" charset="2"/>
                </a:rPr>
                <a:t>构造为</a:t>
              </a:r>
              <a:endParaRPr kumimoji="1" lang="zh-CN" altLang="en-US" sz="2400" i="1">
                <a:ea typeface="宋体" panose="02010600030101010101" pitchFamily="2" charset="-122"/>
                <a:sym typeface="Symbol" pitchFamily="2" charset="2"/>
              </a:endParaRPr>
            </a:p>
          </p:txBody>
        </p:sp>
        <p:sp>
          <p:nvSpPr>
            <p:cNvPr id="85003" name="Rectangle 11">
              <a:extLst>
                <a:ext uri="{FF2B5EF4-FFF2-40B4-BE49-F238E27FC236}">
                  <a16:creationId xmlns:a16="http://schemas.microsoft.com/office/drawing/2014/main" id="{22844CFA-CFD5-6C36-644E-DBFE9541614E}"/>
                </a:ext>
              </a:extLst>
            </p:cNvPr>
            <p:cNvSpPr>
              <a:spLocks noChangeArrowheads="1"/>
            </p:cNvSpPr>
            <p:nvPr/>
          </p:nvSpPr>
          <p:spPr bwMode="auto">
            <a:xfrm>
              <a:off x="3868" y="3215"/>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ea typeface="宋体" panose="02010600030101010101" pitchFamily="2" charset="-122"/>
                  <a:sym typeface="Symbol" pitchFamily="2" charset="2"/>
                </a:rPr>
                <a:t>a</a:t>
              </a:r>
            </a:p>
          </p:txBody>
        </p:sp>
        <p:graphicFrame>
          <p:nvGraphicFramePr>
            <p:cNvPr id="85004" name="Object 12">
              <a:extLst>
                <a:ext uri="{FF2B5EF4-FFF2-40B4-BE49-F238E27FC236}">
                  <a16:creationId xmlns:a16="http://schemas.microsoft.com/office/drawing/2014/main" id="{471DEF04-EDE0-E1D5-CB5B-4ECA61713600}"/>
                </a:ext>
              </a:extLst>
            </p:cNvPr>
            <p:cNvGraphicFramePr>
              <a:graphicFrameLocks noChangeAspect="1"/>
            </p:cNvGraphicFramePr>
            <p:nvPr/>
          </p:nvGraphicFramePr>
          <p:xfrm>
            <a:off x="2964" y="3168"/>
            <a:ext cx="1836" cy="598"/>
          </p:xfrm>
          <a:graphic>
            <a:graphicData uri="http://schemas.openxmlformats.org/presentationml/2006/ole">
              <mc:AlternateContent xmlns:mc="http://schemas.openxmlformats.org/markup-compatibility/2006">
                <mc:Choice xmlns:v="urn:schemas-microsoft-com:vml" Requires="v">
                  <p:oleObj name="VISIO" r:id="rId4" imgW="2794000" imgH="914400" progId="Visio.Drawing.11">
                    <p:embed/>
                  </p:oleObj>
                </mc:Choice>
                <mc:Fallback>
                  <p:oleObj name="VISIO" r:id="rId4" imgW="2794000" imgH="914400" progId="Visio.Drawing.11">
                    <p:embed/>
                    <p:pic>
                      <p:nvPicPr>
                        <p:cNvPr id="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4" y="3168"/>
                          <a:ext cx="1836" cy="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 name="Group 13">
            <a:extLst>
              <a:ext uri="{FF2B5EF4-FFF2-40B4-BE49-F238E27FC236}">
                <a16:creationId xmlns:a16="http://schemas.microsoft.com/office/drawing/2014/main" id="{E55808F6-703C-2268-6DDD-39A997AF1B04}"/>
              </a:ext>
            </a:extLst>
          </p:cNvPr>
          <p:cNvGrpSpPr>
            <a:grpSpLocks/>
          </p:cNvGrpSpPr>
          <p:nvPr/>
        </p:nvGrpSpPr>
        <p:grpSpPr bwMode="auto">
          <a:xfrm>
            <a:off x="1149350" y="3757613"/>
            <a:ext cx="6324600" cy="949325"/>
            <a:chOff x="816" y="2448"/>
            <a:chExt cx="3984" cy="598"/>
          </a:xfrm>
        </p:grpSpPr>
        <p:sp>
          <p:nvSpPr>
            <p:cNvPr id="85000" name="Rectangle 14">
              <a:extLst>
                <a:ext uri="{FF2B5EF4-FFF2-40B4-BE49-F238E27FC236}">
                  <a16:creationId xmlns:a16="http://schemas.microsoft.com/office/drawing/2014/main" id="{B5360247-FEE7-8025-9F04-E3887D365DA6}"/>
                </a:ext>
              </a:extLst>
            </p:cNvPr>
            <p:cNvSpPr>
              <a:spLocks noChangeArrowheads="1"/>
            </p:cNvSpPr>
            <p:nvPr/>
          </p:nvSpPr>
          <p:spPr bwMode="auto">
            <a:xfrm>
              <a:off x="816" y="2496"/>
              <a:ext cx="16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 typeface="Wingdings" pitchFamily="2" charset="2"/>
                <a:buNone/>
              </a:pPr>
              <a:r>
                <a:rPr kumimoji="1" lang="en-US" altLang="zh-CN" sz="2400" i="1">
                  <a:ea typeface="宋体" panose="02010600030101010101" pitchFamily="2" charset="-122"/>
                </a:rPr>
                <a:t>2 </a:t>
              </a:r>
              <a:r>
                <a:rPr kumimoji="1" lang="zh-CN" altLang="en-US" sz="2400">
                  <a:ea typeface="宋体" panose="02010600030101010101" pitchFamily="2" charset="-122"/>
                  <a:sym typeface="Symbol" pitchFamily="2" charset="2"/>
                </a:rPr>
                <a:t>对于</a:t>
              </a:r>
              <a:r>
                <a:rPr kumimoji="1" lang="zh-CN" altLang="en-US" sz="2400" i="1">
                  <a:solidFill>
                    <a:srgbClr val="990000"/>
                  </a:solidFill>
                  <a:ea typeface="宋体" panose="02010600030101010101" pitchFamily="2" charset="-122"/>
                  <a:sym typeface="Symbol" pitchFamily="2" charset="2"/>
                </a:rPr>
                <a:t></a:t>
              </a:r>
              <a:r>
                <a:rPr kumimoji="1" lang="zh-CN" altLang="en-US" sz="2400" i="1">
                  <a:ea typeface="宋体" panose="02010600030101010101" pitchFamily="2" charset="-122"/>
                  <a:sym typeface="Symbol" pitchFamily="2" charset="2"/>
                </a:rPr>
                <a:t> ，</a:t>
              </a:r>
              <a:r>
                <a:rPr kumimoji="1" lang="zh-CN" altLang="en-US" sz="2400">
                  <a:ea typeface="宋体" panose="02010600030101010101" pitchFamily="2" charset="-122"/>
                  <a:sym typeface="Symbol" pitchFamily="2" charset="2"/>
                </a:rPr>
                <a:t>构造为</a:t>
              </a:r>
            </a:p>
          </p:txBody>
        </p:sp>
        <p:graphicFrame>
          <p:nvGraphicFramePr>
            <p:cNvPr id="85001" name="Object 15">
              <a:extLst>
                <a:ext uri="{FF2B5EF4-FFF2-40B4-BE49-F238E27FC236}">
                  <a16:creationId xmlns:a16="http://schemas.microsoft.com/office/drawing/2014/main" id="{DD561956-62EA-D11A-8404-9CD29AC5742E}"/>
                </a:ext>
              </a:extLst>
            </p:cNvPr>
            <p:cNvGraphicFramePr>
              <a:graphicFrameLocks noChangeAspect="1"/>
            </p:cNvGraphicFramePr>
            <p:nvPr/>
          </p:nvGraphicFramePr>
          <p:xfrm>
            <a:off x="2964" y="2448"/>
            <a:ext cx="1836" cy="598"/>
          </p:xfrm>
          <a:graphic>
            <a:graphicData uri="http://schemas.openxmlformats.org/presentationml/2006/ole">
              <mc:AlternateContent xmlns:mc="http://schemas.openxmlformats.org/markup-compatibility/2006">
                <mc:Choice xmlns:v="urn:schemas-microsoft-com:vml" Requires="v">
                  <p:oleObj name="VISIO" r:id="rId5" imgW="2794000" imgH="914400" progId="Visio.Drawing.11">
                    <p:embed/>
                  </p:oleObj>
                </mc:Choice>
                <mc:Fallback>
                  <p:oleObj name="VISIO" r:id="rId5" imgW="2794000" imgH="914400" progId="Visio.Drawing.11">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64" y="2448"/>
                          <a:ext cx="1836" cy="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4999" name="灯片编号占位符 14">
            <a:extLst>
              <a:ext uri="{FF2B5EF4-FFF2-40B4-BE49-F238E27FC236}">
                <a16:creationId xmlns:a16="http://schemas.microsoft.com/office/drawing/2014/main" id="{A83C8DD8-EA3B-642A-2307-4F9669C6D3A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F00D4520-D65B-7E47-B8AE-6F0FA84E94D2}"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73</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864260"/>
                                        </p:tgtEl>
                                        <p:attrNameLst>
                                          <p:attrName>style.visibility</p:attrName>
                                        </p:attrNameLst>
                                      </p:cBhvr>
                                      <p:to>
                                        <p:strVal val="visible"/>
                                      </p:to>
                                    </p:set>
                                    <p:animEffect transition="in" filter="wipe(left)">
                                      <p:cBhvr>
                                        <p:cTn id="7" dur="500"/>
                                        <p:tgtEl>
                                          <p:spTgt spid="8642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heckerboard(across)">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heckerboard(across)">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checkerboard(across)">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4260"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a:extLst>
              <a:ext uri="{FF2B5EF4-FFF2-40B4-BE49-F238E27FC236}">
                <a16:creationId xmlns:a16="http://schemas.microsoft.com/office/drawing/2014/main" id="{DD39647A-C77D-6B27-C18F-A6E6C13BF7A4}"/>
              </a:ext>
            </a:extLst>
          </p:cNvPr>
          <p:cNvSpPr txBox="1">
            <a:spLocks noChangeArrowheads="1"/>
          </p:cNvSpPr>
          <p:nvPr/>
        </p:nvSpPr>
        <p:spPr bwMode="auto">
          <a:xfrm>
            <a:off x="611188" y="549275"/>
            <a:ext cx="78787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kumimoji="1" lang="zh-CN" altLang="en-US" sz="2800">
                <a:ea typeface="宋体" panose="02010600030101010101" pitchFamily="2" charset="-122"/>
              </a:rPr>
              <a:t>归纳</a:t>
            </a:r>
            <a:r>
              <a:rPr kumimoji="1" lang="en-US" altLang="zh-CN" sz="2800">
                <a:ea typeface="宋体" panose="02010600030101010101" pitchFamily="2" charset="-122"/>
              </a:rPr>
              <a:t>:</a:t>
            </a:r>
            <a:endParaRPr kumimoji="1" lang="en-US" altLang="zh-CN" sz="2800">
              <a:ea typeface="宋体" panose="02010600030101010101" pitchFamily="2" charset="-122"/>
              <a:cs typeface="Times New Roman" panose="02020603050405020304" pitchFamily="18" charset="0"/>
              <a:sym typeface="Symbol" pitchFamily="2" charset="2"/>
            </a:endParaRPr>
          </a:p>
        </p:txBody>
      </p:sp>
      <p:grpSp>
        <p:nvGrpSpPr>
          <p:cNvPr id="2" name="Group 20">
            <a:extLst>
              <a:ext uri="{FF2B5EF4-FFF2-40B4-BE49-F238E27FC236}">
                <a16:creationId xmlns:a16="http://schemas.microsoft.com/office/drawing/2014/main" id="{71F93C68-1D48-D655-9DC0-1815D13AEABA}"/>
              </a:ext>
            </a:extLst>
          </p:cNvPr>
          <p:cNvGrpSpPr>
            <a:grpSpLocks/>
          </p:cNvGrpSpPr>
          <p:nvPr/>
        </p:nvGrpSpPr>
        <p:grpSpPr bwMode="auto">
          <a:xfrm>
            <a:off x="827088" y="692150"/>
            <a:ext cx="7466012" cy="1606550"/>
            <a:chOff x="521" y="436"/>
            <a:chExt cx="4703" cy="1012"/>
          </a:xfrm>
        </p:grpSpPr>
        <p:sp>
          <p:nvSpPr>
            <p:cNvPr id="86032" name="Rectangle 3">
              <a:extLst>
                <a:ext uri="{FF2B5EF4-FFF2-40B4-BE49-F238E27FC236}">
                  <a16:creationId xmlns:a16="http://schemas.microsoft.com/office/drawing/2014/main" id="{5D889286-66BB-6200-91C7-E30A38E99A86}"/>
                </a:ext>
              </a:extLst>
            </p:cNvPr>
            <p:cNvSpPr>
              <a:spLocks noChangeArrowheads="1"/>
            </p:cNvSpPr>
            <p:nvPr/>
          </p:nvSpPr>
          <p:spPr bwMode="auto">
            <a:xfrm>
              <a:off x="521" y="799"/>
              <a:ext cx="20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 typeface="Wingdings" pitchFamily="2" charset="2"/>
                <a:buNone/>
              </a:pPr>
              <a:r>
                <a:rPr kumimoji="1" lang="en-US" altLang="zh-CN" sz="2400" i="1">
                  <a:ea typeface="宋体" panose="02010600030101010101" pitchFamily="2" charset="-122"/>
                </a:rPr>
                <a:t>1 </a:t>
              </a:r>
              <a:r>
                <a:rPr kumimoji="1" lang="zh-CN" altLang="en-US" sz="2400">
                  <a:ea typeface="宋体" panose="02010600030101010101" pitchFamily="2" charset="-122"/>
                  <a:sym typeface="Symbol" pitchFamily="2" charset="2"/>
                </a:rPr>
                <a:t>对于 </a:t>
              </a:r>
              <a:r>
                <a:rPr kumimoji="1" lang="en-US" altLang="zh-CN" sz="2400" i="1">
                  <a:solidFill>
                    <a:srgbClr val="990000"/>
                  </a:solidFill>
                  <a:ea typeface="宋体" panose="02010600030101010101" pitchFamily="2" charset="-122"/>
                  <a:sym typeface="Symbol" pitchFamily="2" charset="2"/>
                </a:rPr>
                <a:t>R+S</a:t>
              </a:r>
              <a:r>
                <a:rPr kumimoji="1" lang="en-US" altLang="zh-CN" sz="2400" i="1">
                  <a:ea typeface="宋体" panose="02010600030101010101" pitchFamily="2" charset="-122"/>
                  <a:sym typeface="Symbol" pitchFamily="2" charset="2"/>
                </a:rPr>
                <a:t> </a:t>
              </a:r>
              <a:r>
                <a:rPr kumimoji="1" lang="zh-CN" altLang="en-US" sz="2400" i="1">
                  <a:ea typeface="宋体" panose="02010600030101010101" pitchFamily="2" charset="-122"/>
                  <a:sym typeface="Symbol" pitchFamily="2" charset="2"/>
                </a:rPr>
                <a:t>，</a:t>
              </a:r>
              <a:r>
                <a:rPr kumimoji="1" lang="zh-CN" altLang="en-US" sz="2400">
                  <a:ea typeface="宋体" panose="02010600030101010101" pitchFamily="2" charset="-122"/>
                  <a:sym typeface="Symbol" pitchFamily="2" charset="2"/>
                </a:rPr>
                <a:t>构造为</a:t>
              </a:r>
              <a:endParaRPr kumimoji="1" lang="zh-CN" altLang="en-US" sz="2400" i="1">
                <a:ea typeface="宋体" panose="02010600030101010101" pitchFamily="2" charset="-122"/>
                <a:sym typeface="Symbol" pitchFamily="2" charset="2"/>
              </a:endParaRPr>
            </a:p>
          </p:txBody>
        </p:sp>
        <p:graphicFrame>
          <p:nvGraphicFramePr>
            <p:cNvPr id="86033" name="Object 4">
              <a:extLst>
                <a:ext uri="{FF2B5EF4-FFF2-40B4-BE49-F238E27FC236}">
                  <a16:creationId xmlns:a16="http://schemas.microsoft.com/office/drawing/2014/main" id="{40893A0A-805E-4985-E3D1-1D791E9BC2D5}"/>
                </a:ext>
              </a:extLst>
            </p:cNvPr>
            <p:cNvGraphicFramePr>
              <a:graphicFrameLocks noChangeAspect="1"/>
            </p:cNvGraphicFramePr>
            <p:nvPr/>
          </p:nvGraphicFramePr>
          <p:xfrm>
            <a:off x="2517" y="436"/>
            <a:ext cx="2707" cy="1012"/>
          </p:xfrm>
          <a:graphic>
            <a:graphicData uri="http://schemas.openxmlformats.org/presentationml/2006/ole">
              <mc:AlternateContent xmlns:mc="http://schemas.openxmlformats.org/markup-compatibility/2006">
                <mc:Choice xmlns:v="urn:schemas-microsoft-com:vml" Requires="v">
                  <p:oleObj name="VISIO" r:id="rId2" imgW="4127500" imgH="1549400" progId="Visio.Drawing.11">
                    <p:embed/>
                  </p:oleObj>
                </mc:Choice>
                <mc:Fallback>
                  <p:oleObj name="VISIO" r:id="rId2" imgW="4127500" imgH="1549400"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7" y="436"/>
                          <a:ext cx="2707" cy="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34" name="Rectangle 5">
              <a:extLst>
                <a:ext uri="{FF2B5EF4-FFF2-40B4-BE49-F238E27FC236}">
                  <a16:creationId xmlns:a16="http://schemas.microsoft.com/office/drawing/2014/main" id="{C5DBB183-1360-9D66-AC3C-8BC723E0DA3B}"/>
                </a:ext>
              </a:extLst>
            </p:cNvPr>
            <p:cNvSpPr>
              <a:spLocks noChangeArrowheads="1"/>
            </p:cNvSpPr>
            <p:nvPr/>
          </p:nvSpPr>
          <p:spPr bwMode="auto">
            <a:xfrm>
              <a:off x="4773" y="1016"/>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6035" name="Rectangle 6">
              <a:extLst>
                <a:ext uri="{FF2B5EF4-FFF2-40B4-BE49-F238E27FC236}">
                  <a16:creationId xmlns:a16="http://schemas.microsoft.com/office/drawing/2014/main" id="{20FBEECA-135B-D5A1-8C8C-35857D6D2C25}"/>
                </a:ext>
              </a:extLst>
            </p:cNvPr>
            <p:cNvSpPr>
              <a:spLocks noChangeArrowheads="1"/>
            </p:cNvSpPr>
            <p:nvPr/>
          </p:nvSpPr>
          <p:spPr bwMode="auto">
            <a:xfrm>
              <a:off x="4773" y="584"/>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6036" name="Rectangle 7">
              <a:extLst>
                <a:ext uri="{FF2B5EF4-FFF2-40B4-BE49-F238E27FC236}">
                  <a16:creationId xmlns:a16="http://schemas.microsoft.com/office/drawing/2014/main" id="{6DF5F4A3-9E64-8F24-AD10-E940A4B8C3D6}"/>
                </a:ext>
              </a:extLst>
            </p:cNvPr>
            <p:cNvSpPr>
              <a:spLocks noChangeArrowheads="1"/>
            </p:cNvSpPr>
            <p:nvPr/>
          </p:nvSpPr>
          <p:spPr bwMode="auto">
            <a:xfrm>
              <a:off x="3085" y="1016"/>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6037" name="Rectangle 8">
              <a:extLst>
                <a:ext uri="{FF2B5EF4-FFF2-40B4-BE49-F238E27FC236}">
                  <a16:creationId xmlns:a16="http://schemas.microsoft.com/office/drawing/2014/main" id="{50DB6096-84C4-5EAF-F39E-07CA5D97B3F7}"/>
                </a:ext>
              </a:extLst>
            </p:cNvPr>
            <p:cNvSpPr>
              <a:spLocks noChangeArrowheads="1"/>
            </p:cNvSpPr>
            <p:nvPr/>
          </p:nvSpPr>
          <p:spPr bwMode="auto">
            <a:xfrm>
              <a:off x="3085" y="584"/>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grpSp>
      <p:grpSp>
        <p:nvGrpSpPr>
          <p:cNvPr id="3" name="Group 9">
            <a:extLst>
              <a:ext uri="{FF2B5EF4-FFF2-40B4-BE49-F238E27FC236}">
                <a16:creationId xmlns:a16="http://schemas.microsoft.com/office/drawing/2014/main" id="{7BF7EA2D-175C-65F9-28D5-29E82CAC2C6F}"/>
              </a:ext>
            </a:extLst>
          </p:cNvPr>
          <p:cNvGrpSpPr>
            <a:grpSpLocks/>
          </p:cNvGrpSpPr>
          <p:nvPr/>
        </p:nvGrpSpPr>
        <p:grpSpPr bwMode="auto">
          <a:xfrm>
            <a:off x="844550" y="2522538"/>
            <a:ext cx="6248400" cy="1492250"/>
            <a:chOff x="816" y="1652"/>
            <a:chExt cx="3936" cy="940"/>
          </a:xfrm>
        </p:grpSpPr>
        <p:sp>
          <p:nvSpPr>
            <p:cNvPr id="86029" name="Rectangle 10">
              <a:extLst>
                <a:ext uri="{FF2B5EF4-FFF2-40B4-BE49-F238E27FC236}">
                  <a16:creationId xmlns:a16="http://schemas.microsoft.com/office/drawing/2014/main" id="{44123332-F328-04ED-4AE7-C08C24892DD1}"/>
                </a:ext>
              </a:extLst>
            </p:cNvPr>
            <p:cNvSpPr>
              <a:spLocks noChangeArrowheads="1"/>
            </p:cNvSpPr>
            <p:nvPr/>
          </p:nvSpPr>
          <p:spPr bwMode="auto">
            <a:xfrm>
              <a:off x="816" y="1652"/>
              <a:ext cx="18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 typeface="Wingdings" pitchFamily="2" charset="2"/>
                <a:buNone/>
              </a:pPr>
              <a:r>
                <a:rPr kumimoji="1" lang="en-US" altLang="zh-CN" sz="2400" i="1">
                  <a:ea typeface="宋体" panose="02010600030101010101" pitchFamily="2" charset="-122"/>
                </a:rPr>
                <a:t>2 </a:t>
              </a:r>
              <a:r>
                <a:rPr kumimoji="1" lang="zh-CN" altLang="en-US" sz="2400">
                  <a:ea typeface="宋体" panose="02010600030101010101" pitchFamily="2" charset="-122"/>
                  <a:sym typeface="Symbol" pitchFamily="2" charset="2"/>
                </a:rPr>
                <a:t>对于 </a:t>
              </a:r>
              <a:r>
                <a:rPr kumimoji="1" lang="en-US" altLang="zh-CN" sz="2400" i="1">
                  <a:solidFill>
                    <a:srgbClr val="990000"/>
                  </a:solidFill>
                  <a:ea typeface="宋体" panose="02010600030101010101" pitchFamily="2" charset="-122"/>
                  <a:sym typeface="Symbol" pitchFamily="2" charset="2"/>
                </a:rPr>
                <a:t>RS</a:t>
              </a:r>
              <a:r>
                <a:rPr kumimoji="1" lang="en-US" altLang="zh-CN" sz="2400" i="1">
                  <a:ea typeface="宋体" panose="02010600030101010101" pitchFamily="2" charset="-122"/>
                  <a:sym typeface="Symbol" pitchFamily="2" charset="2"/>
                </a:rPr>
                <a:t> </a:t>
              </a:r>
              <a:r>
                <a:rPr kumimoji="1" lang="zh-CN" altLang="en-US" sz="2400" i="1">
                  <a:ea typeface="宋体" panose="02010600030101010101" pitchFamily="2" charset="-122"/>
                  <a:sym typeface="Symbol" pitchFamily="2" charset="2"/>
                </a:rPr>
                <a:t>，</a:t>
              </a:r>
              <a:r>
                <a:rPr kumimoji="1" lang="zh-CN" altLang="en-US" sz="2400">
                  <a:ea typeface="宋体" panose="02010600030101010101" pitchFamily="2" charset="-122"/>
                  <a:sym typeface="Symbol" pitchFamily="2" charset="2"/>
                </a:rPr>
                <a:t>构造为</a:t>
              </a:r>
            </a:p>
          </p:txBody>
        </p:sp>
        <p:graphicFrame>
          <p:nvGraphicFramePr>
            <p:cNvPr id="86030" name="Object 11">
              <a:extLst>
                <a:ext uri="{FF2B5EF4-FFF2-40B4-BE49-F238E27FC236}">
                  <a16:creationId xmlns:a16="http://schemas.microsoft.com/office/drawing/2014/main" id="{57C3B22E-56AF-E9F2-050F-F537FF29D85E}"/>
                </a:ext>
              </a:extLst>
            </p:cNvPr>
            <p:cNvGraphicFramePr>
              <a:graphicFrameLocks noChangeAspect="1"/>
            </p:cNvGraphicFramePr>
            <p:nvPr/>
          </p:nvGraphicFramePr>
          <p:xfrm>
            <a:off x="1350" y="2180"/>
            <a:ext cx="3402" cy="412"/>
          </p:xfrm>
          <a:graphic>
            <a:graphicData uri="http://schemas.openxmlformats.org/presentationml/2006/ole">
              <mc:AlternateContent xmlns:mc="http://schemas.openxmlformats.org/markup-compatibility/2006">
                <mc:Choice xmlns:v="urn:schemas-microsoft-com:vml" Requires="v">
                  <p:oleObj name="VISIO" r:id="rId4" imgW="5181600" imgH="635000" progId="Visio.Drawing.11">
                    <p:embed/>
                  </p:oleObj>
                </mc:Choice>
                <mc:Fallback>
                  <p:oleObj name="VISIO" r:id="rId4" imgW="5181600" imgH="635000" progId="Visio.Drawing.11">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0" y="2180"/>
                          <a:ext cx="3402" cy="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31" name="Rectangle 12">
              <a:extLst>
                <a:ext uri="{FF2B5EF4-FFF2-40B4-BE49-F238E27FC236}">
                  <a16:creationId xmlns:a16="http://schemas.microsoft.com/office/drawing/2014/main" id="{6EC759EE-892F-4C9E-99D9-2BC31D11E203}"/>
                </a:ext>
              </a:extLst>
            </p:cNvPr>
            <p:cNvSpPr>
              <a:spLocks noChangeArrowheads="1"/>
            </p:cNvSpPr>
            <p:nvPr/>
          </p:nvSpPr>
          <p:spPr bwMode="auto">
            <a:xfrm>
              <a:off x="3064" y="2160"/>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grpSp>
      <p:grpSp>
        <p:nvGrpSpPr>
          <p:cNvPr id="4" name="Group 13">
            <a:extLst>
              <a:ext uri="{FF2B5EF4-FFF2-40B4-BE49-F238E27FC236}">
                <a16:creationId xmlns:a16="http://schemas.microsoft.com/office/drawing/2014/main" id="{3FB5C16B-09A5-4B36-D4AF-0E29C85BCDEB}"/>
              </a:ext>
            </a:extLst>
          </p:cNvPr>
          <p:cNvGrpSpPr>
            <a:grpSpLocks/>
          </p:cNvGrpSpPr>
          <p:nvPr/>
        </p:nvGrpSpPr>
        <p:grpSpPr bwMode="auto">
          <a:xfrm>
            <a:off x="876300" y="4395788"/>
            <a:ext cx="5424488" cy="2039937"/>
            <a:chOff x="816" y="2832"/>
            <a:chExt cx="3417" cy="1285"/>
          </a:xfrm>
        </p:grpSpPr>
        <p:graphicFrame>
          <p:nvGraphicFramePr>
            <p:cNvPr id="86023" name="Object 14">
              <a:extLst>
                <a:ext uri="{FF2B5EF4-FFF2-40B4-BE49-F238E27FC236}">
                  <a16:creationId xmlns:a16="http://schemas.microsoft.com/office/drawing/2014/main" id="{6A96B234-4247-F755-ED19-19DB50900A86}"/>
                </a:ext>
              </a:extLst>
            </p:cNvPr>
            <p:cNvGraphicFramePr>
              <a:graphicFrameLocks noChangeAspect="1"/>
            </p:cNvGraphicFramePr>
            <p:nvPr/>
          </p:nvGraphicFramePr>
          <p:xfrm>
            <a:off x="1526" y="3202"/>
            <a:ext cx="2707" cy="878"/>
          </p:xfrm>
          <a:graphic>
            <a:graphicData uri="http://schemas.openxmlformats.org/presentationml/2006/ole">
              <mc:AlternateContent xmlns:mc="http://schemas.openxmlformats.org/markup-compatibility/2006">
                <mc:Choice xmlns:v="urn:schemas-microsoft-com:vml" Requires="v">
                  <p:oleObj name="VISIO" r:id="rId6" imgW="4127500" imgH="1346200" progId="Visio.Drawing.11">
                    <p:embed/>
                  </p:oleObj>
                </mc:Choice>
                <mc:Fallback>
                  <p:oleObj name="VISIO" r:id="rId6" imgW="4127500" imgH="1346200" progId="Visio.Drawing.11">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6" y="3202"/>
                          <a:ext cx="2707" cy="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24" name="Rectangle 15">
              <a:extLst>
                <a:ext uri="{FF2B5EF4-FFF2-40B4-BE49-F238E27FC236}">
                  <a16:creationId xmlns:a16="http://schemas.microsoft.com/office/drawing/2014/main" id="{DB6EEAF7-9F58-1ADC-1FD2-E17910D4AC3F}"/>
                </a:ext>
              </a:extLst>
            </p:cNvPr>
            <p:cNvSpPr>
              <a:spLocks noChangeArrowheads="1"/>
            </p:cNvSpPr>
            <p:nvPr/>
          </p:nvSpPr>
          <p:spPr bwMode="auto">
            <a:xfrm>
              <a:off x="816" y="2832"/>
              <a:ext cx="17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 typeface="Wingdings" pitchFamily="2" charset="2"/>
                <a:buNone/>
              </a:pPr>
              <a:r>
                <a:rPr kumimoji="1" lang="en-US" altLang="zh-CN" sz="2400" i="1">
                  <a:ea typeface="宋体" panose="02010600030101010101" pitchFamily="2" charset="-122"/>
                </a:rPr>
                <a:t>3 </a:t>
              </a:r>
              <a:r>
                <a:rPr kumimoji="1" lang="zh-CN" altLang="en-US" sz="2400">
                  <a:ea typeface="宋体" panose="02010600030101010101" pitchFamily="2" charset="-122"/>
                  <a:sym typeface="Symbol" pitchFamily="2" charset="2"/>
                </a:rPr>
                <a:t>对于 </a:t>
              </a:r>
              <a:r>
                <a:rPr kumimoji="1" lang="en-US" altLang="zh-CN" sz="2400" i="1">
                  <a:solidFill>
                    <a:srgbClr val="990000"/>
                  </a:solidFill>
                  <a:ea typeface="宋体" panose="02010600030101010101" pitchFamily="2" charset="-122"/>
                  <a:sym typeface="Symbol" pitchFamily="2" charset="2"/>
                </a:rPr>
                <a:t>R*</a:t>
              </a:r>
              <a:r>
                <a:rPr kumimoji="1" lang="en-US" altLang="zh-CN" sz="2400" i="1">
                  <a:ea typeface="宋体" panose="02010600030101010101" pitchFamily="2" charset="-122"/>
                  <a:sym typeface="Symbol" pitchFamily="2" charset="2"/>
                </a:rPr>
                <a:t> </a:t>
              </a:r>
              <a:r>
                <a:rPr kumimoji="1" lang="zh-CN" altLang="en-US" sz="2400" i="1">
                  <a:ea typeface="宋体" panose="02010600030101010101" pitchFamily="2" charset="-122"/>
                  <a:sym typeface="Symbol" pitchFamily="2" charset="2"/>
                </a:rPr>
                <a:t>，</a:t>
              </a:r>
              <a:r>
                <a:rPr kumimoji="1" lang="zh-CN" altLang="en-US" sz="2400">
                  <a:ea typeface="宋体" panose="02010600030101010101" pitchFamily="2" charset="-122"/>
                  <a:sym typeface="Symbol" pitchFamily="2" charset="2"/>
                </a:rPr>
                <a:t>构造为</a:t>
              </a:r>
              <a:endParaRPr kumimoji="1" lang="zh-CN" altLang="en-US" sz="2400" i="1">
                <a:ea typeface="宋体" panose="02010600030101010101" pitchFamily="2" charset="-122"/>
                <a:sym typeface="Symbol" pitchFamily="2" charset="2"/>
              </a:endParaRPr>
            </a:p>
          </p:txBody>
        </p:sp>
        <p:sp>
          <p:nvSpPr>
            <p:cNvPr id="86025" name="Rectangle 16">
              <a:extLst>
                <a:ext uri="{FF2B5EF4-FFF2-40B4-BE49-F238E27FC236}">
                  <a16:creationId xmlns:a16="http://schemas.microsoft.com/office/drawing/2014/main" id="{C4AD13B0-E051-219D-2FF5-134604467377}"/>
                </a:ext>
              </a:extLst>
            </p:cNvPr>
            <p:cNvSpPr>
              <a:spLocks noChangeArrowheads="1"/>
            </p:cNvSpPr>
            <p:nvPr/>
          </p:nvSpPr>
          <p:spPr bwMode="auto">
            <a:xfrm>
              <a:off x="2104" y="3349"/>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ea typeface="宋体" panose="02010600030101010101" pitchFamily="2" charset="-122"/>
                  <a:sym typeface="Symbol" pitchFamily="2" charset="2"/>
                </a:rPr>
                <a:t></a:t>
              </a:r>
            </a:p>
          </p:txBody>
        </p:sp>
        <p:sp>
          <p:nvSpPr>
            <p:cNvPr id="86026" name="Rectangle 17">
              <a:extLst>
                <a:ext uri="{FF2B5EF4-FFF2-40B4-BE49-F238E27FC236}">
                  <a16:creationId xmlns:a16="http://schemas.microsoft.com/office/drawing/2014/main" id="{8561BD13-9060-07EE-A997-051752C27C48}"/>
                </a:ext>
              </a:extLst>
            </p:cNvPr>
            <p:cNvSpPr>
              <a:spLocks noChangeArrowheads="1"/>
            </p:cNvSpPr>
            <p:nvPr/>
          </p:nvSpPr>
          <p:spPr bwMode="auto">
            <a:xfrm>
              <a:off x="2392" y="3829"/>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ea typeface="宋体" panose="02010600030101010101" pitchFamily="2" charset="-122"/>
                  <a:sym typeface="Symbol" pitchFamily="2" charset="2"/>
                </a:rPr>
                <a:t></a:t>
              </a:r>
            </a:p>
          </p:txBody>
        </p:sp>
        <p:sp>
          <p:nvSpPr>
            <p:cNvPr id="86027" name="Rectangle 18">
              <a:extLst>
                <a:ext uri="{FF2B5EF4-FFF2-40B4-BE49-F238E27FC236}">
                  <a16:creationId xmlns:a16="http://schemas.microsoft.com/office/drawing/2014/main" id="{0CBF80E3-3DDB-D8BA-1777-B9AE08EE0BF1}"/>
                </a:ext>
              </a:extLst>
            </p:cNvPr>
            <p:cNvSpPr>
              <a:spLocks noChangeArrowheads="1"/>
            </p:cNvSpPr>
            <p:nvPr/>
          </p:nvSpPr>
          <p:spPr bwMode="auto">
            <a:xfrm>
              <a:off x="3256" y="3109"/>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ea typeface="宋体" panose="02010600030101010101" pitchFamily="2" charset="-122"/>
                  <a:sym typeface="Symbol" pitchFamily="2" charset="2"/>
                </a:rPr>
                <a:t></a:t>
              </a:r>
            </a:p>
          </p:txBody>
        </p:sp>
        <p:sp>
          <p:nvSpPr>
            <p:cNvPr id="86028" name="Rectangle 19">
              <a:extLst>
                <a:ext uri="{FF2B5EF4-FFF2-40B4-BE49-F238E27FC236}">
                  <a16:creationId xmlns:a16="http://schemas.microsoft.com/office/drawing/2014/main" id="{70CA21A5-4245-DF27-4110-C0463288B933}"/>
                </a:ext>
              </a:extLst>
            </p:cNvPr>
            <p:cNvSpPr>
              <a:spLocks noChangeArrowheads="1"/>
            </p:cNvSpPr>
            <p:nvPr/>
          </p:nvSpPr>
          <p:spPr bwMode="auto">
            <a:xfrm>
              <a:off x="3744" y="3349"/>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ea typeface="宋体" panose="02010600030101010101" pitchFamily="2" charset="-122"/>
                  <a:sym typeface="Symbol" pitchFamily="2" charset="2"/>
                </a:rPr>
                <a:t></a:t>
              </a:r>
            </a:p>
          </p:txBody>
        </p:sp>
      </p:grpSp>
      <p:sp>
        <p:nvSpPr>
          <p:cNvPr id="86022" name="灯片编号占位符 20">
            <a:extLst>
              <a:ext uri="{FF2B5EF4-FFF2-40B4-BE49-F238E27FC236}">
                <a16:creationId xmlns:a16="http://schemas.microsoft.com/office/drawing/2014/main" id="{BBCDF4B7-4023-D140-BB1A-0D550889C88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D9DCC411-8FCC-AE4F-922B-B2FAFD0C053D}"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74</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spd="med" advClick="0">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heckerboard(across)">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2">
            <a:extLst>
              <a:ext uri="{FF2B5EF4-FFF2-40B4-BE49-F238E27FC236}">
                <a16:creationId xmlns:a16="http://schemas.microsoft.com/office/drawing/2014/main" id="{FF71675E-F647-CDE0-D960-FB06AFF9E9BA}"/>
              </a:ext>
            </a:extLst>
          </p:cNvPr>
          <p:cNvSpPr txBox="1">
            <a:spLocks noChangeArrowheads="1"/>
          </p:cNvSpPr>
          <p:nvPr/>
        </p:nvSpPr>
        <p:spPr bwMode="auto">
          <a:xfrm>
            <a:off x="468313" y="955675"/>
            <a:ext cx="71167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eaLnBrk="1" hangingPunct="1">
              <a:spcBef>
                <a:spcPct val="0"/>
              </a:spcBef>
              <a:buClrTx/>
              <a:buSzTx/>
              <a:buFontTx/>
              <a:buNone/>
            </a:pPr>
            <a:r>
              <a:rPr lang="zh-CN" altLang="en-US" sz="2400">
                <a:solidFill>
                  <a:srgbClr val="CC6600"/>
                </a:solidFill>
                <a:ea typeface="宋体" panose="02010600030101010101" pitchFamily="2" charset="-122"/>
              </a:rPr>
              <a:t>例</a:t>
            </a:r>
            <a:r>
              <a:rPr kumimoji="1" lang="en-US" altLang="zh-CN" sz="2400">
                <a:ea typeface="宋体" panose="02010600030101010101" pitchFamily="2" charset="-122"/>
              </a:rPr>
              <a:t>. </a:t>
            </a:r>
            <a:r>
              <a:rPr kumimoji="1" lang="zh-CN" altLang="en-US" sz="2400">
                <a:ea typeface="宋体" panose="02010600030101010101" pitchFamily="2" charset="-122"/>
              </a:rPr>
              <a:t>设正则表达式 </a:t>
            </a:r>
            <a:r>
              <a:rPr kumimoji="1" lang="en-US" altLang="zh-CN" sz="2400">
                <a:ea typeface="宋体" panose="02010600030101010101" pitchFamily="2" charset="-122"/>
              </a:rPr>
              <a:t>1*0(0+1)*, </a:t>
            </a:r>
            <a:r>
              <a:rPr kumimoji="1" lang="zh-CN" altLang="en-US" sz="2400">
                <a:ea typeface="宋体" panose="02010600030101010101" pitchFamily="2" charset="-122"/>
              </a:rPr>
              <a:t>构造等价的</a:t>
            </a:r>
            <a:r>
              <a:rPr kumimoji="1" lang="en-US" altLang="zh-CN" sz="2400">
                <a:ea typeface="宋体" panose="02010600030101010101" pitchFamily="2" charset="-122"/>
              </a:rPr>
              <a:t>NFA.</a:t>
            </a:r>
          </a:p>
        </p:txBody>
      </p:sp>
      <p:grpSp>
        <p:nvGrpSpPr>
          <p:cNvPr id="2" name="Group 3">
            <a:extLst>
              <a:ext uri="{FF2B5EF4-FFF2-40B4-BE49-F238E27FC236}">
                <a16:creationId xmlns:a16="http://schemas.microsoft.com/office/drawing/2014/main" id="{DC0F0CAF-10B2-8FFE-012C-7434D95729E7}"/>
              </a:ext>
            </a:extLst>
          </p:cNvPr>
          <p:cNvGrpSpPr>
            <a:grpSpLocks/>
          </p:cNvGrpSpPr>
          <p:nvPr/>
        </p:nvGrpSpPr>
        <p:grpSpPr bwMode="auto">
          <a:xfrm>
            <a:off x="1447800" y="3432175"/>
            <a:ext cx="5105400" cy="1149350"/>
            <a:chOff x="1296" y="2832"/>
            <a:chExt cx="3216" cy="724"/>
          </a:xfrm>
        </p:grpSpPr>
        <p:graphicFrame>
          <p:nvGraphicFramePr>
            <p:cNvPr id="87053" name="Object 4">
              <a:extLst>
                <a:ext uri="{FF2B5EF4-FFF2-40B4-BE49-F238E27FC236}">
                  <a16:creationId xmlns:a16="http://schemas.microsoft.com/office/drawing/2014/main" id="{AE7D6D15-4130-0CFE-7C3B-A16608427426}"/>
                </a:ext>
              </a:extLst>
            </p:cNvPr>
            <p:cNvGraphicFramePr>
              <a:graphicFrameLocks noChangeAspect="1"/>
            </p:cNvGraphicFramePr>
            <p:nvPr/>
          </p:nvGraphicFramePr>
          <p:xfrm>
            <a:off x="2747" y="2880"/>
            <a:ext cx="1765" cy="676"/>
          </p:xfrm>
          <a:graphic>
            <a:graphicData uri="http://schemas.openxmlformats.org/presentationml/2006/ole">
              <mc:AlternateContent xmlns:mc="http://schemas.openxmlformats.org/markup-compatibility/2006">
                <mc:Choice xmlns:v="urn:schemas-microsoft-com:vml" Requires="v">
                  <p:oleObj name="VISIO" r:id="rId2" imgW="2692400" imgH="1028700" progId="Visio.Drawing.11">
                    <p:embed/>
                  </p:oleObj>
                </mc:Choice>
                <mc:Fallback>
                  <p:oleObj name="VISIO" r:id="rId2" imgW="2692400" imgH="1028700"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 y="2880"/>
                          <a:ext cx="1765" cy="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7054" name="Rectangle 5">
              <a:extLst>
                <a:ext uri="{FF2B5EF4-FFF2-40B4-BE49-F238E27FC236}">
                  <a16:creationId xmlns:a16="http://schemas.microsoft.com/office/drawing/2014/main" id="{17EEFD9A-CAB2-AD53-7DE3-4185649F40B1}"/>
                </a:ext>
              </a:extLst>
            </p:cNvPr>
            <p:cNvSpPr>
              <a:spLocks noChangeArrowheads="1"/>
            </p:cNvSpPr>
            <p:nvPr/>
          </p:nvSpPr>
          <p:spPr bwMode="auto">
            <a:xfrm>
              <a:off x="1296" y="3072"/>
              <a:ext cx="4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333399"/>
                  </a:solidFill>
                  <a:ea typeface="华文行楷" panose="02010800040101010101" pitchFamily="2" charset="-122"/>
                </a:rPr>
                <a:t>0+1</a:t>
              </a:r>
            </a:p>
          </p:txBody>
        </p:sp>
        <p:graphicFrame>
          <p:nvGraphicFramePr>
            <p:cNvPr id="87055" name="Object 6">
              <a:extLst>
                <a:ext uri="{FF2B5EF4-FFF2-40B4-BE49-F238E27FC236}">
                  <a16:creationId xmlns:a16="http://schemas.microsoft.com/office/drawing/2014/main" id="{17250836-9A31-5DC3-7FAF-031B949B8FC3}"/>
                </a:ext>
              </a:extLst>
            </p:cNvPr>
            <p:cNvGraphicFramePr>
              <a:graphicFrameLocks noChangeAspect="1"/>
            </p:cNvGraphicFramePr>
            <p:nvPr/>
          </p:nvGraphicFramePr>
          <p:xfrm>
            <a:off x="1969" y="3072"/>
            <a:ext cx="383" cy="259"/>
          </p:xfrm>
          <a:graphic>
            <a:graphicData uri="http://schemas.openxmlformats.org/presentationml/2006/ole">
              <mc:AlternateContent xmlns:mc="http://schemas.openxmlformats.org/markup-compatibility/2006">
                <mc:Choice xmlns:v="urn:schemas-microsoft-com:vml" Requires="v">
                  <p:oleObj name="VISIO" r:id="rId4" imgW="1028700" imgH="698500" progId="Visio.Drawing.11">
                    <p:embed/>
                  </p:oleObj>
                </mc:Choice>
                <mc:Fallback>
                  <p:oleObj name="VISIO" r:id="rId4" imgW="1028700" imgH="698500" progId="Visio.Drawing.11">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9" y="3072"/>
                          <a:ext cx="383"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7056" name="Rectangle 7">
              <a:extLst>
                <a:ext uri="{FF2B5EF4-FFF2-40B4-BE49-F238E27FC236}">
                  <a16:creationId xmlns:a16="http://schemas.microsoft.com/office/drawing/2014/main" id="{320CE36A-CA34-4C37-0969-EE31802A0764}"/>
                </a:ext>
              </a:extLst>
            </p:cNvPr>
            <p:cNvSpPr>
              <a:spLocks noChangeArrowheads="1"/>
            </p:cNvSpPr>
            <p:nvPr/>
          </p:nvSpPr>
          <p:spPr bwMode="auto">
            <a:xfrm>
              <a:off x="4032" y="3264"/>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7057" name="Rectangle 8">
              <a:extLst>
                <a:ext uri="{FF2B5EF4-FFF2-40B4-BE49-F238E27FC236}">
                  <a16:creationId xmlns:a16="http://schemas.microsoft.com/office/drawing/2014/main" id="{31F5FCEA-8534-C56D-0399-1ACD3EDC8327}"/>
                </a:ext>
              </a:extLst>
            </p:cNvPr>
            <p:cNvSpPr>
              <a:spLocks noChangeArrowheads="1"/>
            </p:cNvSpPr>
            <p:nvPr/>
          </p:nvSpPr>
          <p:spPr bwMode="auto">
            <a:xfrm>
              <a:off x="4032" y="2832"/>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7058" name="Rectangle 9">
              <a:extLst>
                <a:ext uri="{FF2B5EF4-FFF2-40B4-BE49-F238E27FC236}">
                  <a16:creationId xmlns:a16="http://schemas.microsoft.com/office/drawing/2014/main" id="{E338C428-3EFD-B4E1-A84B-9484CFD7D27B}"/>
                </a:ext>
              </a:extLst>
            </p:cNvPr>
            <p:cNvSpPr>
              <a:spLocks noChangeArrowheads="1"/>
            </p:cNvSpPr>
            <p:nvPr/>
          </p:nvSpPr>
          <p:spPr bwMode="auto">
            <a:xfrm>
              <a:off x="2976" y="3264"/>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7059" name="Rectangle 10">
              <a:extLst>
                <a:ext uri="{FF2B5EF4-FFF2-40B4-BE49-F238E27FC236}">
                  <a16:creationId xmlns:a16="http://schemas.microsoft.com/office/drawing/2014/main" id="{1E6B51D8-61D8-1457-13A8-EC09CF0F6471}"/>
                </a:ext>
              </a:extLst>
            </p:cNvPr>
            <p:cNvSpPr>
              <a:spLocks noChangeArrowheads="1"/>
            </p:cNvSpPr>
            <p:nvPr/>
          </p:nvSpPr>
          <p:spPr bwMode="auto">
            <a:xfrm>
              <a:off x="2976" y="2832"/>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grpSp>
      <p:grpSp>
        <p:nvGrpSpPr>
          <p:cNvPr id="3" name="Group 11">
            <a:extLst>
              <a:ext uri="{FF2B5EF4-FFF2-40B4-BE49-F238E27FC236}">
                <a16:creationId xmlns:a16="http://schemas.microsoft.com/office/drawing/2014/main" id="{BA6D3C6B-0E9C-59C2-3C7F-3CF421429838}"/>
              </a:ext>
            </a:extLst>
          </p:cNvPr>
          <p:cNvGrpSpPr>
            <a:grpSpLocks/>
          </p:cNvGrpSpPr>
          <p:nvPr/>
        </p:nvGrpSpPr>
        <p:grpSpPr bwMode="auto">
          <a:xfrm>
            <a:off x="1600200" y="1765300"/>
            <a:ext cx="4876800" cy="1447800"/>
            <a:chOff x="1392" y="1776"/>
            <a:chExt cx="3072" cy="912"/>
          </a:xfrm>
        </p:grpSpPr>
        <p:graphicFrame>
          <p:nvGraphicFramePr>
            <p:cNvPr id="87046" name="Object 12">
              <a:extLst>
                <a:ext uri="{FF2B5EF4-FFF2-40B4-BE49-F238E27FC236}">
                  <a16:creationId xmlns:a16="http://schemas.microsoft.com/office/drawing/2014/main" id="{0F92286D-1A35-F29B-381E-380CA98BCB8C}"/>
                </a:ext>
              </a:extLst>
            </p:cNvPr>
            <p:cNvGraphicFramePr>
              <a:graphicFrameLocks noChangeAspect="1"/>
            </p:cNvGraphicFramePr>
            <p:nvPr/>
          </p:nvGraphicFramePr>
          <p:xfrm>
            <a:off x="2681" y="1920"/>
            <a:ext cx="1783" cy="663"/>
          </p:xfrm>
          <a:graphic>
            <a:graphicData uri="http://schemas.openxmlformats.org/presentationml/2006/ole">
              <mc:AlternateContent xmlns:mc="http://schemas.openxmlformats.org/markup-compatibility/2006">
                <mc:Choice xmlns:v="urn:schemas-microsoft-com:vml" Requires="v">
                  <p:oleObj name="VISIO" r:id="rId6" imgW="2730500" imgH="1016000" progId="Visio.Drawing.11">
                    <p:embed/>
                  </p:oleObj>
                </mc:Choice>
                <mc:Fallback>
                  <p:oleObj name="VISIO" r:id="rId6" imgW="2730500" imgH="1016000" progId="Visio.Drawing.11">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81" y="1920"/>
                          <a:ext cx="1783" cy="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7047" name="Rectangle 13">
              <a:extLst>
                <a:ext uri="{FF2B5EF4-FFF2-40B4-BE49-F238E27FC236}">
                  <a16:creationId xmlns:a16="http://schemas.microsoft.com/office/drawing/2014/main" id="{A72C806D-ADD0-F818-CB6B-908342730654}"/>
                </a:ext>
              </a:extLst>
            </p:cNvPr>
            <p:cNvSpPr>
              <a:spLocks noChangeArrowheads="1"/>
            </p:cNvSpPr>
            <p:nvPr/>
          </p:nvSpPr>
          <p:spPr bwMode="auto">
            <a:xfrm>
              <a:off x="1392" y="2112"/>
              <a:ext cx="29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333399"/>
                  </a:solidFill>
                  <a:ea typeface="华文行楷" panose="02010800040101010101" pitchFamily="2" charset="-122"/>
                </a:rPr>
                <a:t>1*</a:t>
              </a:r>
            </a:p>
          </p:txBody>
        </p:sp>
        <p:graphicFrame>
          <p:nvGraphicFramePr>
            <p:cNvPr id="87048" name="Object 14">
              <a:extLst>
                <a:ext uri="{FF2B5EF4-FFF2-40B4-BE49-F238E27FC236}">
                  <a16:creationId xmlns:a16="http://schemas.microsoft.com/office/drawing/2014/main" id="{7D85834A-7B1F-7615-8CB7-44B2B222A1B2}"/>
                </a:ext>
              </a:extLst>
            </p:cNvPr>
            <p:cNvGraphicFramePr>
              <a:graphicFrameLocks noChangeAspect="1"/>
            </p:cNvGraphicFramePr>
            <p:nvPr/>
          </p:nvGraphicFramePr>
          <p:xfrm>
            <a:off x="1969" y="2112"/>
            <a:ext cx="383" cy="259"/>
          </p:xfrm>
          <a:graphic>
            <a:graphicData uri="http://schemas.openxmlformats.org/presentationml/2006/ole">
              <mc:AlternateContent xmlns:mc="http://schemas.openxmlformats.org/markup-compatibility/2006">
                <mc:Choice xmlns:v="urn:schemas-microsoft-com:vml" Requires="v">
                  <p:oleObj name="VISIO" r:id="rId8" imgW="1028700" imgH="698500" progId="Visio.Drawing.11">
                    <p:embed/>
                  </p:oleObj>
                </mc:Choice>
                <mc:Fallback>
                  <p:oleObj name="VISIO" r:id="rId8" imgW="1028700" imgH="698500" progId="Visio.Drawing.11">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9" y="2112"/>
                          <a:ext cx="383"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7049" name="Rectangle 15">
              <a:extLst>
                <a:ext uri="{FF2B5EF4-FFF2-40B4-BE49-F238E27FC236}">
                  <a16:creationId xmlns:a16="http://schemas.microsoft.com/office/drawing/2014/main" id="{6D0E3BD9-F04B-9A58-AA35-233B230208B8}"/>
                </a:ext>
              </a:extLst>
            </p:cNvPr>
            <p:cNvSpPr>
              <a:spLocks noChangeArrowheads="1"/>
            </p:cNvSpPr>
            <p:nvPr/>
          </p:nvSpPr>
          <p:spPr bwMode="auto">
            <a:xfrm>
              <a:off x="2928" y="2016"/>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7050" name="Rectangle 16">
              <a:extLst>
                <a:ext uri="{FF2B5EF4-FFF2-40B4-BE49-F238E27FC236}">
                  <a16:creationId xmlns:a16="http://schemas.microsoft.com/office/drawing/2014/main" id="{D88FF4B6-1CAA-50DD-125C-AB54F198104F}"/>
                </a:ext>
              </a:extLst>
            </p:cNvPr>
            <p:cNvSpPr>
              <a:spLocks noChangeArrowheads="1"/>
            </p:cNvSpPr>
            <p:nvPr/>
          </p:nvSpPr>
          <p:spPr bwMode="auto">
            <a:xfrm>
              <a:off x="3984" y="2016"/>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7051" name="Rectangle 17">
              <a:extLst>
                <a:ext uri="{FF2B5EF4-FFF2-40B4-BE49-F238E27FC236}">
                  <a16:creationId xmlns:a16="http://schemas.microsoft.com/office/drawing/2014/main" id="{1CD4C6B9-7B1B-CD2B-8A04-C1D937FB2986}"/>
                </a:ext>
              </a:extLst>
            </p:cNvPr>
            <p:cNvSpPr>
              <a:spLocks noChangeArrowheads="1"/>
            </p:cNvSpPr>
            <p:nvPr/>
          </p:nvSpPr>
          <p:spPr bwMode="auto">
            <a:xfrm>
              <a:off x="3408" y="2400"/>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7052" name="Rectangle 18">
              <a:extLst>
                <a:ext uri="{FF2B5EF4-FFF2-40B4-BE49-F238E27FC236}">
                  <a16:creationId xmlns:a16="http://schemas.microsoft.com/office/drawing/2014/main" id="{04D0496C-9B22-4EB6-8636-01B05D409416}"/>
                </a:ext>
              </a:extLst>
            </p:cNvPr>
            <p:cNvSpPr>
              <a:spLocks noChangeArrowheads="1"/>
            </p:cNvSpPr>
            <p:nvPr/>
          </p:nvSpPr>
          <p:spPr bwMode="auto">
            <a:xfrm>
              <a:off x="3456" y="1776"/>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grpSp>
      <p:sp>
        <p:nvSpPr>
          <p:cNvPr id="87045" name="灯片编号占位符 18">
            <a:extLst>
              <a:ext uri="{FF2B5EF4-FFF2-40B4-BE49-F238E27FC236}">
                <a16:creationId xmlns:a16="http://schemas.microsoft.com/office/drawing/2014/main" id="{A91EAD75-2B84-E2B1-6E48-A13B842DBA2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043A7877-16DD-AD49-8B7F-4271E1476C19}"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75</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heckerboard(across)">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96B8F53-45C5-349A-E4AF-09D801E72212}"/>
              </a:ext>
            </a:extLst>
          </p:cNvPr>
          <p:cNvGrpSpPr>
            <a:grpSpLocks/>
          </p:cNvGrpSpPr>
          <p:nvPr/>
        </p:nvGrpSpPr>
        <p:grpSpPr bwMode="auto">
          <a:xfrm>
            <a:off x="990600" y="765175"/>
            <a:ext cx="7097713" cy="1966913"/>
            <a:chOff x="768" y="1209"/>
            <a:chExt cx="4471" cy="1239"/>
          </a:xfrm>
        </p:grpSpPr>
        <p:sp>
          <p:nvSpPr>
            <p:cNvPr id="88086" name="Rectangle 3">
              <a:extLst>
                <a:ext uri="{FF2B5EF4-FFF2-40B4-BE49-F238E27FC236}">
                  <a16:creationId xmlns:a16="http://schemas.microsoft.com/office/drawing/2014/main" id="{4BE718B9-DED7-65C2-DF8C-11B269B045FD}"/>
                </a:ext>
              </a:extLst>
            </p:cNvPr>
            <p:cNvSpPr>
              <a:spLocks noChangeArrowheads="1"/>
            </p:cNvSpPr>
            <p:nvPr/>
          </p:nvSpPr>
          <p:spPr bwMode="auto">
            <a:xfrm>
              <a:off x="768" y="1536"/>
              <a:ext cx="6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333399"/>
                  </a:solidFill>
                  <a:ea typeface="华文行楷" panose="02010800040101010101" pitchFamily="2" charset="-122"/>
                </a:rPr>
                <a:t>(0+1)*</a:t>
              </a:r>
            </a:p>
          </p:txBody>
        </p:sp>
        <p:graphicFrame>
          <p:nvGraphicFramePr>
            <p:cNvPr id="88087" name="Object 4">
              <a:extLst>
                <a:ext uri="{FF2B5EF4-FFF2-40B4-BE49-F238E27FC236}">
                  <a16:creationId xmlns:a16="http://schemas.microsoft.com/office/drawing/2014/main" id="{E0DC8B97-0F4D-9F79-8EA4-A7B89AC8E83A}"/>
                </a:ext>
              </a:extLst>
            </p:cNvPr>
            <p:cNvGraphicFramePr>
              <a:graphicFrameLocks noChangeAspect="1"/>
            </p:cNvGraphicFramePr>
            <p:nvPr/>
          </p:nvGraphicFramePr>
          <p:xfrm>
            <a:off x="1728" y="1536"/>
            <a:ext cx="383" cy="259"/>
          </p:xfrm>
          <a:graphic>
            <a:graphicData uri="http://schemas.openxmlformats.org/presentationml/2006/ole">
              <mc:AlternateContent xmlns:mc="http://schemas.openxmlformats.org/markup-compatibility/2006">
                <mc:Choice xmlns:v="urn:schemas-microsoft-com:vml" Requires="v">
                  <p:oleObj name="VISIO" r:id="rId2" imgW="1028700" imgH="698500" progId="Visio.Drawing.11">
                    <p:embed/>
                  </p:oleObj>
                </mc:Choice>
                <mc:Fallback>
                  <p:oleObj name="VISIO" r:id="rId2" imgW="1028700" imgH="698500"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8" y="1536"/>
                          <a:ext cx="383"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8088" name="Object 5">
              <a:extLst>
                <a:ext uri="{FF2B5EF4-FFF2-40B4-BE49-F238E27FC236}">
                  <a16:creationId xmlns:a16="http://schemas.microsoft.com/office/drawing/2014/main" id="{65AA18D8-156F-40C8-D088-851E019F6236}"/>
                </a:ext>
              </a:extLst>
            </p:cNvPr>
            <p:cNvGraphicFramePr>
              <a:graphicFrameLocks noChangeAspect="1"/>
            </p:cNvGraphicFramePr>
            <p:nvPr/>
          </p:nvGraphicFramePr>
          <p:xfrm>
            <a:off x="2448" y="1209"/>
            <a:ext cx="2791" cy="1095"/>
          </p:xfrm>
          <a:graphic>
            <a:graphicData uri="http://schemas.openxmlformats.org/presentationml/2006/ole">
              <mc:AlternateContent xmlns:mc="http://schemas.openxmlformats.org/markup-compatibility/2006">
                <mc:Choice xmlns:v="urn:schemas-microsoft-com:vml" Requires="v">
                  <p:oleObj name="VISIO" r:id="rId4" imgW="4254500" imgH="1676400" progId="Visio.Drawing.11">
                    <p:embed/>
                  </p:oleObj>
                </mc:Choice>
                <mc:Fallback>
                  <p:oleObj name="VISIO" r:id="rId4" imgW="4254500" imgH="1676400" progId="Visio.Drawing.11">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8" y="1209"/>
                          <a:ext cx="2791" cy="1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089" name="Rectangle 6">
              <a:extLst>
                <a:ext uri="{FF2B5EF4-FFF2-40B4-BE49-F238E27FC236}">
                  <a16:creationId xmlns:a16="http://schemas.microsoft.com/office/drawing/2014/main" id="{935EBA34-98C6-8FAC-7E1A-DDC1A8B96FFA}"/>
                </a:ext>
              </a:extLst>
            </p:cNvPr>
            <p:cNvSpPr>
              <a:spLocks noChangeArrowheads="1"/>
            </p:cNvSpPr>
            <p:nvPr/>
          </p:nvSpPr>
          <p:spPr bwMode="auto">
            <a:xfrm>
              <a:off x="3792" y="2160"/>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8090" name="Rectangle 7">
              <a:extLst>
                <a:ext uri="{FF2B5EF4-FFF2-40B4-BE49-F238E27FC236}">
                  <a16:creationId xmlns:a16="http://schemas.microsoft.com/office/drawing/2014/main" id="{A5D760E3-005E-2D34-5D2C-326D049A181C}"/>
                </a:ext>
              </a:extLst>
            </p:cNvPr>
            <p:cNvSpPr>
              <a:spLocks noChangeArrowheads="1"/>
            </p:cNvSpPr>
            <p:nvPr/>
          </p:nvSpPr>
          <p:spPr bwMode="auto">
            <a:xfrm>
              <a:off x="2688" y="1536"/>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8091" name="Rectangle 8">
              <a:extLst>
                <a:ext uri="{FF2B5EF4-FFF2-40B4-BE49-F238E27FC236}">
                  <a16:creationId xmlns:a16="http://schemas.microsoft.com/office/drawing/2014/main" id="{56591A31-4EE5-B041-4288-7B9471C2A0E3}"/>
                </a:ext>
              </a:extLst>
            </p:cNvPr>
            <p:cNvSpPr>
              <a:spLocks noChangeArrowheads="1"/>
            </p:cNvSpPr>
            <p:nvPr/>
          </p:nvSpPr>
          <p:spPr bwMode="auto">
            <a:xfrm>
              <a:off x="4704" y="1536"/>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8092" name="Rectangle 9">
              <a:extLst>
                <a:ext uri="{FF2B5EF4-FFF2-40B4-BE49-F238E27FC236}">
                  <a16:creationId xmlns:a16="http://schemas.microsoft.com/office/drawing/2014/main" id="{57F1F8AF-E74C-4D0F-450F-552EA2DB3111}"/>
                </a:ext>
              </a:extLst>
            </p:cNvPr>
            <p:cNvSpPr>
              <a:spLocks noChangeArrowheads="1"/>
            </p:cNvSpPr>
            <p:nvPr/>
          </p:nvSpPr>
          <p:spPr bwMode="auto">
            <a:xfrm>
              <a:off x="4320" y="1248"/>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8093" name="Rectangle 10">
              <a:extLst>
                <a:ext uri="{FF2B5EF4-FFF2-40B4-BE49-F238E27FC236}">
                  <a16:creationId xmlns:a16="http://schemas.microsoft.com/office/drawing/2014/main" id="{56F4C071-AC42-0937-FD49-ED48ED3A285B}"/>
                </a:ext>
              </a:extLst>
            </p:cNvPr>
            <p:cNvSpPr>
              <a:spLocks noChangeArrowheads="1"/>
            </p:cNvSpPr>
            <p:nvPr/>
          </p:nvSpPr>
          <p:spPr bwMode="auto">
            <a:xfrm>
              <a:off x="3120" y="1776"/>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8094" name="Rectangle 11">
              <a:extLst>
                <a:ext uri="{FF2B5EF4-FFF2-40B4-BE49-F238E27FC236}">
                  <a16:creationId xmlns:a16="http://schemas.microsoft.com/office/drawing/2014/main" id="{250692B5-7060-5CBD-0921-FA337451EEAA}"/>
                </a:ext>
              </a:extLst>
            </p:cNvPr>
            <p:cNvSpPr>
              <a:spLocks noChangeArrowheads="1"/>
            </p:cNvSpPr>
            <p:nvPr/>
          </p:nvSpPr>
          <p:spPr bwMode="auto">
            <a:xfrm>
              <a:off x="3216" y="1536"/>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8095" name="Rectangle 12">
              <a:extLst>
                <a:ext uri="{FF2B5EF4-FFF2-40B4-BE49-F238E27FC236}">
                  <a16:creationId xmlns:a16="http://schemas.microsoft.com/office/drawing/2014/main" id="{FF9EA89D-7216-89E4-C3DD-CD7934BCD5AC}"/>
                </a:ext>
              </a:extLst>
            </p:cNvPr>
            <p:cNvSpPr>
              <a:spLocks noChangeArrowheads="1"/>
            </p:cNvSpPr>
            <p:nvPr/>
          </p:nvSpPr>
          <p:spPr bwMode="auto">
            <a:xfrm>
              <a:off x="4312" y="1776"/>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8096" name="Rectangle 13">
              <a:extLst>
                <a:ext uri="{FF2B5EF4-FFF2-40B4-BE49-F238E27FC236}">
                  <a16:creationId xmlns:a16="http://schemas.microsoft.com/office/drawing/2014/main" id="{E2A69048-CAF8-3C01-8A1D-0952721B3E06}"/>
                </a:ext>
              </a:extLst>
            </p:cNvPr>
            <p:cNvSpPr>
              <a:spLocks noChangeArrowheads="1"/>
            </p:cNvSpPr>
            <p:nvPr/>
          </p:nvSpPr>
          <p:spPr bwMode="auto">
            <a:xfrm>
              <a:off x="4224" y="1536"/>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grpSp>
      <p:grpSp>
        <p:nvGrpSpPr>
          <p:cNvPr id="3" name="Group 14">
            <a:extLst>
              <a:ext uri="{FF2B5EF4-FFF2-40B4-BE49-F238E27FC236}">
                <a16:creationId xmlns:a16="http://schemas.microsoft.com/office/drawing/2014/main" id="{0C5E3B06-979C-FE96-11B5-0D6AC7B028D4}"/>
              </a:ext>
            </a:extLst>
          </p:cNvPr>
          <p:cNvGrpSpPr>
            <a:grpSpLocks/>
          </p:cNvGrpSpPr>
          <p:nvPr/>
        </p:nvGrpSpPr>
        <p:grpSpPr bwMode="auto">
          <a:xfrm>
            <a:off x="609600" y="3262313"/>
            <a:ext cx="7543800" cy="3048000"/>
            <a:chOff x="528" y="2256"/>
            <a:chExt cx="4752" cy="1920"/>
          </a:xfrm>
        </p:grpSpPr>
        <p:graphicFrame>
          <p:nvGraphicFramePr>
            <p:cNvPr id="88069" name="Object 15">
              <a:extLst>
                <a:ext uri="{FF2B5EF4-FFF2-40B4-BE49-F238E27FC236}">
                  <a16:creationId xmlns:a16="http://schemas.microsoft.com/office/drawing/2014/main" id="{22DA0312-B207-4609-CC7C-7813251456B4}"/>
                </a:ext>
              </a:extLst>
            </p:cNvPr>
            <p:cNvGraphicFramePr>
              <a:graphicFrameLocks noChangeAspect="1"/>
            </p:cNvGraphicFramePr>
            <p:nvPr/>
          </p:nvGraphicFramePr>
          <p:xfrm>
            <a:off x="752" y="2640"/>
            <a:ext cx="4528" cy="1419"/>
          </p:xfrm>
          <a:graphic>
            <a:graphicData uri="http://schemas.openxmlformats.org/presentationml/2006/ole">
              <mc:AlternateContent xmlns:mc="http://schemas.openxmlformats.org/markup-compatibility/2006">
                <mc:Choice xmlns:v="urn:schemas-microsoft-com:vml" Requires="v">
                  <p:oleObj name="VISIO" r:id="rId6" imgW="6908800" imgH="2171700" progId="Visio.Drawing.11">
                    <p:embed/>
                  </p:oleObj>
                </mc:Choice>
                <mc:Fallback>
                  <p:oleObj name="VISIO" r:id="rId6" imgW="6908800" imgH="2171700" progId="Visio.Drawing.11">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2" y="2640"/>
                          <a:ext cx="4528" cy="1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070" name="Rectangle 16">
              <a:extLst>
                <a:ext uri="{FF2B5EF4-FFF2-40B4-BE49-F238E27FC236}">
                  <a16:creationId xmlns:a16="http://schemas.microsoft.com/office/drawing/2014/main" id="{E469E5B7-8D90-7641-FC9D-2CB4024A64AD}"/>
                </a:ext>
              </a:extLst>
            </p:cNvPr>
            <p:cNvSpPr>
              <a:spLocks noChangeArrowheads="1"/>
            </p:cNvSpPr>
            <p:nvPr/>
          </p:nvSpPr>
          <p:spPr bwMode="auto">
            <a:xfrm>
              <a:off x="528" y="2256"/>
              <a:ext cx="93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333399"/>
                  </a:solidFill>
                  <a:ea typeface="华文行楷" panose="02010800040101010101" pitchFamily="2" charset="-122"/>
                </a:rPr>
                <a:t>1*0(0+1)*</a:t>
              </a:r>
            </a:p>
          </p:txBody>
        </p:sp>
        <p:graphicFrame>
          <p:nvGraphicFramePr>
            <p:cNvPr id="88071" name="Object 17">
              <a:extLst>
                <a:ext uri="{FF2B5EF4-FFF2-40B4-BE49-F238E27FC236}">
                  <a16:creationId xmlns:a16="http://schemas.microsoft.com/office/drawing/2014/main" id="{1FE12C73-4A16-F860-4E31-7D96FD380893}"/>
                </a:ext>
              </a:extLst>
            </p:cNvPr>
            <p:cNvGraphicFramePr>
              <a:graphicFrameLocks noChangeAspect="1"/>
            </p:cNvGraphicFramePr>
            <p:nvPr/>
          </p:nvGraphicFramePr>
          <p:xfrm>
            <a:off x="1729" y="2256"/>
            <a:ext cx="383" cy="259"/>
          </p:xfrm>
          <a:graphic>
            <a:graphicData uri="http://schemas.openxmlformats.org/presentationml/2006/ole">
              <mc:AlternateContent xmlns:mc="http://schemas.openxmlformats.org/markup-compatibility/2006">
                <mc:Choice xmlns:v="urn:schemas-microsoft-com:vml" Requires="v">
                  <p:oleObj name="VISIO" r:id="rId8" imgW="1028700" imgH="698500" progId="Visio.Drawing.11">
                    <p:embed/>
                  </p:oleObj>
                </mc:Choice>
                <mc:Fallback>
                  <p:oleObj name="VISIO" r:id="rId8" imgW="1028700" imgH="698500" progId="Visio.Drawing.11">
                    <p:embed/>
                    <p:pic>
                      <p:nvPicPr>
                        <p:cNvPr id="0"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9" y="2256"/>
                          <a:ext cx="383"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072" name="Rectangle 18">
              <a:extLst>
                <a:ext uri="{FF2B5EF4-FFF2-40B4-BE49-F238E27FC236}">
                  <a16:creationId xmlns:a16="http://schemas.microsoft.com/office/drawing/2014/main" id="{BD9389A2-E68D-4B53-6A94-9836950625FA}"/>
                </a:ext>
              </a:extLst>
            </p:cNvPr>
            <p:cNvSpPr>
              <a:spLocks noChangeArrowheads="1"/>
            </p:cNvSpPr>
            <p:nvPr/>
          </p:nvSpPr>
          <p:spPr bwMode="auto">
            <a:xfrm>
              <a:off x="3744" y="3888"/>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8073" name="Rectangle 19">
              <a:extLst>
                <a:ext uri="{FF2B5EF4-FFF2-40B4-BE49-F238E27FC236}">
                  <a16:creationId xmlns:a16="http://schemas.microsoft.com/office/drawing/2014/main" id="{39E1905C-943C-3845-2EAF-7FA38196DF9B}"/>
                </a:ext>
              </a:extLst>
            </p:cNvPr>
            <p:cNvSpPr>
              <a:spLocks noChangeArrowheads="1"/>
            </p:cNvSpPr>
            <p:nvPr/>
          </p:nvSpPr>
          <p:spPr bwMode="auto">
            <a:xfrm>
              <a:off x="2736" y="3408"/>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8074" name="Rectangle 20">
              <a:extLst>
                <a:ext uri="{FF2B5EF4-FFF2-40B4-BE49-F238E27FC236}">
                  <a16:creationId xmlns:a16="http://schemas.microsoft.com/office/drawing/2014/main" id="{A20A7E6A-7927-FCD4-A55A-8E0A4D331C1A}"/>
                </a:ext>
              </a:extLst>
            </p:cNvPr>
            <p:cNvSpPr>
              <a:spLocks noChangeArrowheads="1"/>
            </p:cNvSpPr>
            <p:nvPr/>
          </p:nvSpPr>
          <p:spPr bwMode="auto">
            <a:xfrm>
              <a:off x="3304" y="3264"/>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8075" name="Rectangle 21">
              <a:extLst>
                <a:ext uri="{FF2B5EF4-FFF2-40B4-BE49-F238E27FC236}">
                  <a16:creationId xmlns:a16="http://schemas.microsoft.com/office/drawing/2014/main" id="{8F947921-E58E-7926-615D-1669C1B0FD75}"/>
                </a:ext>
              </a:extLst>
            </p:cNvPr>
            <p:cNvSpPr>
              <a:spLocks noChangeArrowheads="1"/>
            </p:cNvSpPr>
            <p:nvPr/>
          </p:nvSpPr>
          <p:spPr bwMode="auto">
            <a:xfrm>
              <a:off x="3208" y="3552"/>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8076" name="Rectangle 22">
              <a:extLst>
                <a:ext uri="{FF2B5EF4-FFF2-40B4-BE49-F238E27FC236}">
                  <a16:creationId xmlns:a16="http://schemas.microsoft.com/office/drawing/2014/main" id="{4F716E45-5278-580E-6106-03C9F0121308}"/>
                </a:ext>
              </a:extLst>
            </p:cNvPr>
            <p:cNvSpPr>
              <a:spLocks noChangeArrowheads="1"/>
            </p:cNvSpPr>
            <p:nvPr/>
          </p:nvSpPr>
          <p:spPr bwMode="auto">
            <a:xfrm>
              <a:off x="4312" y="2976"/>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8077" name="Rectangle 23">
              <a:extLst>
                <a:ext uri="{FF2B5EF4-FFF2-40B4-BE49-F238E27FC236}">
                  <a16:creationId xmlns:a16="http://schemas.microsoft.com/office/drawing/2014/main" id="{EDF73367-E6DE-0475-D234-6E4C2E510594}"/>
                </a:ext>
              </a:extLst>
            </p:cNvPr>
            <p:cNvSpPr>
              <a:spLocks noChangeArrowheads="1"/>
            </p:cNvSpPr>
            <p:nvPr/>
          </p:nvSpPr>
          <p:spPr bwMode="auto">
            <a:xfrm>
              <a:off x="4752" y="3264"/>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8078" name="Rectangle 24">
              <a:extLst>
                <a:ext uri="{FF2B5EF4-FFF2-40B4-BE49-F238E27FC236}">
                  <a16:creationId xmlns:a16="http://schemas.microsoft.com/office/drawing/2014/main" id="{42B2EA56-7192-897A-3203-EB563B61BCFC}"/>
                </a:ext>
              </a:extLst>
            </p:cNvPr>
            <p:cNvSpPr>
              <a:spLocks noChangeArrowheads="1"/>
            </p:cNvSpPr>
            <p:nvPr/>
          </p:nvSpPr>
          <p:spPr bwMode="auto">
            <a:xfrm>
              <a:off x="4224" y="3264"/>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8079" name="Rectangle 25">
              <a:extLst>
                <a:ext uri="{FF2B5EF4-FFF2-40B4-BE49-F238E27FC236}">
                  <a16:creationId xmlns:a16="http://schemas.microsoft.com/office/drawing/2014/main" id="{1B769FC2-BFBC-DB51-6235-48B4FA69EA67}"/>
                </a:ext>
              </a:extLst>
            </p:cNvPr>
            <p:cNvSpPr>
              <a:spLocks noChangeArrowheads="1"/>
            </p:cNvSpPr>
            <p:nvPr/>
          </p:nvSpPr>
          <p:spPr bwMode="auto">
            <a:xfrm>
              <a:off x="4320" y="3552"/>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8080" name="Rectangle 26">
              <a:extLst>
                <a:ext uri="{FF2B5EF4-FFF2-40B4-BE49-F238E27FC236}">
                  <a16:creationId xmlns:a16="http://schemas.microsoft.com/office/drawing/2014/main" id="{2101ACFE-8813-B405-F539-B71CFAD00CFA}"/>
                </a:ext>
              </a:extLst>
            </p:cNvPr>
            <p:cNvSpPr>
              <a:spLocks noChangeArrowheads="1"/>
            </p:cNvSpPr>
            <p:nvPr/>
          </p:nvSpPr>
          <p:spPr bwMode="auto">
            <a:xfrm>
              <a:off x="2920" y="2976"/>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8081" name="Rectangle 27">
              <a:extLst>
                <a:ext uri="{FF2B5EF4-FFF2-40B4-BE49-F238E27FC236}">
                  <a16:creationId xmlns:a16="http://schemas.microsoft.com/office/drawing/2014/main" id="{7EA3442D-7630-CE61-5E3A-BA865259EF3F}"/>
                </a:ext>
              </a:extLst>
            </p:cNvPr>
            <p:cNvSpPr>
              <a:spLocks noChangeArrowheads="1"/>
            </p:cNvSpPr>
            <p:nvPr/>
          </p:nvSpPr>
          <p:spPr bwMode="auto">
            <a:xfrm>
              <a:off x="2536" y="2736"/>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8082" name="Rectangle 28">
              <a:extLst>
                <a:ext uri="{FF2B5EF4-FFF2-40B4-BE49-F238E27FC236}">
                  <a16:creationId xmlns:a16="http://schemas.microsoft.com/office/drawing/2014/main" id="{5CD19106-D969-D765-A119-C0D7700DBE84}"/>
                </a:ext>
              </a:extLst>
            </p:cNvPr>
            <p:cNvSpPr>
              <a:spLocks noChangeArrowheads="1"/>
            </p:cNvSpPr>
            <p:nvPr/>
          </p:nvSpPr>
          <p:spPr bwMode="auto">
            <a:xfrm>
              <a:off x="2008" y="2736"/>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8083" name="Rectangle 29">
              <a:extLst>
                <a:ext uri="{FF2B5EF4-FFF2-40B4-BE49-F238E27FC236}">
                  <a16:creationId xmlns:a16="http://schemas.microsoft.com/office/drawing/2014/main" id="{DCC9B820-710A-0C67-8E85-6629C28B5823}"/>
                </a:ext>
              </a:extLst>
            </p:cNvPr>
            <p:cNvSpPr>
              <a:spLocks noChangeArrowheads="1"/>
            </p:cNvSpPr>
            <p:nvPr/>
          </p:nvSpPr>
          <p:spPr bwMode="auto">
            <a:xfrm>
              <a:off x="1536" y="3120"/>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8084" name="Rectangle 30">
              <a:extLst>
                <a:ext uri="{FF2B5EF4-FFF2-40B4-BE49-F238E27FC236}">
                  <a16:creationId xmlns:a16="http://schemas.microsoft.com/office/drawing/2014/main" id="{D96C6BFC-A107-9DC0-1CA1-CD6044014275}"/>
                </a:ext>
              </a:extLst>
            </p:cNvPr>
            <p:cNvSpPr>
              <a:spLocks noChangeArrowheads="1"/>
            </p:cNvSpPr>
            <p:nvPr/>
          </p:nvSpPr>
          <p:spPr bwMode="auto">
            <a:xfrm>
              <a:off x="1008" y="2736"/>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sp>
          <p:nvSpPr>
            <p:cNvPr id="88085" name="Rectangle 31">
              <a:extLst>
                <a:ext uri="{FF2B5EF4-FFF2-40B4-BE49-F238E27FC236}">
                  <a16:creationId xmlns:a16="http://schemas.microsoft.com/office/drawing/2014/main" id="{6C7EA116-77CE-7443-6F0D-AF90255533B1}"/>
                </a:ext>
              </a:extLst>
            </p:cNvPr>
            <p:cNvSpPr>
              <a:spLocks noChangeArrowheads="1"/>
            </p:cNvSpPr>
            <p:nvPr/>
          </p:nvSpPr>
          <p:spPr bwMode="auto">
            <a:xfrm>
              <a:off x="1768" y="2592"/>
              <a:ext cx="2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buClrTx/>
                <a:buSzTx/>
                <a:buFontTx/>
                <a:buNone/>
              </a:pPr>
              <a:r>
                <a:rPr kumimoji="1" lang="en-US" altLang="zh-CN" sz="2400" i="1">
                  <a:solidFill>
                    <a:srgbClr val="800080"/>
                  </a:solidFill>
                  <a:ea typeface="华文行楷" panose="02010800040101010101" pitchFamily="2" charset="-122"/>
                  <a:sym typeface="Symbol" pitchFamily="2" charset="2"/>
                </a:rPr>
                <a:t></a:t>
              </a:r>
            </a:p>
          </p:txBody>
        </p:sp>
      </p:grpSp>
      <p:sp>
        <p:nvSpPr>
          <p:cNvPr id="88068" name="灯片编号占位符 31">
            <a:extLst>
              <a:ext uri="{FF2B5EF4-FFF2-40B4-BE49-F238E27FC236}">
                <a16:creationId xmlns:a16="http://schemas.microsoft.com/office/drawing/2014/main" id="{143BF24F-32EB-2554-F0F5-DF897F98E28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08120F7D-83CB-3849-8E73-15C3C63C13FF}"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76</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spd="med">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E7426950-834A-4C0B-531C-683368D9BAC4}"/>
              </a:ext>
            </a:extLst>
          </p:cNvPr>
          <p:cNvSpPr>
            <a:spLocks noGrp="1" noChangeArrowheads="1"/>
          </p:cNvSpPr>
          <p:nvPr>
            <p:ph type="title"/>
          </p:nvPr>
        </p:nvSpPr>
        <p:spPr/>
        <p:txBody>
          <a:bodyPr/>
          <a:lstStyle/>
          <a:p>
            <a:pPr eaLnBrk="1" hangingPunct="1"/>
            <a:r>
              <a:rPr lang="en-US" altLang="zh-CN"/>
              <a:t>DFA</a:t>
            </a:r>
            <a:r>
              <a:rPr lang="zh-CN" altLang="en-US"/>
              <a:t>的化简</a:t>
            </a:r>
          </a:p>
        </p:txBody>
      </p:sp>
      <p:sp>
        <p:nvSpPr>
          <p:cNvPr id="89091" name="Rectangle 3">
            <a:extLst>
              <a:ext uri="{FF2B5EF4-FFF2-40B4-BE49-F238E27FC236}">
                <a16:creationId xmlns:a16="http://schemas.microsoft.com/office/drawing/2014/main" id="{ABAFEBDB-6AEE-B8EF-128E-75D021F43F9D}"/>
              </a:ext>
            </a:extLst>
          </p:cNvPr>
          <p:cNvSpPr>
            <a:spLocks noGrp="1" noChangeArrowheads="1"/>
          </p:cNvSpPr>
          <p:nvPr>
            <p:ph type="body" idx="1"/>
          </p:nvPr>
        </p:nvSpPr>
        <p:spPr>
          <a:xfrm>
            <a:off x="457200" y="1981200"/>
            <a:ext cx="8229600" cy="4471988"/>
          </a:xfrm>
        </p:spPr>
        <p:txBody>
          <a:bodyPr/>
          <a:lstStyle/>
          <a:p>
            <a:pPr eaLnBrk="1" hangingPunct="1">
              <a:lnSpc>
                <a:spcPct val="130000"/>
              </a:lnSpc>
            </a:pPr>
            <a:r>
              <a:rPr lang="en-US" altLang="zh-CN" sz="2400">
                <a:ea typeface="宋体" panose="02010600030101010101" pitchFamily="2" charset="-122"/>
              </a:rPr>
              <a:t>DFA M </a:t>
            </a:r>
            <a:r>
              <a:rPr lang="zh-CN" altLang="en-US" sz="2400">
                <a:ea typeface="宋体" panose="02010600030101010101" pitchFamily="2" charset="-122"/>
              </a:rPr>
              <a:t>的化简是指寻找一个状态数比 </a:t>
            </a:r>
            <a:r>
              <a:rPr lang="en-US" altLang="zh-CN" sz="2400">
                <a:ea typeface="宋体" panose="02010600030101010101" pitchFamily="2" charset="-122"/>
              </a:rPr>
              <a:t>M </a:t>
            </a:r>
            <a:r>
              <a:rPr lang="zh-CN" altLang="en-US" sz="2400">
                <a:ea typeface="宋体" panose="02010600030101010101" pitchFamily="2" charset="-122"/>
              </a:rPr>
              <a:t>少的 </a:t>
            </a:r>
            <a:r>
              <a:rPr lang="en-US" altLang="zh-CN" sz="2400">
                <a:ea typeface="宋体" panose="02010600030101010101" pitchFamily="2" charset="-122"/>
              </a:rPr>
              <a:t>DFA M’</a:t>
            </a:r>
            <a:r>
              <a:rPr lang="zh-CN" altLang="en-US" sz="2400">
                <a:ea typeface="宋体" panose="02010600030101010101" pitchFamily="2" charset="-122"/>
              </a:rPr>
              <a:t>，使 </a:t>
            </a:r>
            <a:r>
              <a:rPr lang="en-US" altLang="zh-CN" sz="2400">
                <a:ea typeface="宋体" panose="02010600030101010101" pitchFamily="2" charset="-122"/>
              </a:rPr>
              <a:t>L(M) = L(M’)</a:t>
            </a:r>
            <a:r>
              <a:rPr lang="zh-CN" altLang="en-US" sz="2400">
                <a:ea typeface="宋体" panose="02010600030101010101" pitchFamily="2" charset="-122"/>
              </a:rPr>
              <a:t>。</a:t>
            </a:r>
          </a:p>
          <a:p>
            <a:pPr eaLnBrk="1" hangingPunct="1">
              <a:lnSpc>
                <a:spcPct val="130000"/>
              </a:lnSpc>
            </a:pPr>
            <a:r>
              <a:rPr lang="zh-CN" altLang="en-US" sz="2400">
                <a:ea typeface="宋体" panose="02010600030101010101" pitchFamily="2" charset="-122"/>
              </a:rPr>
              <a:t>术语</a:t>
            </a:r>
          </a:p>
          <a:p>
            <a:pPr lvl="1" eaLnBrk="1" hangingPunct="1">
              <a:lnSpc>
                <a:spcPct val="130000"/>
              </a:lnSpc>
            </a:pPr>
            <a:r>
              <a:rPr lang="zh-CN" altLang="en-US" sz="2000">
                <a:solidFill>
                  <a:srgbClr val="990000"/>
                </a:solidFill>
                <a:ea typeface="宋体" panose="02010600030101010101" pitchFamily="2" charset="-122"/>
              </a:rPr>
              <a:t>状态</a:t>
            </a:r>
            <a:r>
              <a:rPr lang="en-US" altLang="zh-CN" sz="2000">
                <a:solidFill>
                  <a:srgbClr val="990000"/>
                </a:solidFill>
                <a:ea typeface="宋体" panose="02010600030101010101" pitchFamily="2" charset="-122"/>
              </a:rPr>
              <a:t>s</a:t>
            </a:r>
            <a:r>
              <a:rPr lang="zh-CN" altLang="en-US" sz="2000">
                <a:solidFill>
                  <a:srgbClr val="990000"/>
                </a:solidFill>
                <a:ea typeface="宋体" panose="02010600030101010101" pitchFamily="2" charset="-122"/>
              </a:rPr>
              <a:t>和</a:t>
            </a:r>
            <a:r>
              <a:rPr lang="en-US" altLang="zh-CN" sz="2000">
                <a:solidFill>
                  <a:srgbClr val="990000"/>
                </a:solidFill>
                <a:ea typeface="宋体" panose="02010600030101010101" pitchFamily="2" charset="-122"/>
              </a:rPr>
              <a:t>t</a:t>
            </a:r>
            <a:r>
              <a:rPr lang="zh-CN" altLang="en-US" sz="2000">
                <a:solidFill>
                  <a:srgbClr val="990000"/>
                </a:solidFill>
                <a:ea typeface="宋体" panose="02010600030101010101" pitchFamily="2" charset="-122"/>
              </a:rPr>
              <a:t>等价</a:t>
            </a:r>
            <a:r>
              <a:rPr lang="en-US" altLang="zh-CN" sz="2000">
                <a:ea typeface="宋体" panose="02010600030101010101" pitchFamily="2" charset="-122"/>
              </a:rPr>
              <a:t>: </a:t>
            </a:r>
            <a:r>
              <a:rPr lang="zh-CN" altLang="en-US" sz="2000">
                <a:ea typeface="宋体" panose="02010600030101010101" pitchFamily="2" charset="-122"/>
              </a:rPr>
              <a:t>若从状态</a:t>
            </a:r>
            <a:r>
              <a:rPr lang="en-US" altLang="zh-CN" sz="2000">
                <a:ea typeface="宋体" panose="02010600030101010101" pitchFamily="2" charset="-122"/>
              </a:rPr>
              <a:t>s</a:t>
            </a:r>
            <a:r>
              <a:rPr lang="zh-CN" altLang="en-US" sz="2000">
                <a:ea typeface="宋体" panose="02010600030101010101" pitchFamily="2" charset="-122"/>
              </a:rPr>
              <a:t>出发能读出字</a:t>
            </a:r>
            <a:r>
              <a:rPr lang="en-US" altLang="zh-CN" sz="2000">
                <a:ea typeface="宋体" panose="02010600030101010101" pitchFamily="2" charset="-122"/>
              </a:rPr>
              <a:t>α</a:t>
            </a:r>
            <a:r>
              <a:rPr lang="zh-CN" altLang="en-US" sz="2000">
                <a:ea typeface="宋体" panose="02010600030101010101" pitchFamily="2" charset="-122"/>
              </a:rPr>
              <a:t>停于终态</a:t>
            </a:r>
            <a:r>
              <a:rPr lang="en-US" altLang="zh-CN" sz="2000">
                <a:ea typeface="宋体" panose="02010600030101010101" pitchFamily="2" charset="-122"/>
              </a:rPr>
              <a:t>, </a:t>
            </a:r>
            <a:r>
              <a:rPr lang="zh-CN" altLang="en-US" sz="2000">
                <a:ea typeface="宋体" panose="02010600030101010101" pitchFamily="2" charset="-122"/>
              </a:rPr>
              <a:t>则从</a:t>
            </a:r>
            <a:r>
              <a:rPr lang="en-US" altLang="zh-CN" sz="2000">
                <a:ea typeface="宋体" panose="02010600030101010101" pitchFamily="2" charset="-122"/>
              </a:rPr>
              <a:t>t</a:t>
            </a:r>
            <a:r>
              <a:rPr lang="zh-CN" altLang="en-US" sz="2000">
                <a:ea typeface="宋体" panose="02010600030101010101" pitchFamily="2" charset="-122"/>
              </a:rPr>
              <a:t>出发也能读出</a:t>
            </a:r>
            <a:r>
              <a:rPr lang="en-US" altLang="zh-CN" sz="2000">
                <a:ea typeface="宋体" panose="02010600030101010101" pitchFamily="2" charset="-122"/>
              </a:rPr>
              <a:t>α</a:t>
            </a:r>
            <a:r>
              <a:rPr lang="zh-CN" altLang="en-US" sz="2000">
                <a:ea typeface="宋体" panose="02010600030101010101" pitchFamily="2" charset="-122"/>
              </a:rPr>
              <a:t>而停于终态；反之</a:t>
            </a:r>
            <a:r>
              <a:rPr lang="en-US" altLang="zh-CN" sz="2000">
                <a:ea typeface="宋体" panose="02010600030101010101" pitchFamily="2" charset="-122"/>
              </a:rPr>
              <a:t>,</a:t>
            </a:r>
            <a:r>
              <a:rPr lang="zh-CN" altLang="en-US" sz="2000">
                <a:ea typeface="宋体" panose="02010600030101010101" pitchFamily="2" charset="-122"/>
              </a:rPr>
              <a:t>若从状态</a:t>
            </a:r>
            <a:r>
              <a:rPr lang="en-US" altLang="zh-CN" sz="2000">
                <a:ea typeface="宋体" panose="02010600030101010101" pitchFamily="2" charset="-122"/>
              </a:rPr>
              <a:t>t</a:t>
            </a:r>
            <a:r>
              <a:rPr lang="zh-CN" altLang="en-US" sz="2000">
                <a:ea typeface="宋体" panose="02010600030101010101" pitchFamily="2" charset="-122"/>
              </a:rPr>
              <a:t>出发能读出字</a:t>
            </a:r>
            <a:r>
              <a:rPr lang="en-US" altLang="zh-CN" sz="2000">
                <a:ea typeface="宋体" panose="02010600030101010101" pitchFamily="2" charset="-122"/>
              </a:rPr>
              <a:t>α</a:t>
            </a:r>
            <a:r>
              <a:rPr lang="zh-CN" altLang="en-US" sz="2000">
                <a:ea typeface="宋体" panose="02010600030101010101" pitchFamily="2" charset="-122"/>
              </a:rPr>
              <a:t>停于终态</a:t>
            </a:r>
            <a:r>
              <a:rPr lang="en-US" altLang="zh-CN" sz="2000">
                <a:ea typeface="宋体" panose="02010600030101010101" pitchFamily="2" charset="-122"/>
              </a:rPr>
              <a:t>, </a:t>
            </a:r>
            <a:r>
              <a:rPr lang="zh-CN" altLang="en-US" sz="2000">
                <a:ea typeface="宋体" panose="02010600030101010101" pitchFamily="2" charset="-122"/>
              </a:rPr>
              <a:t>则从</a:t>
            </a:r>
            <a:r>
              <a:rPr lang="en-US" altLang="zh-CN" sz="2000">
                <a:ea typeface="宋体" panose="02010600030101010101" pitchFamily="2" charset="-122"/>
              </a:rPr>
              <a:t>s</a:t>
            </a:r>
            <a:r>
              <a:rPr lang="zh-CN" altLang="en-US" sz="2000">
                <a:ea typeface="宋体" panose="02010600030101010101" pitchFamily="2" charset="-122"/>
              </a:rPr>
              <a:t>出发也能读出</a:t>
            </a:r>
            <a:r>
              <a:rPr lang="en-US" altLang="zh-CN" sz="2000">
                <a:ea typeface="宋体" panose="02010600030101010101" pitchFamily="2" charset="-122"/>
              </a:rPr>
              <a:t>α</a:t>
            </a:r>
            <a:r>
              <a:rPr lang="zh-CN" altLang="en-US" sz="2000">
                <a:ea typeface="宋体" panose="02010600030101010101" pitchFamily="2" charset="-122"/>
              </a:rPr>
              <a:t>而停于终态</a:t>
            </a:r>
          </a:p>
          <a:p>
            <a:pPr lvl="1" eaLnBrk="1" hangingPunct="1">
              <a:lnSpc>
                <a:spcPct val="130000"/>
              </a:lnSpc>
            </a:pPr>
            <a:r>
              <a:rPr lang="zh-CN" altLang="en-US" sz="2000">
                <a:solidFill>
                  <a:srgbClr val="990000"/>
                </a:solidFill>
                <a:ea typeface="宋体" panose="02010600030101010101" pitchFamily="2" charset="-122"/>
              </a:rPr>
              <a:t>状态</a:t>
            </a:r>
            <a:r>
              <a:rPr lang="en-US" altLang="zh-CN" sz="2000">
                <a:solidFill>
                  <a:srgbClr val="990000"/>
                </a:solidFill>
                <a:ea typeface="宋体" panose="02010600030101010101" pitchFamily="2" charset="-122"/>
              </a:rPr>
              <a:t>s</a:t>
            </a:r>
            <a:r>
              <a:rPr lang="zh-CN" altLang="en-US" sz="2000">
                <a:solidFill>
                  <a:srgbClr val="990000"/>
                </a:solidFill>
                <a:ea typeface="宋体" panose="02010600030101010101" pitchFamily="2" charset="-122"/>
              </a:rPr>
              <a:t>和</a:t>
            </a:r>
            <a:r>
              <a:rPr lang="en-US" altLang="zh-CN" sz="2000">
                <a:solidFill>
                  <a:srgbClr val="990000"/>
                </a:solidFill>
                <a:ea typeface="宋体" panose="02010600030101010101" pitchFamily="2" charset="-122"/>
              </a:rPr>
              <a:t>t</a:t>
            </a:r>
            <a:r>
              <a:rPr lang="zh-CN" altLang="en-US" sz="2000">
                <a:solidFill>
                  <a:srgbClr val="990000"/>
                </a:solidFill>
                <a:ea typeface="宋体" panose="02010600030101010101" pitchFamily="2" charset="-122"/>
              </a:rPr>
              <a:t>可区别</a:t>
            </a:r>
            <a:r>
              <a:rPr lang="en-US" altLang="zh-CN" sz="2000">
                <a:ea typeface="宋体" panose="02010600030101010101" pitchFamily="2" charset="-122"/>
              </a:rPr>
              <a:t>: </a:t>
            </a:r>
            <a:r>
              <a:rPr lang="zh-CN" altLang="en-US" sz="2000">
                <a:ea typeface="宋体" panose="02010600030101010101" pitchFamily="2" charset="-122"/>
              </a:rPr>
              <a:t>状态</a:t>
            </a:r>
            <a:r>
              <a:rPr lang="en-US" altLang="zh-CN" sz="2000">
                <a:ea typeface="宋体" panose="02010600030101010101" pitchFamily="2" charset="-122"/>
              </a:rPr>
              <a:t>s</a:t>
            </a:r>
            <a:r>
              <a:rPr lang="zh-CN" altLang="en-US" sz="2000">
                <a:ea typeface="宋体" panose="02010600030101010101" pitchFamily="2" charset="-122"/>
              </a:rPr>
              <a:t>和</a:t>
            </a:r>
            <a:r>
              <a:rPr lang="en-US" altLang="zh-CN" sz="2000">
                <a:ea typeface="宋体" panose="02010600030101010101" pitchFamily="2" charset="-122"/>
              </a:rPr>
              <a:t>t</a:t>
            </a:r>
            <a:r>
              <a:rPr lang="zh-CN" altLang="en-US" sz="2000">
                <a:ea typeface="宋体" panose="02010600030101010101" pitchFamily="2" charset="-122"/>
              </a:rPr>
              <a:t>不等价。</a:t>
            </a:r>
          </a:p>
          <a:p>
            <a:pPr lvl="1" eaLnBrk="1" hangingPunct="1">
              <a:lnSpc>
                <a:spcPct val="130000"/>
              </a:lnSpc>
            </a:pPr>
            <a:r>
              <a:rPr lang="zh-CN" altLang="en-US" sz="2000">
                <a:ea typeface="宋体" panose="02010600030101010101" pitchFamily="2" charset="-122"/>
              </a:rPr>
              <a:t>例如：终态与非终态是可区别的。</a:t>
            </a:r>
          </a:p>
        </p:txBody>
      </p:sp>
      <p:sp>
        <p:nvSpPr>
          <p:cNvPr id="89092" name="灯片编号占位符 3">
            <a:extLst>
              <a:ext uri="{FF2B5EF4-FFF2-40B4-BE49-F238E27FC236}">
                <a16:creationId xmlns:a16="http://schemas.microsoft.com/office/drawing/2014/main" id="{2E044AA7-1B70-3987-A947-2383CD5FA0A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6F637DD9-410E-2449-8D90-AC69F056B9C3}"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77</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DF96B747-0CC5-40C8-96CE-BFB9D920FD1D}"/>
              </a:ext>
            </a:extLst>
          </p:cNvPr>
          <p:cNvSpPr>
            <a:spLocks noGrp="1" noChangeArrowheads="1"/>
          </p:cNvSpPr>
          <p:nvPr>
            <p:ph type="title"/>
          </p:nvPr>
        </p:nvSpPr>
        <p:spPr/>
        <p:txBody>
          <a:bodyPr/>
          <a:lstStyle/>
          <a:p>
            <a:pPr eaLnBrk="1" hangingPunct="1"/>
            <a:r>
              <a:rPr lang="en-US" altLang="zh-CN"/>
              <a:t>DFA</a:t>
            </a:r>
            <a:r>
              <a:rPr lang="zh-CN" altLang="en-US"/>
              <a:t>化简的思路</a:t>
            </a:r>
          </a:p>
        </p:txBody>
      </p:sp>
      <p:sp>
        <p:nvSpPr>
          <p:cNvPr id="90115" name="Rectangle 3">
            <a:extLst>
              <a:ext uri="{FF2B5EF4-FFF2-40B4-BE49-F238E27FC236}">
                <a16:creationId xmlns:a16="http://schemas.microsoft.com/office/drawing/2014/main" id="{08A2B63B-8846-8B37-19F5-EDCF8D013542}"/>
              </a:ext>
            </a:extLst>
          </p:cNvPr>
          <p:cNvSpPr>
            <a:spLocks noGrp="1" noChangeArrowheads="1"/>
          </p:cNvSpPr>
          <p:nvPr>
            <p:ph type="body" idx="1"/>
          </p:nvPr>
        </p:nvSpPr>
        <p:spPr/>
        <p:txBody>
          <a:bodyPr/>
          <a:lstStyle/>
          <a:p>
            <a:pPr eaLnBrk="1" hangingPunct="1">
              <a:lnSpc>
                <a:spcPct val="130000"/>
              </a:lnSpc>
            </a:pPr>
            <a:r>
              <a:rPr lang="zh-CN" altLang="en-US">
                <a:ea typeface="宋体" panose="02010600030101010101" pitchFamily="2" charset="-122"/>
              </a:rPr>
              <a:t>将 </a:t>
            </a:r>
            <a:r>
              <a:rPr lang="en-US" altLang="zh-CN">
                <a:ea typeface="宋体" panose="02010600030101010101" pitchFamily="2" charset="-122"/>
              </a:rPr>
              <a:t>DFA M </a:t>
            </a:r>
            <a:r>
              <a:rPr lang="zh-CN" altLang="en-US">
                <a:ea typeface="宋体" panose="02010600030101010101" pitchFamily="2" charset="-122"/>
              </a:rPr>
              <a:t>的状态集划分为不相交的子集</a:t>
            </a:r>
            <a:r>
              <a:rPr lang="en-US" altLang="zh-CN">
                <a:ea typeface="宋体" panose="02010600030101010101" pitchFamily="2" charset="-122"/>
              </a:rPr>
              <a:t>, </a:t>
            </a:r>
            <a:r>
              <a:rPr lang="zh-CN" altLang="en-US">
                <a:ea typeface="宋体" panose="02010600030101010101" pitchFamily="2" charset="-122"/>
              </a:rPr>
              <a:t>使不同的两个子集的状态可区别，同一个子集的状态都等价。</a:t>
            </a:r>
          </a:p>
        </p:txBody>
      </p:sp>
      <p:sp>
        <p:nvSpPr>
          <p:cNvPr id="90116" name="灯片编号占位符 3">
            <a:extLst>
              <a:ext uri="{FF2B5EF4-FFF2-40B4-BE49-F238E27FC236}">
                <a16:creationId xmlns:a16="http://schemas.microsoft.com/office/drawing/2014/main" id="{DDD767C6-F50D-C99B-0DD3-A2F41EB3C38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FF47BF3E-B9B2-7341-9113-847C2E550098}"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78</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A44D9D6F-4B9C-20C2-FC81-9408335E49DD}"/>
              </a:ext>
            </a:extLst>
          </p:cNvPr>
          <p:cNvSpPr>
            <a:spLocks noGrp="1" noChangeArrowheads="1"/>
          </p:cNvSpPr>
          <p:nvPr>
            <p:ph type="title"/>
          </p:nvPr>
        </p:nvSpPr>
        <p:spPr/>
        <p:txBody>
          <a:bodyPr/>
          <a:lstStyle/>
          <a:p>
            <a:pPr eaLnBrk="1" hangingPunct="1"/>
            <a:r>
              <a:rPr lang="en-US" altLang="zh-CN"/>
              <a:t>DFA</a:t>
            </a:r>
            <a:r>
              <a:rPr lang="zh-CN" altLang="en-US"/>
              <a:t>化简的步骤</a:t>
            </a:r>
          </a:p>
        </p:txBody>
      </p:sp>
      <p:sp>
        <p:nvSpPr>
          <p:cNvPr id="91139" name="Rectangle 3">
            <a:extLst>
              <a:ext uri="{FF2B5EF4-FFF2-40B4-BE49-F238E27FC236}">
                <a16:creationId xmlns:a16="http://schemas.microsoft.com/office/drawing/2014/main" id="{F0BF989D-2EB4-D35D-DC28-6DA68B88A6E1}"/>
              </a:ext>
            </a:extLst>
          </p:cNvPr>
          <p:cNvSpPr>
            <a:spLocks noGrp="1" noChangeArrowheads="1"/>
          </p:cNvSpPr>
          <p:nvPr>
            <p:ph type="body" idx="1"/>
          </p:nvPr>
        </p:nvSpPr>
        <p:spPr/>
        <p:txBody>
          <a:bodyPr/>
          <a:lstStyle/>
          <a:p>
            <a:pPr eaLnBrk="1" hangingPunct="1">
              <a:lnSpc>
                <a:spcPct val="130000"/>
              </a:lnSpc>
            </a:pPr>
            <a:r>
              <a:rPr lang="zh-CN" altLang="en-US" sz="2000">
                <a:ea typeface="宋体" panose="02010600030101010101" pitchFamily="2" charset="-122"/>
              </a:rPr>
              <a:t>把状态集</a:t>
            </a:r>
            <a:r>
              <a:rPr lang="en-US" altLang="zh-CN" sz="2000">
                <a:ea typeface="宋体" panose="02010600030101010101" pitchFamily="2" charset="-122"/>
              </a:rPr>
              <a:t>S</a:t>
            </a:r>
            <a:r>
              <a:rPr lang="zh-CN" altLang="en-US" sz="2000">
                <a:ea typeface="宋体" panose="02010600030101010101" pitchFamily="2" charset="-122"/>
              </a:rPr>
              <a:t>划分为两个子集，得初始划分</a:t>
            </a:r>
          </a:p>
          <a:p>
            <a:pPr eaLnBrk="1" hangingPunct="1">
              <a:lnSpc>
                <a:spcPct val="130000"/>
              </a:lnSpc>
              <a:buFont typeface="Wingdings" pitchFamily="2" charset="2"/>
              <a:buNone/>
            </a:pPr>
            <a:r>
              <a:rPr lang="zh-CN" altLang="en-US" sz="2000">
                <a:ea typeface="宋体" panose="02010600030101010101" pitchFamily="2" charset="-122"/>
              </a:rPr>
              <a:t>                 ∏</a:t>
            </a:r>
            <a:r>
              <a:rPr lang="en-US" altLang="zh-CN" sz="2000">
                <a:ea typeface="宋体" panose="02010600030101010101" pitchFamily="2" charset="-122"/>
              </a:rPr>
              <a:t>= { I</a:t>
            </a:r>
            <a:r>
              <a:rPr lang="en-US" altLang="zh-CN" sz="2000" baseline="30000">
                <a:ea typeface="宋体" panose="02010600030101010101" pitchFamily="2" charset="-122"/>
              </a:rPr>
              <a:t>(1)</a:t>
            </a:r>
            <a:r>
              <a:rPr lang="en-US" altLang="zh-CN" sz="2000">
                <a:ea typeface="宋体" panose="02010600030101010101" pitchFamily="2" charset="-122"/>
              </a:rPr>
              <a:t>, I</a:t>
            </a:r>
            <a:r>
              <a:rPr lang="en-US" altLang="zh-CN" sz="2000" baseline="30000">
                <a:ea typeface="宋体" panose="02010600030101010101" pitchFamily="2" charset="-122"/>
              </a:rPr>
              <a:t>(2) </a:t>
            </a:r>
            <a:r>
              <a:rPr lang="en-US" altLang="zh-CN" sz="2000">
                <a:ea typeface="宋体" panose="02010600030101010101" pitchFamily="2" charset="-122"/>
              </a:rPr>
              <a:t>}</a:t>
            </a:r>
            <a:r>
              <a:rPr lang="zh-CN" altLang="en-US" sz="2000">
                <a:ea typeface="宋体" panose="02010600030101010101" pitchFamily="2" charset="-122"/>
              </a:rPr>
              <a:t>，其中 </a:t>
            </a:r>
            <a:r>
              <a:rPr lang="en-US" altLang="zh-CN" sz="2000">
                <a:ea typeface="宋体" panose="02010600030101010101" pitchFamily="2" charset="-122"/>
              </a:rPr>
              <a:t>I</a:t>
            </a:r>
            <a:r>
              <a:rPr lang="en-US" altLang="zh-CN" sz="2000" baseline="30000">
                <a:ea typeface="宋体" panose="02010600030101010101" pitchFamily="2" charset="-122"/>
              </a:rPr>
              <a:t>(1)</a:t>
            </a:r>
            <a:r>
              <a:rPr lang="zh-CN" altLang="en-US" sz="2000">
                <a:ea typeface="宋体" panose="02010600030101010101" pitchFamily="2" charset="-122"/>
              </a:rPr>
              <a:t>为</a:t>
            </a:r>
            <a:r>
              <a:rPr lang="zh-CN" altLang="en-US" sz="2000">
                <a:solidFill>
                  <a:srgbClr val="990000"/>
                </a:solidFill>
                <a:ea typeface="宋体" panose="02010600030101010101" pitchFamily="2" charset="-122"/>
              </a:rPr>
              <a:t>终态集</a:t>
            </a:r>
            <a:r>
              <a:rPr lang="zh-CN" altLang="en-US" sz="2000">
                <a:ea typeface="宋体" panose="02010600030101010101" pitchFamily="2" charset="-122"/>
              </a:rPr>
              <a:t>， </a:t>
            </a:r>
            <a:r>
              <a:rPr lang="en-US" altLang="zh-CN" sz="2000">
                <a:ea typeface="宋体" panose="02010600030101010101" pitchFamily="2" charset="-122"/>
              </a:rPr>
              <a:t>I</a:t>
            </a:r>
            <a:r>
              <a:rPr lang="en-US" altLang="zh-CN" sz="2000" baseline="30000">
                <a:ea typeface="宋体" panose="02010600030101010101" pitchFamily="2" charset="-122"/>
              </a:rPr>
              <a:t>(2)</a:t>
            </a:r>
            <a:r>
              <a:rPr lang="zh-CN" altLang="en-US" sz="2000">
                <a:ea typeface="宋体" panose="02010600030101010101" pitchFamily="2" charset="-122"/>
              </a:rPr>
              <a:t>为</a:t>
            </a:r>
            <a:r>
              <a:rPr lang="zh-CN" altLang="en-US" sz="2000">
                <a:solidFill>
                  <a:srgbClr val="990000"/>
                </a:solidFill>
                <a:ea typeface="宋体" panose="02010600030101010101" pitchFamily="2" charset="-122"/>
              </a:rPr>
              <a:t>非终态集</a:t>
            </a:r>
            <a:r>
              <a:rPr lang="zh-CN" altLang="en-US" sz="2000">
                <a:ea typeface="宋体" panose="02010600030101010101" pitchFamily="2" charset="-122"/>
              </a:rPr>
              <a:t>；</a:t>
            </a:r>
          </a:p>
          <a:p>
            <a:pPr eaLnBrk="1" hangingPunct="1">
              <a:lnSpc>
                <a:spcPct val="130000"/>
              </a:lnSpc>
            </a:pPr>
            <a:r>
              <a:rPr lang="zh-CN" altLang="en-US" sz="2000">
                <a:ea typeface="宋体" panose="02010600030101010101" pitchFamily="2" charset="-122"/>
              </a:rPr>
              <a:t>设当前 ∏</a:t>
            </a:r>
            <a:r>
              <a:rPr lang="en-US" altLang="zh-CN" sz="2000">
                <a:ea typeface="宋体" panose="02010600030101010101" pitchFamily="2" charset="-122"/>
              </a:rPr>
              <a:t>= {I</a:t>
            </a:r>
            <a:r>
              <a:rPr lang="en-US" altLang="zh-CN" sz="2000" baseline="30000">
                <a:ea typeface="宋体" panose="02010600030101010101" pitchFamily="2" charset="-122"/>
              </a:rPr>
              <a:t>(1)</a:t>
            </a:r>
            <a:r>
              <a:rPr lang="en-US" altLang="zh-CN" sz="2000">
                <a:ea typeface="宋体" panose="02010600030101010101" pitchFamily="2" charset="-122"/>
              </a:rPr>
              <a:t>, I</a:t>
            </a:r>
            <a:r>
              <a:rPr lang="en-US" altLang="zh-CN" sz="2000" baseline="30000">
                <a:ea typeface="宋体" panose="02010600030101010101" pitchFamily="2" charset="-122"/>
              </a:rPr>
              <a:t>(2) </a:t>
            </a:r>
            <a:r>
              <a:rPr lang="en-US" altLang="zh-CN" sz="2000">
                <a:ea typeface="宋体" panose="02010600030101010101" pitchFamily="2" charset="-122"/>
              </a:rPr>
              <a:t>,</a:t>
            </a:r>
            <a:r>
              <a:rPr lang="en-US" altLang="zh-CN" sz="2000" baseline="30000">
                <a:ea typeface="宋体" panose="02010600030101010101" pitchFamily="2" charset="-122"/>
              </a:rPr>
              <a:t> </a:t>
            </a:r>
            <a:r>
              <a:rPr lang="en-US" altLang="zh-CN" sz="2000">
                <a:ea typeface="宋体" panose="02010600030101010101" pitchFamily="2" charset="-122"/>
              </a:rPr>
              <a:t>… ,I</a:t>
            </a:r>
            <a:r>
              <a:rPr lang="en-US" altLang="zh-CN" sz="2000" baseline="30000">
                <a:ea typeface="宋体" panose="02010600030101010101" pitchFamily="2" charset="-122"/>
              </a:rPr>
              <a:t>(m)</a:t>
            </a:r>
            <a:r>
              <a:rPr lang="en-US" altLang="zh-CN" sz="2000">
                <a:ea typeface="宋体" panose="02010600030101010101" pitchFamily="2" charset="-122"/>
              </a:rPr>
              <a:t> }, </a:t>
            </a:r>
            <a:r>
              <a:rPr lang="zh-CN" altLang="en-US" sz="2000">
                <a:ea typeface="宋体" panose="02010600030101010101" pitchFamily="2" charset="-122"/>
              </a:rPr>
              <a:t>检查∏中每个</a:t>
            </a:r>
            <a:r>
              <a:rPr lang="en-US" altLang="zh-CN" sz="2000">
                <a:ea typeface="宋体" panose="02010600030101010101" pitchFamily="2" charset="-122"/>
              </a:rPr>
              <a:t>I</a:t>
            </a:r>
            <a:r>
              <a:rPr lang="en-US" altLang="zh-CN" sz="2000" baseline="30000">
                <a:ea typeface="宋体" panose="02010600030101010101" pitchFamily="2" charset="-122"/>
              </a:rPr>
              <a:t>(k)</a:t>
            </a:r>
            <a:r>
              <a:rPr lang="zh-CN" altLang="en-US" sz="2000">
                <a:ea typeface="宋体" panose="02010600030101010101" pitchFamily="2" charset="-122"/>
              </a:rPr>
              <a:t>是否可以再分</a:t>
            </a:r>
          </a:p>
          <a:p>
            <a:pPr eaLnBrk="1" hangingPunct="1">
              <a:lnSpc>
                <a:spcPct val="130000"/>
              </a:lnSpc>
              <a:buFont typeface="Wingdings" pitchFamily="2" charset="2"/>
              <a:buNone/>
            </a:pPr>
            <a:r>
              <a:rPr lang="zh-CN" altLang="en-US" sz="2000">
                <a:ea typeface="宋体" panose="02010600030101010101" pitchFamily="2" charset="-122"/>
              </a:rPr>
              <a:t>       </a:t>
            </a:r>
            <a:r>
              <a:rPr lang="zh-CN" altLang="en-US" sz="2000">
                <a:solidFill>
                  <a:srgbClr val="990000"/>
                </a:solidFill>
                <a:ea typeface="宋体" panose="02010600030101010101" pitchFamily="2" charset="-122"/>
              </a:rPr>
              <a:t>依据为</a:t>
            </a:r>
            <a:r>
              <a:rPr lang="en-US" altLang="zh-CN" sz="2000">
                <a:ea typeface="宋体" panose="02010600030101010101" pitchFamily="2" charset="-122"/>
              </a:rPr>
              <a:t>:</a:t>
            </a:r>
            <a:r>
              <a:rPr lang="zh-CN" altLang="en-US" sz="2000">
                <a:ea typeface="宋体" panose="02010600030101010101" pitchFamily="2" charset="-122"/>
              </a:rPr>
              <a:t>如果存在一个输入字符</a:t>
            </a:r>
            <a:r>
              <a:rPr lang="en-US" altLang="zh-CN" sz="2000">
                <a:ea typeface="宋体" panose="02010600030101010101" pitchFamily="2" charset="-122"/>
              </a:rPr>
              <a:t>a</a:t>
            </a:r>
            <a:r>
              <a:rPr lang="zh-CN" altLang="en-US" sz="2000">
                <a:ea typeface="宋体" panose="02010600030101010101" pitchFamily="2" charset="-122"/>
              </a:rPr>
              <a:t>，使得</a:t>
            </a:r>
            <a:r>
              <a:rPr lang="en-US" altLang="zh-CN" sz="2000">
                <a:ea typeface="宋体" panose="02010600030101010101" pitchFamily="2" charset="-122"/>
              </a:rPr>
              <a:t>I</a:t>
            </a:r>
            <a:r>
              <a:rPr lang="en-US" altLang="zh-CN" sz="2000" baseline="30000">
                <a:ea typeface="宋体" panose="02010600030101010101" pitchFamily="2" charset="-122"/>
              </a:rPr>
              <a:t>(k)</a:t>
            </a:r>
            <a:r>
              <a:rPr lang="en-US" altLang="zh-CN" sz="2000" baseline="-25000">
                <a:ea typeface="宋体" panose="02010600030101010101" pitchFamily="2" charset="-122"/>
              </a:rPr>
              <a:t>a</a:t>
            </a:r>
            <a:r>
              <a:rPr lang="zh-CN" altLang="en-US" sz="2000">
                <a:ea typeface="宋体" panose="02010600030101010101" pitchFamily="2" charset="-122"/>
              </a:rPr>
              <a:t>不全包含在现行∏的子集中，就将</a:t>
            </a:r>
            <a:r>
              <a:rPr lang="en-US" altLang="zh-CN" sz="2000">
                <a:ea typeface="宋体" panose="02010600030101010101" pitchFamily="2" charset="-122"/>
              </a:rPr>
              <a:t>I</a:t>
            </a:r>
            <a:r>
              <a:rPr lang="en-US" altLang="zh-CN" sz="2000" baseline="30000">
                <a:ea typeface="宋体" panose="02010600030101010101" pitchFamily="2" charset="-122"/>
              </a:rPr>
              <a:t>(k)</a:t>
            </a:r>
            <a:r>
              <a:rPr lang="zh-CN" altLang="en-US" sz="2000">
                <a:ea typeface="宋体" panose="02010600030101010101" pitchFamily="2" charset="-122"/>
              </a:rPr>
              <a:t>进行划分。</a:t>
            </a:r>
          </a:p>
          <a:p>
            <a:pPr eaLnBrk="1" hangingPunct="1">
              <a:lnSpc>
                <a:spcPct val="130000"/>
              </a:lnSpc>
            </a:pPr>
            <a:r>
              <a:rPr lang="zh-CN" altLang="en-US" sz="2000">
                <a:ea typeface="宋体" panose="02010600030101010101" pitchFamily="2" charset="-122"/>
              </a:rPr>
              <a:t> 一般地，如果</a:t>
            </a:r>
            <a:r>
              <a:rPr lang="en-US" altLang="zh-CN" sz="2000">
                <a:ea typeface="宋体" panose="02010600030101010101" pitchFamily="2" charset="-122"/>
              </a:rPr>
              <a:t>I</a:t>
            </a:r>
            <a:r>
              <a:rPr lang="en-US" altLang="zh-CN" sz="2000" baseline="30000">
                <a:ea typeface="宋体" panose="02010600030101010101" pitchFamily="2" charset="-122"/>
              </a:rPr>
              <a:t>(k)</a:t>
            </a:r>
            <a:r>
              <a:rPr lang="en-US" altLang="zh-CN" sz="2000" baseline="-25000">
                <a:ea typeface="宋体" panose="02010600030101010101" pitchFamily="2" charset="-122"/>
              </a:rPr>
              <a:t>a</a:t>
            </a:r>
            <a:r>
              <a:rPr lang="zh-CN" altLang="en-US" sz="2000">
                <a:ea typeface="宋体" panose="02010600030101010101" pitchFamily="2" charset="-122"/>
              </a:rPr>
              <a:t>落入现行∏的</a:t>
            </a:r>
            <a:r>
              <a:rPr lang="en-US" altLang="zh-CN" sz="2000">
                <a:ea typeface="宋体" panose="02010600030101010101" pitchFamily="2" charset="-122"/>
              </a:rPr>
              <a:t>N</a:t>
            </a:r>
            <a:r>
              <a:rPr lang="zh-CN" altLang="en-US" sz="2000">
                <a:ea typeface="宋体" panose="02010600030101010101" pitchFamily="2" charset="-122"/>
              </a:rPr>
              <a:t>个子集中，则应将</a:t>
            </a:r>
            <a:r>
              <a:rPr lang="en-US" altLang="zh-CN" sz="2000">
                <a:ea typeface="宋体" panose="02010600030101010101" pitchFamily="2" charset="-122"/>
              </a:rPr>
              <a:t>I</a:t>
            </a:r>
            <a:r>
              <a:rPr lang="en-US" altLang="zh-CN" sz="2000" baseline="30000">
                <a:ea typeface="宋体" panose="02010600030101010101" pitchFamily="2" charset="-122"/>
              </a:rPr>
              <a:t>(k)</a:t>
            </a:r>
            <a:r>
              <a:rPr lang="zh-CN" altLang="en-US" sz="2000">
                <a:ea typeface="宋体" panose="02010600030101010101" pitchFamily="2" charset="-122"/>
              </a:rPr>
              <a:t>划分成</a:t>
            </a:r>
            <a:r>
              <a:rPr lang="en-US" altLang="zh-CN" sz="2000">
                <a:ea typeface="宋体" panose="02010600030101010101" pitchFamily="2" charset="-122"/>
              </a:rPr>
              <a:t>N</a:t>
            </a:r>
            <a:r>
              <a:rPr lang="zh-CN" altLang="en-US" sz="2000">
                <a:ea typeface="宋体" panose="02010600030101010101" pitchFamily="2" charset="-122"/>
              </a:rPr>
              <a:t>个不相交的组，使得每个组</a:t>
            </a:r>
            <a:r>
              <a:rPr lang="en-US" altLang="zh-CN" sz="2000">
                <a:ea typeface="宋体" panose="02010600030101010101" pitchFamily="2" charset="-122"/>
              </a:rPr>
              <a:t>I</a:t>
            </a:r>
            <a:r>
              <a:rPr lang="en-US" altLang="zh-CN" sz="2000" baseline="30000">
                <a:ea typeface="宋体" panose="02010600030101010101" pitchFamily="2" charset="-122"/>
              </a:rPr>
              <a:t>(ki)</a:t>
            </a:r>
            <a:r>
              <a:rPr lang="en-US" altLang="zh-CN" sz="2000">
                <a:ea typeface="宋体" panose="02010600030101010101" pitchFamily="2" charset="-122"/>
              </a:rPr>
              <a:t> </a:t>
            </a:r>
            <a:r>
              <a:rPr lang="zh-CN" altLang="en-US" sz="2000">
                <a:ea typeface="宋体" panose="02010600030101010101" pitchFamily="2" charset="-122"/>
              </a:rPr>
              <a:t>的</a:t>
            </a:r>
            <a:r>
              <a:rPr lang="en-US" altLang="zh-CN" sz="2000">
                <a:ea typeface="宋体" panose="02010600030101010101" pitchFamily="2" charset="-122"/>
              </a:rPr>
              <a:t>I</a:t>
            </a:r>
            <a:r>
              <a:rPr lang="en-US" altLang="zh-CN" sz="2000" baseline="30000">
                <a:ea typeface="宋体" panose="02010600030101010101" pitchFamily="2" charset="-122"/>
              </a:rPr>
              <a:t>(ki)</a:t>
            </a:r>
            <a:r>
              <a:rPr lang="en-US" altLang="zh-CN" sz="2000" baseline="-25000">
                <a:ea typeface="宋体" panose="02010600030101010101" pitchFamily="2" charset="-122"/>
              </a:rPr>
              <a:t>a</a:t>
            </a:r>
            <a:r>
              <a:rPr lang="zh-CN" altLang="en-US" sz="2000">
                <a:ea typeface="宋体" panose="02010600030101010101" pitchFamily="2" charset="-122"/>
              </a:rPr>
              <a:t>都落入∏的同一子集。</a:t>
            </a:r>
          </a:p>
          <a:p>
            <a:pPr eaLnBrk="1" hangingPunct="1">
              <a:lnSpc>
                <a:spcPct val="130000"/>
              </a:lnSpc>
            </a:pPr>
            <a:r>
              <a:rPr lang="zh-CN" altLang="en-US" sz="2000">
                <a:ea typeface="宋体" panose="02010600030101010101" pitchFamily="2" charset="-122"/>
              </a:rPr>
              <a:t>重复第二步</a:t>
            </a:r>
            <a:r>
              <a:rPr lang="en-US" altLang="zh-CN" sz="2000">
                <a:ea typeface="宋体" panose="02010600030101010101" pitchFamily="2" charset="-122"/>
              </a:rPr>
              <a:t>, </a:t>
            </a:r>
            <a:r>
              <a:rPr lang="zh-CN" altLang="en-US" sz="2000">
                <a:ea typeface="宋体" panose="02010600030101010101" pitchFamily="2" charset="-122"/>
              </a:rPr>
              <a:t>直至∏中子集数不再增长为止。</a:t>
            </a:r>
          </a:p>
        </p:txBody>
      </p:sp>
      <p:sp>
        <p:nvSpPr>
          <p:cNvPr id="91140" name="灯片编号占位符 3">
            <a:extLst>
              <a:ext uri="{FF2B5EF4-FFF2-40B4-BE49-F238E27FC236}">
                <a16:creationId xmlns:a16="http://schemas.microsoft.com/office/drawing/2014/main" id="{60CD6D9F-9A65-F0F5-0A0E-7507D14C728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02548B62-2608-8248-9FF0-10BCC8F76F68}"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79</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5330" name="Rectangle 50">
            <a:extLst>
              <a:ext uri="{FF2B5EF4-FFF2-40B4-BE49-F238E27FC236}">
                <a16:creationId xmlns:a16="http://schemas.microsoft.com/office/drawing/2014/main" id="{5CCBE0F7-2AD4-A76F-E14E-8FB692D5C899}"/>
              </a:ext>
            </a:extLst>
          </p:cNvPr>
          <p:cNvSpPr>
            <a:spLocks noChangeArrowheads="1"/>
          </p:cNvSpPr>
          <p:nvPr/>
        </p:nvSpPr>
        <p:spPr bwMode="auto">
          <a:xfrm>
            <a:off x="358775" y="2420938"/>
            <a:ext cx="8856663" cy="387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nSpc>
                <a:spcPct val="115000"/>
              </a:lnSpc>
              <a:spcBef>
                <a:spcPct val="0"/>
              </a:spcBef>
              <a:buClrTx/>
              <a:buSzTx/>
              <a:buFontTx/>
              <a:buNone/>
            </a:pPr>
            <a:r>
              <a:rPr kumimoji="1" lang="zh-CN" altLang="en-US" sz="2400">
                <a:ea typeface="宋体" panose="02010600030101010101" pitchFamily="2" charset="-122"/>
              </a:rPr>
              <a:t>初始划分∏</a:t>
            </a:r>
            <a:r>
              <a:rPr kumimoji="1" lang="en-US" altLang="zh-CN" sz="2400" baseline="-25000">
                <a:ea typeface="宋体" panose="02010600030101010101" pitchFamily="2" charset="-122"/>
              </a:rPr>
              <a:t>0</a:t>
            </a:r>
            <a:r>
              <a:rPr kumimoji="1" lang="en-US" altLang="zh-CN" sz="2400">
                <a:ea typeface="宋体" panose="02010600030101010101" pitchFamily="2" charset="-122"/>
              </a:rPr>
              <a:t>= { I</a:t>
            </a:r>
            <a:r>
              <a:rPr kumimoji="1" lang="en-US" altLang="zh-CN" sz="2400" baseline="30000">
                <a:ea typeface="宋体" panose="02010600030101010101" pitchFamily="2" charset="-122"/>
              </a:rPr>
              <a:t>(1) </a:t>
            </a:r>
            <a:r>
              <a:rPr kumimoji="1" lang="en-US" altLang="zh-CN" sz="1800">
                <a:ea typeface="宋体" panose="02010600030101010101" pitchFamily="2" charset="-122"/>
              </a:rPr>
              <a:t>,</a:t>
            </a:r>
            <a:r>
              <a:rPr kumimoji="1" lang="en-US" altLang="zh-CN" sz="1800" b="0">
                <a:solidFill>
                  <a:schemeClr val="tx1"/>
                </a:solidFill>
                <a:ea typeface="宋体" panose="02010600030101010101" pitchFamily="2" charset="-122"/>
              </a:rPr>
              <a:t> </a:t>
            </a:r>
            <a:r>
              <a:rPr kumimoji="1" lang="en-US" altLang="zh-CN" sz="2400">
                <a:ea typeface="宋体" panose="02010600030101010101" pitchFamily="2" charset="-122"/>
              </a:rPr>
              <a:t>I</a:t>
            </a:r>
            <a:r>
              <a:rPr kumimoji="1" lang="en-US" altLang="zh-CN" sz="2400" baseline="30000">
                <a:ea typeface="宋体" panose="02010600030101010101" pitchFamily="2" charset="-122"/>
              </a:rPr>
              <a:t>(2) </a:t>
            </a:r>
            <a:r>
              <a:rPr kumimoji="1" lang="en-US" altLang="zh-CN" sz="2400">
                <a:ea typeface="宋体" panose="02010600030101010101" pitchFamily="2" charset="-122"/>
              </a:rPr>
              <a:t>}, I</a:t>
            </a:r>
            <a:r>
              <a:rPr kumimoji="1" lang="en-US" altLang="zh-CN" sz="2400" baseline="30000">
                <a:ea typeface="宋体" panose="02010600030101010101" pitchFamily="2" charset="-122"/>
              </a:rPr>
              <a:t>(1)</a:t>
            </a:r>
            <a:r>
              <a:rPr kumimoji="1" lang="en-US" altLang="zh-CN" sz="2400">
                <a:ea typeface="宋体" panose="02010600030101010101" pitchFamily="2" charset="-122"/>
              </a:rPr>
              <a:t> = {3, 4, 5, 6 }, I</a:t>
            </a:r>
            <a:r>
              <a:rPr kumimoji="1" lang="en-US" altLang="zh-CN" sz="2400" baseline="30000">
                <a:ea typeface="宋体" panose="02010600030101010101" pitchFamily="2" charset="-122"/>
              </a:rPr>
              <a:t>(2)</a:t>
            </a:r>
            <a:r>
              <a:rPr kumimoji="1" lang="en-US" altLang="zh-CN" sz="2400">
                <a:ea typeface="宋体" panose="02010600030101010101" pitchFamily="2" charset="-122"/>
              </a:rPr>
              <a:t>={0, 1, 2 }</a:t>
            </a:r>
          </a:p>
          <a:p>
            <a:pPr>
              <a:lnSpc>
                <a:spcPct val="115000"/>
              </a:lnSpc>
              <a:spcBef>
                <a:spcPct val="0"/>
              </a:spcBef>
              <a:buClrTx/>
              <a:buSzTx/>
              <a:buFontTx/>
              <a:buNone/>
            </a:pPr>
            <a:r>
              <a:rPr kumimoji="1" lang="zh-CN" altLang="en-US" sz="2400">
                <a:ea typeface="宋体" panose="02010600030101010101" pitchFamily="2" charset="-122"/>
              </a:rPr>
              <a:t>考察</a:t>
            </a:r>
            <a:r>
              <a:rPr kumimoji="1" lang="en-US" altLang="zh-CN" sz="2400">
                <a:ea typeface="宋体" panose="02010600030101010101" pitchFamily="2" charset="-122"/>
              </a:rPr>
              <a:t>I</a:t>
            </a:r>
            <a:r>
              <a:rPr kumimoji="1" lang="en-US" altLang="zh-CN" sz="2400" baseline="30000">
                <a:ea typeface="宋体" panose="02010600030101010101" pitchFamily="2" charset="-122"/>
              </a:rPr>
              <a:t>(1)</a:t>
            </a:r>
            <a:r>
              <a:rPr kumimoji="1" lang="en-US" altLang="zh-CN" sz="2400" baseline="-25000">
                <a:ea typeface="宋体" panose="02010600030101010101" pitchFamily="2" charset="-122"/>
              </a:rPr>
              <a:t>a</a:t>
            </a:r>
            <a:r>
              <a:rPr kumimoji="1" lang="en-US" altLang="zh-CN" sz="2400">
                <a:ea typeface="宋体" panose="02010600030101010101" pitchFamily="2" charset="-122"/>
              </a:rPr>
              <a:t> = { 3, 6 } </a:t>
            </a:r>
            <a:r>
              <a:rPr kumimoji="1" lang="zh-CN" altLang="en-US" sz="2400">
                <a:ea typeface="宋体" panose="02010600030101010101" pitchFamily="2" charset="-122"/>
              </a:rPr>
              <a:t>包含于 </a:t>
            </a:r>
            <a:r>
              <a:rPr kumimoji="1" lang="en-US" altLang="zh-CN" sz="2400">
                <a:ea typeface="宋体" panose="02010600030101010101" pitchFamily="2" charset="-122"/>
              </a:rPr>
              <a:t>{3, 4, 5, 6 }</a:t>
            </a:r>
          </a:p>
          <a:p>
            <a:pPr>
              <a:lnSpc>
                <a:spcPct val="115000"/>
              </a:lnSpc>
              <a:spcBef>
                <a:spcPct val="0"/>
              </a:spcBef>
              <a:buClrTx/>
              <a:buSzTx/>
              <a:buFontTx/>
              <a:buNone/>
            </a:pPr>
            <a:r>
              <a:rPr kumimoji="1" lang="en-US" altLang="zh-CN" sz="2400">
                <a:ea typeface="宋体" panose="02010600030101010101" pitchFamily="2" charset="-122"/>
              </a:rPr>
              <a:t>       I</a:t>
            </a:r>
            <a:r>
              <a:rPr kumimoji="1" lang="en-US" altLang="zh-CN" sz="2400" baseline="30000">
                <a:ea typeface="宋体" panose="02010600030101010101" pitchFamily="2" charset="-122"/>
              </a:rPr>
              <a:t>(1)</a:t>
            </a:r>
            <a:r>
              <a:rPr kumimoji="1" lang="en-US" altLang="zh-CN" sz="2400" baseline="-25000">
                <a:ea typeface="宋体" panose="02010600030101010101" pitchFamily="2" charset="-122"/>
              </a:rPr>
              <a:t>b</a:t>
            </a:r>
            <a:r>
              <a:rPr kumimoji="1" lang="en-US" altLang="zh-CN" sz="2400">
                <a:ea typeface="宋体" panose="02010600030101010101" pitchFamily="2" charset="-122"/>
              </a:rPr>
              <a:t> = { 4, 5 } </a:t>
            </a:r>
            <a:r>
              <a:rPr kumimoji="1" lang="zh-CN" altLang="en-US" sz="2400">
                <a:ea typeface="宋体" panose="02010600030101010101" pitchFamily="2" charset="-122"/>
              </a:rPr>
              <a:t>包含于 </a:t>
            </a:r>
            <a:r>
              <a:rPr kumimoji="1" lang="en-US" altLang="zh-CN" sz="2400">
                <a:ea typeface="宋体" panose="02010600030101010101" pitchFamily="2" charset="-122"/>
              </a:rPr>
              <a:t>{3, 4, 5, 6 }</a:t>
            </a:r>
          </a:p>
          <a:p>
            <a:pPr>
              <a:lnSpc>
                <a:spcPct val="115000"/>
              </a:lnSpc>
              <a:spcBef>
                <a:spcPct val="0"/>
              </a:spcBef>
              <a:buClrTx/>
              <a:buSzTx/>
              <a:buFontTx/>
              <a:buNone/>
            </a:pPr>
            <a:r>
              <a:rPr kumimoji="1" lang="en-US" altLang="zh-CN" sz="2400">
                <a:ea typeface="宋体" panose="02010600030101010101" pitchFamily="2" charset="-122"/>
              </a:rPr>
              <a:t>                  I</a:t>
            </a:r>
            <a:r>
              <a:rPr kumimoji="1" lang="en-US" altLang="zh-CN" sz="2400" baseline="30000">
                <a:ea typeface="宋体" panose="02010600030101010101" pitchFamily="2" charset="-122"/>
              </a:rPr>
              <a:t>(1)</a:t>
            </a:r>
            <a:r>
              <a:rPr kumimoji="1" lang="zh-CN" altLang="en-US" sz="2400">
                <a:ea typeface="宋体" panose="02010600030101010101" pitchFamily="2" charset="-122"/>
              </a:rPr>
              <a:t>不可再分</a:t>
            </a:r>
            <a:r>
              <a:rPr kumimoji="1" lang="en-US" altLang="zh-CN" sz="2400">
                <a:ea typeface="宋体" panose="02010600030101010101" pitchFamily="2" charset="-122"/>
              </a:rPr>
              <a:t>, </a:t>
            </a:r>
            <a:r>
              <a:rPr kumimoji="1" lang="en-US" altLang="zh-CN" sz="2400">
                <a:solidFill>
                  <a:srgbClr val="990000"/>
                </a:solidFill>
                <a:ea typeface="宋体" panose="02010600030101010101" pitchFamily="2" charset="-122"/>
              </a:rPr>
              <a:t>∏</a:t>
            </a:r>
            <a:r>
              <a:rPr kumimoji="1" lang="en-US" altLang="zh-CN" sz="2400" baseline="-25000">
                <a:solidFill>
                  <a:srgbClr val="990000"/>
                </a:solidFill>
                <a:ea typeface="宋体" panose="02010600030101010101" pitchFamily="2" charset="-122"/>
              </a:rPr>
              <a:t>0</a:t>
            </a:r>
            <a:r>
              <a:rPr kumimoji="1" lang="zh-CN" altLang="en-US" sz="2400">
                <a:solidFill>
                  <a:srgbClr val="990000"/>
                </a:solidFill>
                <a:ea typeface="宋体" panose="02010600030101010101" pitchFamily="2" charset="-122"/>
              </a:rPr>
              <a:t>不变</a:t>
            </a:r>
            <a:r>
              <a:rPr kumimoji="1" lang="en-US" altLang="zh-CN" sz="2400">
                <a:ea typeface="宋体" panose="02010600030101010101" pitchFamily="2" charset="-122"/>
              </a:rPr>
              <a:t>.</a:t>
            </a:r>
          </a:p>
          <a:p>
            <a:pPr>
              <a:lnSpc>
                <a:spcPct val="115000"/>
              </a:lnSpc>
              <a:spcBef>
                <a:spcPct val="0"/>
              </a:spcBef>
              <a:buClrTx/>
              <a:buSzTx/>
              <a:buFontTx/>
              <a:buNone/>
            </a:pPr>
            <a:r>
              <a:rPr kumimoji="1" lang="zh-CN" altLang="en-US" sz="2400">
                <a:ea typeface="宋体" panose="02010600030101010101" pitchFamily="2" charset="-122"/>
              </a:rPr>
              <a:t>考察 </a:t>
            </a:r>
            <a:r>
              <a:rPr kumimoji="1" lang="en-US" altLang="zh-CN" sz="2400">
                <a:ea typeface="宋体" panose="02010600030101010101" pitchFamily="2" charset="-122"/>
              </a:rPr>
              <a:t>I</a:t>
            </a:r>
            <a:r>
              <a:rPr kumimoji="1" lang="en-US" altLang="zh-CN" sz="2400" baseline="30000">
                <a:ea typeface="宋体" panose="02010600030101010101" pitchFamily="2" charset="-122"/>
              </a:rPr>
              <a:t>(2)</a:t>
            </a:r>
            <a:r>
              <a:rPr kumimoji="1" lang="en-US" altLang="zh-CN" sz="2400" baseline="-25000">
                <a:ea typeface="宋体" panose="02010600030101010101" pitchFamily="2" charset="-122"/>
              </a:rPr>
              <a:t>a</a:t>
            </a:r>
            <a:r>
              <a:rPr kumimoji="1" lang="en-US" altLang="zh-CN" sz="1800" b="0">
                <a:solidFill>
                  <a:schemeClr val="tx1"/>
                </a:solidFill>
                <a:ea typeface="宋体" panose="02010600030101010101" pitchFamily="2" charset="-122"/>
              </a:rPr>
              <a:t> </a:t>
            </a:r>
            <a:r>
              <a:rPr kumimoji="1" lang="en-US" altLang="zh-CN" sz="2400">
                <a:ea typeface="宋体" panose="02010600030101010101" pitchFamily="2" charset="-122"/>
              </a:rPr>
              <a:t>= {1, 3 }</a:t>
            </a:r>
            <a:r>
              <a:rPr kumimoji="1" lang="zh-CN" altLang="en-US" sz="2400">
                <a:ea typeface="宋体" panose="02010600030101010101" pitchFamily="2" charset="-122"/>
              </a:rPr>
              <a:t>，其中</a:t>
            </a:r>
            <a:r>
              <a:rPr kumimoji="1" lang="en-US" altLang="zh-CN" sz="2400">
                <a:ea typeface="宋体" panose="02010600030101010101" pitchFamily="2" charset="-122"/>
              </a:rPr>
              <a:t>{1}</a:t>
            </a:r>
            <a:r>
              <a:rPr kumimoji="1" lang="en-US" altLang="zh-CN" sz="2400" baseline="-25000">
                <a:ea typeface="宋体" panose="02010600030101010101" pitchFamily="2" charset="-122"/>
              </a:rPr>
              <a:t>a</a:t>
            </a:r>
            <a:r>
              <a:rPr kumimoji="1" lang="en-US" altLang="zh-CN" sz="2400">
                <a:ea typeface="宋体" panose="02010600030101010101" pitchFamily="2" charset="-122"/>
              </a:rPr>
              <a:t>={3},{0,2}</a:t>
            </a:r>
            <a:r>
              <a:rPr kumimoji="1" lang="en-US" altLang="zh-CN" sz="2400" baseline="-25000">
                <a:ea typeface="宋体" panose="02010600030101010101" pitchFamily="2" charset="-122"/>
              </a:rPr>
              <a:t>a</a:t>
            </a:r>
            <a:r>
              <a:rPr kumimoji="1" lang="en-US" altLang="zh-CN" sz="2400">
                <a:ea typeface="宋体" panose="02010600030101010101" pitchFamily="2" charset="-122"/>
              </a:rPr>
              <a:t>={1}</a:t>
            </a:r>
            <a:r>
              <a:rPr kumimoji="1" lang="zh-CN" altLang="en-US" sz="2400">
                <a:ea typeface="宋体" panose="02010600030101010101" pitchFamily="2" charset="-122"/>
              </a:rPr>
              <a:t>，所以</a:t>
            </a:r>
          </a:p>
          <a:p>
            <a:pPr>
              <a:lnSpc>
                <a:spcPct val="115000"/>
              </a:lnSpc>
              <a:spcBef>
                <a:spcPct val="0"/>
              </a:spcBef>
              <a:buClrTx/>
              <a:buSzTx/>
              <a:buFontTx/>
              <a:buNone/>
            </a:pPr>
            <a:r>
              <a:rPr kumimoji="1" lang="zh-CN" altLang="en-US" sz="2400">
                <a:ea typeface="宋体" panose="02010600030101010101" pitchFamily="2" charset="-122"/>
              </a:rPr>
              <a:t>    </a:t>
            </a:r>
            <a:r>
              <a:rPr kumimoji="1" lang="en-US" altLang="zh-CN" sz="2400">
                <a:ea typeface="宋体" panose="02010600030101010101" pitchFamily="2" charset="-122"/>
              </a:rPr>
              <a:t>{ 0, 1, 2 }</a:t>
            </a:r>
            <a:r>
              <a:rPr kumimoji="1" lang="zh-CN" altLang="en-US" sz="2400">
                <a:ea typeface="宋体" panose="02010600030101010101" pitchFamily="2" charset="-122"/>
              </a:rPr>
              <a:t>可分为</a:t>
            </a:r>
            <a:r>
              <a:rPr kumimoji="1" lang="en-US" altLang="zh-CN" sz="2400">
                <a:ea typeface="宋体" panose="02010600030101010101" pitchFamily="2" charset="-122"/>
              </a:rPr>
              <a:t>{ 1 }, {0, 2 }</a:t>
            </a:r>
            <a:r>
              <a:rPr kumimoji="1" lang="zh-CN" altLang="en-US" sz="2400">
                <a:ea typeface="宋体" panose="02010600030101010101" pitchFamily="2" charset="-122"/>
              </a:rPr>
              <a:t>得 </a:t>
            </a:r>
            <a:r>
              <a:rPr kumimoji="1" lang="zh-CN" altLang="en-US" sz="2400">
                <a:solidFill>
                  <a:srgbClr val="990000"/>
                </a:solidFill>
                <a:ea typeface="宋体" panose="02010600030101010101" pitchFamily="2" charset="-122"/>
              </a:rPr>
              <a:t>∏</a:t>
            </a:r>
            <a:r>
              <a:rPr kumimoji="1" lang="en-US" altLang="zh-CN" sz="2400" baseline="-25000">
                <a:solidFill>
                  <a:srgbClr val="990000"/>
                </a:solidFill>
                <a:ea typeface="宋体" panose="02010600030101010101" pitchFamily="2" charset="-122"/>
              </a:rPr>
              <a:t>1</a:t>
            </a:r>
            <a:r>
              <a:rPr kumimoji="1" lang="en-US" altLang="zh-CN" sz="2400">
                <a:solidFill>
                  <a:srgbClr val="990000"/>
                </a:solidFill>
                <a:ea typeface="宋体" panose="02010600030101010101" pitchFamily="2" charset="-122"/>
              </a:rPr>
              <a:t>= {{1}, {0, 2 }, {3, 4, 5, 6 }}</a:t>
            </a:r>
          </a:p>
          <a:p>
            <a:pPr>
              <a:lnSpc>
                <a:spcPct val="115000"/>
              </a:lnSpc>
              <a:spcBef>
                <a:spcPct val="0"/>
              </a:spcBef>
              <a:buClrTx/>
              <a:buSzTx/>
              <a:buFontTx/>
              <a:buNone/>
            </a:pPr>
            <a:r>
              <a:rPr kumimoji="1" lang="zh-CN" altLang="en-US" sz="2400">
                <a:ea typeface="宋体" panose="02010600030101010101" pitchFamily="2" charset="-122"/>
              </a:rPr>
              <a:t>考察 </a:t>
            </a:r>
            <a:r>
              <a:rPr kumimoji="1" lang="en-US" altLang="zh-CN" sz="2400">
                <a:ea typeface="宋体" panose="02010600030101010101" pitchFamily="2" charset="-122"/>
              </a:rPr>
              <a:t>{0, 2 }</a:t>
            </a:r>
            <a:r>
              <a:rPr kumimoji="1" lang="en-US" altLang="zh-CN" sz="2400" baseline="-25000">
                <a:ea typeface="宋体" panose="02010600030101010101" pitchFamily="2" charset="-122"/>
              </a:rPr>
              <a:t>b</a:t>
            </a:r>
            <a:r>
              <a:rPr kumimoji="1" lang="en-US" altLang="zh-CN" sz="2400">
                <a:ea typeface="宋体" panose="02010600030101010101" pitchFamily="2" charset="-122"/>
              </a:rPr>
              <a:t> ={2, 5 }, {0, 2 }</a:t>
            </a:r>
            <a:r>
              <a:rPr kumimoji="1" lang="zh-CN" altLang="en-US" sz="2400">
                <a:ea typeface="宋体" panose="02010600030101010101" pitchFamily="2" charset="-122"/>
              </a:rPr>
              <a:t>可分为</a:t>
            </a:r>
            <a:r>
              <a:rPr kumimoji="1" lang="en-US" altLang="zh-CN" sz="2400">
                <a:ea typeface="宋体" panose="02010600030101010101" pitchFamily="2" charset="-122"/>
              </a:rPr>
              <a:t>{0}, {2}</a:t>
            </a:r>
          </a:p>
          <a:p>
            <a:pPr>
              <a:lnSpc>
                <a:spcPct val="115000"/>
              </a:lnSpc>
              <a:spcBef>
                <a:spcPct val="0"/>
              </a:spcBef>
              <a:buClrTx/>
              <a:buSzTx/>
              <a:buFontTx/>
              <a:buNone/>
            </a:pPr>
            <a:r>
              <a:rPr kumimoji="1" lang="en-US" altLang="zh-CN" sz="2400">
                <a:ea typeface="宋体" panose="02010600030101010101" pitchFamily="2" charset="-122"/>
              </a:rPr>
              <a:t>          </a:t>
            </a:r>
            <a:r>
              <a:rPr kumimoji="1" lang="zh-CN" altLang="en-US" sz="2400">
                <a:ea typeface="宋体" panose="02010600030101010101" pitchFamily="2" charset="-122"/>
              </a:rPr>
              <a:t>得</a:t>
            </a:r>
            <a:r>
              <a:rPr kumimoji="1" lang="zh-CN" altLang="en-US" sz="2400">
                <a:solidFill>
                  <a:srgbClr val="990000"/>
                </a:solidFill>
                <a:ea typeface="宋体" panose="02010600030101010101" pitchFamily="2" charset="-122"/>
              </a:rPr>
              <a:t>∏</a:t>
            </a:r>
            <a:r>
              <a:rPr kumimoji="1" lang="en-US" altLang="zh-CN" sz="2400" baseline="-25000">
                <a:solidFill>
                  <a:srgbClr val="990000"/>
                </a:solidFill>
                <a:ea typeface="宋体" panose="02010600030101010101" pitchFamily="2" charset="-122"/>
              </a:rPr>
              <a:t>2</a:t>
            </a:r>
            <a:r>
              <a:rPr kumimoji="1" lang="en-US" altLang="zh-CN" sz="2400">
                <a:solidFill>
                  <a:srgbClr val="990000"/>
                </a:solidFill>
                <a:ea typeface="宋体" panose="02010600030101010101" pitchFamily="2" charset="-122"/>
              </a:rPr>
              <a:t>={{0}, {1}, {2}, {3, 4, 5, 6}}</a:t>
            </a:r>
          </a:p>
          <a:p>
            <a:pPr>
              <a:lnSpc>
                <a:spcPct val="115000"/>
              </a:lnSpc>
              <a:spcBef>
                <a:spcPct val="0"/>
              </a:spcBef>
              <a:buClrTx/>
              <a:buSzTx/>
              <a:buFontTx/>
              <a:buNone/>
            </a:pPr>
            <a:r>
              <a:rPr kumimoji="1" lang="zh-CN" altLang="en-US" sz="2400">
                <a:ea typeface="宋体" panose="02010600030101010101" pitchFamily="2" charset="-122"/>
              </a:rPr>
              <a:t>令状态</a:t>
            </a:r>
            <a:r>
              <a:rPr kumimoji="1" lang="en-US" altLang="zh-CN" sz="2400">
                <a:ea typeface="宋体" panose="02010600030101010101" pitchFamily="2" charset="-122"/>
              </a:rPr>
              <a:t>3</a:t>
            </a:r>
            <a:r>
              <a:rPr kumimoji="1" lang="zh-CN" altLang="en-US" sz="2400">
                <a:ea typeface="宋体" panose="02010600030101010101" pitchFamily="2" charset="-122"/>
              </a:rPr>
              <a:t>代表</a:t>
            </a:r>
            <a:r>
              <a:rPr kumimoji="1" lang="en-US" altLang="zh-CN" sz="2400">
                <a:ea typeface="宋体" panose="02010600030101010101" pitchFamily="2" charset="-122"/>
              </a:rPr>
              <a:t>{3, 4, 5, 6}, </a:t>
            </a:r>
            <a:r>
              <a:rPr kumimoji="1" lang="zh-CN" altLang="en-US" sz="2400">
                <a:ea typeface="宋体" panose="02010600030101010101" pitchFamily="2" charset="-122"/>
              </a:rPr>
              <a:t>画出化简后的</a:t>
            </a:r>
            <a:r>
              <a:rPr kumimoji="1" lang="en-US" altLang="zh-CN" sz="2400">
                <a:ea typeface="宋体" panose="02010600030101010101" pitchFamily="2" charset="-122"/>
              </a:rPr>
              <a:t>DFA</a:t>
            </a:r>
          </a:p>
        </p:txBody>
      </p:sp>
      <p:sp>
        <p:nvSpPr>
          <p:cNvPr id="92163" name="Oval 51">
            <a:extLst>
              <a:ext uri="{FF2B5EF4-FFF2-40B4-BE49-F238E27FC236}">
                <a16:creationId xmlns:a16="http://schemas.microsoft.com/office/drawing/2014/main" id="{95087381-5EBC-AB00-1778-2740EC31BC40}"/>
              </a:ext>
            </a:extLst>
          </p:cNvPr>
          <p:cNvSpPr>
            <a:spLocks noChangeArrowheads="1"/>
          </p:cNvSpPr>
          <p:nvPr/>
        </p:nvSpPr>
        <p:spPr bwMode="auto">
          <a:xfrm>
            <a:off x="439738" y="1235075"/>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92164" name="Oval 52">
            <a:extLst>
              <a:ext uri="{FF2B5EF4-FFF2-40B4-BE49-F238E27FC236}">
                <a16:creationId xmlns:a16="http://schemas.microsoft.com/office/drawing/2014/main" id="{002A81A7-C60E-E1D9-1040-FAA7FC01F636}"/>
              </a:ext>
            </a:extLst>
          </p:cNvPr>
          <p:cNvSpPr>
            <a:spLocks noChangeArrowheads="1"/>
          </p:cNvSpPr>
          <p:nvPr/>
        </p:nvSpPr>
        <p:spPr bwMode="auto">
          <a:xfrm>
            <a:off x="1144588" y="854075"/>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92165" name="Oval 53">
            <a:extLst>
              <a:ext uri="{FF2B5EF4-FFF2-40B4-BE49-F238E27FC236}">
                <a16:creationId xmlns:a16="http://schemas.microsoft.com/office/drawing/2014/main" id="{9EF38114-F3D2-05B2-D430-85A543091EE2}"/>
              </a:ext>
            </a:extLst>
          </p:cNvPr>
          <p:cNvSpPr>
            <a:spLocks noChangeArrowheads="1"/>
          </p:cNvSpPr>
          <p:nvPr/>
        </p:nvSpPr>
        <p:spPr bwMode="auto">
          <a:xfrm>
            <a:off x="1201738" y="1692275"/>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92166" name="Oval 54">
            <a:extLst>
              <a:ext uri="{FF2B5EF4-FFF2-40B4-BE49-F238E27FC236}">
                <a16:creationId xmlns:a16="http://schemas.microsoft.com/office/drawing/2014/main" id="{C5052DAD-3FE6-05C8-F76A-D2BDEA74A5BC}"/>
              </a:ext>
            </a:extLst>
          </p:cNvPr>
          <p:cNvSpPr>
            <a:spLocks noChangeArrowheads="1"/>
          </p:cNvSpPr>
          <p:nvPr/>
        </p:nvSpPr>
        <p:spPr bwMode="auto">
          <a:xfrm>
            <a:off x="2128838" y="866775"/>
            <a:ext cx="266700" cy="266700"/>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92167" name="Oval 55">
            <a:extLst>
              <a:ext uri="{FF2B5EF4-FFF2-40B4-BE49-F238E27FC236}">
                <a16:creationId xmlns:a16="http://schemas.microsoft.com/office/drawing/2014/main" id="{92D2AFCC-F227-0038-C6D7-9486C360B17B}"/>
              </a:ext>
            </a:extLst>
          </p:cNvPr>
          <p:cNvSpPr>
            <a:spLocks noChangeArrowheads="1"/>
          </p:cNvSpPr>
          <p:nvPr/>
        </p:nvSpPr>
        <p:spPr bwMode="auto">
          <a:xfrm>
            <a:off x="2128838" y="1704975"/>
            <a:ext cx="266700" cy="266700"/>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92168" name="Oval 56">
            <a:extLst>
              <a:ext uri="{FF2B5EF4-FFF2-40B4-BE49-F238E27FC236}">
                <a16:creationId xmlns:a16="http://schemas.microsoft.com/office/drawing/2014/main" id="{FB406A9A-BD9F-98F8-0A4D-2C2F2D73017E}"/>
              </a:ext>
            </a:extLst>
          </p:cNvPr>
          <p:cNvSpPr>
            <a:spLocks noChangeArrowheads="1"/>
          </p:cNvSpPr>
          <p:nvPr/>
        </p:nvSpPr>
        <p:spPr bwMode="auto">
          <a:xfrm>
            <a:off x="3043238" y="866775"/>
            <a:ext cx="266700" cy="266700"/>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92169" name="Oval 57">
            <a:extLst>
              <a:ext uri="{FF2B5EF4-FFF2-40B4-BE49-F238E27FC236}">
                <a16:creationId xmlns:a16="http://schemas.microsoft.com/office/drawing/2014/main" id="{4B7F34FE-CAA8-05BA-DCC4-59A623D4CB04}"/>
              </a:ext>
            </a:extLst>
          </p:cNvPr>
          <p:cNvSpPr>
            <a:spLocks noChangeArrowheads="1"/>
          </p:cNvSpPr>
          <p:nvPr/>
        </p:nvSpPr>
        <p:spPr bwMode="auto">
          <a:xfrm>
            <a:off x="3043238" y="1704975"/>
            <a:ext cx="266700" cy="266700"/>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92170" name="Line 58">
            <a:extLst>
              <a:ext uri="{FF2B5EF4-FFF2-40B4-BE49-F238E27FC236}">
                <a16:creationId xmlns:a16="http://schemas.microsoft.com/office/drawing/2014/main" id="{D8107063-DA0F-3FAA-5744-5F689D42D3E1}"/>
              </a:ext>
            </a:extLst>
          </p:cNvPr>
          <p:cNvSpPr>
            <a:spLocks noChangeShapeType="1"/>
          </p:cNvSpPr>
          <p:nvPr/>
        </p:nvSpPr>
        <p:spPr bwMode="auto">
          <a:xfrm flipV="1">
            <a:off x="738188" y="1076325"/>
            <a:ext cx="457200" cy="2286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71" name="Line 59">
            <a:extLst>
              <a:ext uri="{FF2B5EF4-FFF2-40B4-BE49-F238E27FC236}">
                <a16:creationId xmlns:a16="http://schemas.microsoft.com/office/drawing/2014/main" id="{411EEA4F-84A0-5284-695C-03A7170EACC8}"/>
              </a:ext>
            </a:extLst>
          </p:cNvPr>
          <p:cNvSpPr>
            <a:spLocks noChangeShapeType="1"/>
          </p:cNvSpPr>
          <p:nvPr/>
        </p:nvSpPr>
        <p:spPr bwMode="auto">
          <a:xfrm>
            <a:off x="738188" y="1457325"/>
            <a:ext cx="457200" cy="3810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72" name="Line 60">
            <a:extLst>
              <a:ext uri="{FF2B5EF4-FFF2-40B4-BE49-F238E27FC236}">
                <a16:creationId xmlns:a16="http://schemas.microsoft.com/office/drawing/2014/main" id="{2D8B5776-B775-655B-A820-0D6AF6E81BA5}"/>
              </a:ext>
            </a:extLst>
          </p:cNvPr>
          <p:cNvSpPr>
            <a:spLocks noChangeShapeType="1"/>
          </p:cNvSpPr>
          <p:nvPr/>
        </p:nvSpPr>
        <p:spPr bwMode="auto">
          <a:xfrm>
            <a:off x="1500188" y="1000125"/>
            <a:ext cx="609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73" name="Line 61">
            <a:extLst>
              <a:ext uri="{FF2B5EF4-FFF2-40B4-BE49-F238E27FC236}">
                <a16:creationId xmlns:a16="http://schemas.microsoft.com/office/drawing/2014/main" id="{5DA12456-794F-D835-C17D-5D0C0604CCF8}"/>
              </a:ext>
            </a:extLst>
          </p:cNvPr>
          <p:cNvSpPr>
            <a:spLocks noChangeShapeType="1"/>
          </p:cNvSpPr>
          <p:nvPr/>
        </p:nvSpPr>
        <p:spPr bwMode="auto">
          <a:xfrm>
            <a:off x="1500188" y="1838325"/>
            <a:ext cx="609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74" name="Line 62">
            <a:extLst>
              <a:ext uri="{FF2B5EF4-FFF2-40B4-BE49-F238E27FC236}">
                <a16:creationId xmlns:a16="http://schemas.microsoft.com/office/drawing/2014/main" id="{E60428AF-DA16-42BD-989E-BD07009FDB37}"/>
              </a:ext>
            </a:extLst>
          </p:cNvPr>
          <p:cNvSpPr>
            <a:spLocks noChangeShapeType="1"/>
          </p:cNvSpPr>
          <p:nvPr/>
        </p:nvSpPr>
        <p:spPr bwMode="auto">
          <a:xfrm>
            <a:off x="2414588" y="1000125"/>
            <a:ext cx="609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75" name="Line 63">
            <a:extLst>
              <a:ext uri="{FF2B5EF4-FFF2-40B4-BE49-F238E27FC236}">
                <a16:creationId xmlns:a16="http://schemas.microsoft.com/office/drawing/2014/main" id="{BC47D6A6-8E56-A431-636E-8AFD59878CA0}"/>
              </a:ext>
            </a:extLst>
          </p:cNvPr>
          <p:cNvSpPr>
            <a:spLocks noChangeShapeType="1"/>
          </p:cNvSpPr>
          <p:nvPr/>
        </p:nvSpPr>
        <p:spPr bwMode="auto">
          <a:xfrm>
            <a:off x="2414588" y="1838325"/>
            <a:ext cx="609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76" name="Line 64">
            <a:extLst>
              <a:ext uri="{FF2B5EF4-FFF2-40B4-BE49-F238E27FC236}">
                <a16:creationId xmlns:a16="http://schemas.microsoft.com/office/drawing/2014/main" id="{35646043-EF51-E222-6C9D-E701A90B6B86}"/>
              </a:ext>
            </a:extLst>
          </p:cNvPr>
          <p:cNvSpPr>
            <a:spLocks noChangeShapeType="1"/>
          </p:cNvSpPr>
          <p:nvPr/>
        </p:nvSpPr>
        <p:spPr bwMode="auto">
          <a:xfrm flipH="1" flipV="1">
            <a:off x="2338388" y="1076325"/>
            <a:ext cx="685800" cy="7620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77" name="Line 65">
            <a:extLst>
              <a:ext uri="{FF2B5EF4-FFF2-40B4-BE49-F238E27FC236}">
                <a16:creationId xmlns:a16="http://schemas.microsoft.com/office/drawing/2014/main" id="{A7118683-F0D8-4B1D-0020-47772A73673C}"/>
              </a:ext>
            </a:extLst>
          </p:cNvPr>
          <p:cNvSpPr>
            <a:spLocks noChangeShapeType="1"/>
          </p:cNvSpPr>
          <p:nvPr/>
        </p:nvSpPr>
        <p:spPr bwMode="auto">
          <a:xfrm flipH="1">
            <a:off x="2338388" y="1076325"/>
            <a:ext cx="685800" cy="6858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78" name="Line 66">
            <a:extLst>
              <a:ext uri="{FF2B5EF4-FFF2-40B4-BE49-F238E27FC236}">
                <a16:creationId xmlns:a16="http://schemas.microsoft.com/office/drawing/2014/main" id="{9666AEFF-FC09-3A58-9924-C89E62B9BE5B}"/>
              </a:ext>
            </a:extLst>
          </p:cNvPr>
          <p:cNvSpPr>
            <a:spLocks noChangeShapeType="1"/>
          </p:cNvSpPr>
          <p:nvPr/>
        </p:nvSpPr>
        <p:spPr bwMode="auto">
          <a:xfrm>
            <a:off x="3176588" y="1152525"/>
            <a:ext cx="0" cy="5334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79" name="Freeform 67">
            <a:extLst>
              <a:ext uri="{FF2B5EF4-FFF2-40B4-BE49-F238E27FC236}">
                <a16:creationId xmlns:a16="http://schemas.microsoft.com/office/drawing/2014/main" id="{23EE5715-9210-2BC7-A7A6-AC864706C90A}"/>
              </a:ext>
            </a:extLst>
          </p:cNvPr>
          <p:cNvSpPr>
            <a:spLocks/>
          </p:cNvSpPr>
          <p:nvPr/>
        </p:nvSpPr>
        <p:spPr bwMode="auto">
          <a:xfrm>
            <a:off x="2109788" y="695325"/>
            <a:ext cx="382587" cy="230188"/>
          </a:xfrm>
          <a:custGeom>
            <a:avLst/>
            <a:gdLst>
              <a:gd name="T0" fmla="*/ 2147483646 w 241"/>
              <a:gd name="T1" fmla="*/ 2147483646 h 145"/>
              <a:gd name="T2" fmla="*/ 2147483646 w 241"/>
              <a:gd name="T3" fmla="*/ 0 h 145"/>
              <a:gd name="T4" fmla="*/ 0 w 241"/>
              <a:gd name="T5" fmla="*/ 0 h 145"/>
              <a:gd name="T6" fmla="*/ 2147483646 w 241"/>
              <a:gd name="T7" fmla="*/ 2147483646 h 145"/>
              <a:gd name="T8" fmla="*/ 0 60000 65536"/>
              <a:gd name="T9" fmla="*/ 0 60000 65536"/>
              <a:gd name="T10" fmla="*/ 0 60000 65536"/>
              <a:gd name="T11" fmla="*/ 0 60000 65536"/>
              <a:gd name="T12" fmla="*/ 0 w 241"/>
              <a:gd name="T13" fmla="*/ 0 h 145"/>
              <a:gd name="T14" fmla="*/ 241 w 241"/>
              <a:gd name="T15" fmla="*/ 145 h 145"/>
            </a:gdLst>
            <a:ahLst/>
            <a:cxnLst>
              <a:cxn ang="T8">
                <a:pos x="T0" y="T1"/>
              </a:cxn>
              <a:cxn ang="T9">
                <a:pos x="T2" y="T3"/>
              </a:cxn>
              <a:cxn ang="T10">
                <a:pos x="T4" y="T5"/>
              </a:cxn>
              <a:cxn ang="T11">
                <a:pos x="T6" y="T7"/>
              </a:cxn>
            </a:cxnLst>
            <a:rect l="T12" t="T13" r="T14" b="T15"/>
            <a:pathLst>
              <a:path w="241" h="145">
                <a:moveTo>
                  <a:pt x="144" y="144"/>
                </a:moveTo>
                <a:lnTo>
                  <a:pt x="240" y="0"/>
                </a:lnTo>
                <a:lnTo>
                  <a:pt x="0" y="0"/>
                </a:lnTo>
                <a:lnTo>
                  <a:pt x="96" y="96"/>
                </a:lnTo>
              </a:path>
            </a:pathLst>
          </a:custGeom>
          <a:noFill/>
          <a:ln w="12700" cap="rnd" cmpd="sng">
            <a:solidFill>
              <a:schemeClr val="tx1"/>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180" name="Freeform 68">
            <a:extLst>
              <a:ext uri="{FF2B5EF4-FFF2-40B4-BE49-F238E27FC236}">
                <a16:creationId xmlns:a16="http://schemas.microsoft.com/office/drawing/2014/main" id="{01D2BDE6-0587-98E2-53C6-C81D3350ED6F}"/>
              </a:ext>
            </a:extLst>
          </p:cNvPr>
          <p:cNvSpPr>
            <a:spLocks/>
          </p:cNvSpPr>
          <p:nvPr/>
        </p:nvSpPr>
        <p:spPr bwMode="auto">
          <a:xfrm>
            <a:off x="2109788" y="1990725"/>
            <a:ext cx="306387" cy="230188"/>
          </a:xfrm>
          <a:custGeom>
            <a:avLst/>
            <a:gdLst>
              <a:gd name="T0" fmla="*/ 2147483646 w 193"/>
              <a:gd name="T1" fmla="*/ 0 h 145"/>
              <a:gd name="T2" fmla="*/ 2147483646 w 193"/>
              <a:gd name="T3" fmla="*/ 2147483646 h 145"/>
              <a:gd name="T4" fmla="*/ 0 w 193"/>
              <a:gd name="T5" fmla="*/ 2147483646 h 145"/>
              <a:gd name="T6" fmla="*/ 2147483646 w 193"/>
              <a:gd name="T7" fmla="*/ 0 h 145"/>
              <a:gd name="T8" fmla="*/ 0 60000 65536"/>
              <a:gd name="T9" fmla="*/ 0 60000 65536"/>
              <a:gd name="T10" fmla="*/ 0 60000 65536"/>
              <a:gd name="T11" fmla="*/ 0 60000 65536"/>
              <a:gd name="T12" fmla="*/ 0 w 193"/>
              <a:gd name="T13" fmla="*/ 0 h 145"/>
              <a:gd name="T14" fmla="*/ 193 w 193"/>
              <a:gd name="T15" fmla="*/ 145 h 145"/>
            </a:gdLst>
            <a:ahLst/>
            <a:cxnLst>
              <a:cxn ang="T8">
                <a:pos x="T0" y="T1"/>
              </a:cxn>
              <a:cxn ang="T9">
                <a:pos x="T2" y="T3"/>
              </a:cxn>
              <a:cxn ang="T10">
                <a:pos x="T4" y="T5"/>
              </a:cxn>
              <a:cxn ang="T11">
                <a:pos x="T6" y="T7"/>
              </a:cxn>
            </a:cxnLst>
            <a:rect l="T12" t="T13" r="T14" b="T15"/>
            <a:pathLst>
              <a:path w="193" h="145">
                <a:moveTo>
                  <a:pt x="96" y="0"/>
                </a:moveTo>
                <a:lnTo>
                  <a:pt x="192" y="144"/>
                </a:lnTo>
                <a:lnTo>
                  <a:pt x="0" y="144"/>
                </a:lnTo>
                <a:lnTo>
                  <a:pt x="48" y="0"/>
                </a:lnTo>
              </a:path>
            </a:pathLst>
          </a:custGeom>
          <a:noFill/>
          <a:ln w="12700" cap="rnd" cmpd="sng">
            <a:solidFill>
              <a:schemeClr val="tx1"/>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181" name="Rectangle 69">
            <a:extLst>
              <a:ext uri="{FF2B5EF4-FFF2-40B4-BE49-F238E27FC236}">
                <a16:creationId xmlns:a16="http://schemas.microsoft.com/office/drawing/2014/main" id="{394194D6-F10D-9757-BA06-7740BEC41258}"/>
              </a:ext>
            </a:extLst>
          </p:cNvPr>
          <p:cNvSpPr>
            <a:spLocks noChangeArrowheads="1"/>
          </p:cNvSpPr>
          <p:nvPr/>
        </p:nvSpPr>
        <p:spPr bwMode="auto">
          <a:xfrm>
            <a:off x="436563" y="125095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0</a:t>
            </a:r>
          </a:p>
        </p:txBody>
      </p:sp>
      <p:sp>
        <p:nvSpPr>
          <p:cNvPr id="92182" name="Rectangle 70">
            <a:extLst>
              <a:ext uri="{FF2B5EF4-FFF2-40B4-BE49-F238E27FC236}">
                <a16:creationId xmlns:a16="http://schemas.microsoft.com/office/drawing/2014/main" id="{ACCD5307-82FE-5354-735B-8CB815D245DC}"/>
              </a:ext>
            </a:extLst>
          </p:cNvPr>
          <p:cNvSpPr>
            <a:spLocks noChangeArrowheads="1"/>
          </p:cNvSpPr>
          <p:nvPr/>
        </p:nvSpPr>
        <p:spPr bwMode="auto">
          <a:xfrm>
            <a:off x="1176338" y="86995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1</a:t>
            </a:r>
          </a:p>
        </p:txBody>
      </p:sp>
      <p:sp>
        <p:nvSpPr>
          <p:cNvPr id="92183" name="Rectangle 71">
            <a:extLst>
              <a:ext uri="{FF2B5EF4-FFF2-40B4-BE49-F238E27FC236}">
                <a16:creationId xmlns:a16="http://schemas.microsoft.com/office/drawing/2014/main" id="{7CD485CB-A693-C894-3C89-4E51E6C758A5}"/>
              </a:ext>
            </a:extLst>
          </p:cNvPr>
          <p:cNvSpPr>
            <a:spLocks noChangeArrowheads="1"/>
          </p:cNvSpPr>
          <p:nvPr/>
        </p:nvSpPr>
        <p:spPr bwMode="auto">
          <a:xfrm>
            <a:off x="1198563" y="170815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2</a:t>
            </a:r>
          </a:p>
        </p:txBody>
      </p:sp>
      <p:sp>
        <p:nvSpPr>
          <p:cNvPr id="92184" name="Rectangle 72">
            <a:extLst>
              <a:ext uri="{FF2B5EF4-FFF2-40B4-BE49-F238E27FC236}">
                <a16:creationId xmlns:a16="http://schemas.microsoft.com/office/drawing/2014/main" id="{67E96CC1-EE0B-5F16-CC04-5159F6F34E59}"/>
              </a:ext>
            </a:extLst>
          </p:cNvPr>
          <p:cNvSpPr>
            <a:spLocks noChangeArrowheads="1"/>
          </p:cNvSpPr>
          <p:nvPr/>
        </p:nvSpPr>
        <p:spPr bwMode="auto">
          <a:xfrm>
            <a:off x="2112963" y="86995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3</a:t>
            </a:r>
          </a:p>
        </p:txBody>
      </p:sp>
      <p:sp>
        <p:nvSpPr>
          <p:cNvPr id="92185" name="Rectangle 73">
            <a:extLst>
              <a:ext uri="{FF2B5EF4-FFF2-40B4-BE49-F238E27FC236}">
                <a16:creationId xmlns:a16="http://schemas.microsoft.com/office/drawing/2014/main" id="{2D01D4CA-50F5-6216-F1F5-F3597060481E}"/>
              </a:ext>
            </a:extLst>
          </p:cNvPr>
          <p:cNvSpPr>
            <a:spLocks noChangeArrowheads="1"/>
          </p:cNvSpPr>
          <p:nvPr/>
        </p:nvSpPr>
        <p:spPr bwMode="auto">
          <a:xfrm>
            <a:off x="3027363" y="86995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4</a:t>
            </a:r>
          </a:p>
        </p:txBody>
      </p:sp>
      <p:sp>
        <p:nvSpPr>
          <p:cNvPr id="92186" name="Rectangle 74">
            <a:extLst>
              <a:ext uri="{FF2B5EF4-FFF2-40B4-BE49-F238E27FC236}">
                <a16:creationId xmlns:a16="http://schemas.microsoft.com/office/drawing/2014/main" id="{F0D565D3-CABF-1B37-5BF2-3DDAD43AC78D}"/>
              </a:ext>
            </a:extLst>
          </p:cNvPr>
          <p:cNvSpPr>
            <a:spLocks noChangeArrowheads="1"/>
          </p:cNvSpPr>
          <p:nvPr/>
        </p:nvSpPr>
        <p:spPr bwMode="auto">
          <a:xfrm>
            <a:off x="2170113" y="170815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5</a:t>
            </a:r>
          </a:p>
        </p:txBody>
      </p:sp>
      <p:sp>
        <p:nvSpPr>
          <p:cNvPr id="92187" name="Rectangle 75">
            <a:extLst>
              <a:ext uri="{FF2B5EF4-FFF2-40B4-BE49-F238E27FC236}">
                <a16:creationId xmlns:a16="http://schemas.microsoft.com/office/drawing/2014/main" id="{26DFAB1D-F4E5-21FA-6DE8-4D6C10D545B1}"/>
              </a:ext>
            </a:extLst>
          </p:cNvPr>
          <p:cNvSpPr>
            <a:spLocks noChangeArrowheads="1"/>
          </p:cNvSpPr>
          <p:nvPr/>
        </p:nvSpPr>
        <p:spPr bwMode="auto">
          <a:xfrm>
            <a:off x="3027363" y="170815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6</a:t>
            </a:r>
          </a:p>
        </p:txBody>
      </p:sp>
      <p:sp>
        <p:nvSpPr>
          <p:cNvPr id="92188" name="Rectangle 76">
            <a:extLst>
              <a:ext uri="{FF2B5EF4-FFF2-40B4-BE49-F238E27FC236}">
                <a16:creationId xmlns:a16="http://schemas.microsoft.com/office/drawing/2014/main" id="{39B5155A-E41E-6025-A3AA-53EFCCF69DB4}"/>
              </a:ext>
            </a:extLst>
          </p:cNvPr>
          <p:cNvSpPr>
            <a:spLocks noChangeArrowheads="1"/>
          </p:cNvSpPr>
          <p:nvPr/>
        </p:nvSpPr>
        <p:spPr bwMode="auto">
          <a:xfrm>
            <a:off x="722313" y="102235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a</a:t>
            </a:r>
          </a:p>
        </p:txBody>
      </p:sp>
      <p:sp>
        <p:nvSpPr>
          <p:cNvPr id="92189" name="Rectangle 77">
            <a:extLst>
              <a:ext uri="{FF2B5EF4-FFF2-40B4-BE49-F238E27FC236}">
                <a16:creationId xmlns:a16="http://schemas.microsoft.com/office/drawing/2014/main" id="{3FE76F17-37B2-2D82-25D3-4E9AC0A184CF}"/>
              </a:ext>
            </a:extLst>
          </p:cNvPr>
          <p:cNvSpPr>
            <a:spLocks noChangeArrowheads="1"/>
          </p:cNvSpPr>
          <p:nvPr/>
        </p:nvSpPr>
        <p:spPr bwMode="auto">
          <a:xfrm>
            <a:off x="798513" y="1403350"/>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b</a:t>
            </a:r>
          </a:p>
        </p:txBody>
      </p:sp>
      <p:sp>
        <p:nvSpPr>
          <p:cNvPr id="92190" name="Rectangle 78">
            <a:extLst>
              <a:ext uri="{FF2B5EF4-FFF2-40B4-BE49-F238E27FC236}">
                <a16:creationId xmlns:a16="http://schemas.microsoft.com/office/drawing/2014/main" id="{ABB86A55-3C86-455B-370E-3425F3CA3423}"/>
              </a:ext>
            </a:extLst>
          </p:cNvPr>
          <p:cNvSpPr>
            <a:spLocks noChangeArrowheads="1"/>
          </p:cNvSpPr>
          <p:nvPr/>
        </p:nvSpPr>
        <p:spPr bwMode="auto">
          <a:xfrm>
            <a:off x="1636713" y="71755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a</a:t>
            </a:r>
          </a:p>
        </p:txBody>
      </p:sp>
      <p:sp>
        <p:nvSpPr>
          <p:cNvPr id="92191" name="Rectangle 79">
            <a:extLst>
              <a:ext uri="{FF2B5EF4-FFF2-40B4-BE49-F238E27FC236}">
                <a16:creationId xmlns:a16="http://schemas.microsoft.com/office/drawing/2014/main" id="{27712A5E-8AD2-0B1F-777D-468E9FA6DC35}"/>
              </a:ext>
            </a:extLst>
          </p:cNvPr>
          <p:cNvSpPr>
            <a:spLocks noChangeArrowheads="1"/>
          </p:cNvSpPr>
          <p:nvPr/>
        </p:nvSpPr>
        <p:spPr bwMode="auto">
          <a:xfrm>
            <a:off x="2398713" y="620713"/>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a</a:t>
            </a:r>
          </a:p>
        </p:txBody>
      </p:sp>
      <p:sp>
        <p:nvSpPr>
          <p:cNvPr id="92192" name="Rectangle 80">
            <a:extLst>
              <a:ext uri="{FF2B5EF4-FFF2-40B4-BE49-F238E27FC236}">
                <a16:creationId xmlns:a16="http://schemas.microsoft.com/office/drawing/2014/main" id="{D42D5C9C-B8BD-D566-5292-DBCBADB3078C}"/>
              </a:ext>
            </a:extLst>
          </p:cNvPr>
          <p:cNvSpPr>
            <a:spLocks noChangeArrowheads="1"/>
          </p:cNvSpPr>
          <p:nvPr/>
        </p:nvSpPr>
        <p:spPr bwMode="auto">
          <a:xfrm>
            <a:off x="2627313" y="793750"/>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b</a:t>
            </a:r>
          </a:p>
        </p:txBody>
      </p:sp>
      <p:sp>
        <p:nvSpPr>
          <p:cNvPr id="92193" name="Rectangle 81">
            <a:extLst>
              <a:ext uri="{FF2B5EF4-FFF2-40B4-BE49-F238E27FC236}">
                <a16:creationId xmlns:a16="http://schemas.microsoft.com/office/drawing/2014/main" id="{9C36C523-6DD0-9612-A37C-CB7AE8BF7F02}"/>
              </a:ext>
            </a:extLst>
          </p:cNvPr>
          <p:cNvSpPr>
            <a:spLocks noChangeArrowheads="1"/>
          </p:cNvSpPr>
          <p:nvPr/>
        </p:nvSpPr>
        <p:spPr bwMode="auto">
          <a:xfrm>
            <a:off x="2493963" y="163195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a</a:t>
            </a:r>
          </a:p>
        </p:txBody>
      </p:sp>
      <p:sp>
        <p:nvSpPr>
          <p:cNvPr id="92194" name="Rectangle 82">
            <a:extLst>
              <a:ext uri="{FF2B5EF4-FFF2-40B4-BE49-F238E27FC236}">
                <a16:creationId xmlns:a16="http://schemas.microsoft.com/office/drawing/2014/main" id="{407DD298-C765-4DA7-06F3-F8205EF66493}"/>
              </a:ext>
            </a:extLst>
          </p:cNvPr>
          <p:cNvSpPr>
            <a:spLocks noChangeArrowheads="1"/>
          </p:cNvSpPr>
          <p:nvPr/>
        </p:nvSpPr>
        <p:spPr bwMode="auto">
          <a:xfrm>
            <a:off x="1579563" y="1631950"/>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b</a:t>
            </a:r>
          </a:p>
        </p:txBody>
      </p:sp>
      <p:sp>
        <p:nvSpPr>
          <p:cNvPr id="92195" name="Rectangle 83">
            <a:extLst>
              <a:ext uri="{FF2B5EF4-FFF2-40B4-BE49-F238E27FC236}">
                <a16:creationId xmlns:a16="http://schemas.microsoft.com/office/drawing/2014/main" id="{36DB02BE-1B52-C37A-000C-8A7B51339D58}"/>
              </a:ext>
            </a:extLst>
          </p:cNvPr>
          <p:cNvSpPr>
            <a:spLocks noChangeArrowheads="1"/>
          </p:cNvSpPr>
          <p:nvPr/>
        </p:nvSpPr>
        <p:spPr bwMode="auto">
          <a:xfrm>
            <a:off x="2779713" y="147955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a</a:t>
            </a:r>
          </a:p>
        </p:txBody>
      </p:sp>
      <p:sp>
        <p:nvSpPr>
          <p:cNvPr id="92196" name="Rectangle 84">
            <a:extLst>
              <a:ext uri="{FF2B5EF4-FFF2-40B4-BE49-F238E27FC236}">
                <a16:creationId xmlns:a16="http://schemas.microsoft.com/office/drawing/2014/main" id="{B4D09877-CB97-03DC-6209-74CF4B28E581}"/>
              </a:ext>
            </a:extLst>
          </p:cNvPr>
          <p:cNvSpPr>
            <a:spLocks noChangeArrowheads="1"/>
          </p:cNvSpPr>
          <p:nvPr/>
        </p:nvSpPr>
        <p:spPr bwMode="auto">
          <a:xfrm>
            <a:off x="2722563" y="1174750"/>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b</a:t>
            </a:r>
          </a:p>
        </p:txBody>
      </p:sp>
      <p:sp>
        <p:nvSpPr>
          <p:cNvPr id="92197" name="Rectangle 85">
            <a:extLst>
              <a:ext uri="{FF2B5EF4-FFF2-40B4-BE49-F238E27FC236}">
                <a16:creationId xmlns:a16="http://schemas.microsoft.com/office/drawing/2014/main" id="{BC26D139-2F3F-7804-F323-1F0482819CBA}"/>
              </a:ext>
            </a:extLst>
          </p:cNvPr>
          <p:cNvSpPr>
            <a:spLocks noChangeArrowheads="1"/>
          </p:cNvSpPr>
          <p:nvPr/>
        </p:nvSpPr>
        <p:spPr bwMode="auto">
          <a:xfrm>
            <a:off x="2265363" y="2012950"/>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b</a:t>
            </a:r>
          </a:p>
        </p:txBody>
      </p:sp>
      <p:sp>
        <p:nvSpPr>
          <p:cNvPr id="92198" name="Arc 86">
            <a:extLst>
              <a:ext uri="{FF2B5EF4-FFF2-40B4-BE49-F238E27FC236}">
                <a16:creationId xmlns:a16="http://schemas.microsoft.com/office/drawing/2014/main" id="{21BCFA0E-FBD4-1DA2-11C6-A51300E26601}"/>
              </a:ext>
            </a:extLst>
          </p:cNvPr>
          <p:cNvSpPr>
            <a:spLocks/>
          </p:cNvSpPr>
          <p:nvPr/>
        </p:nvSpPr>
        <p:spPr bwMode="auto">
          <a:xfrm>
            <a:off x="1347788" y="1154113"/>
            <a:ext cx="230187" cy="304800"/>
          </a:xfrm>
          <a:custGeom>
            <a:avLst/>
            <a:gdLst>
              <a:gd name="T0" fmla="*/ 0 w 21750"/>
              <a:gd name="T1" fmla="*/ 2147483646 h 21600"/>
              <a:gd name="T2" fmla="*/ 2147483646 w 21750"/>
              <a:gd name="T3" fmla="*/ 2147483646 h 21600"/>
              <a:gd name="T4" fmla="*/ 2147483646 w 21750"/>
              <a:gd name="T5" fmla="*/ 2147483646 h 21600"/>
              <a:gd name="T6" fmla="*/ 0 60000 65536"/>
              <a:gd name="T7" fmla="*/ 0 60000 65536"/>
              <a:gd name="T8" fmla="*/ 0 60000 65536"/>
              <a:gd name="T9" fmla="*/ 0 w 21750"/>
              <a:gd name="T10" fmla="*/ 0 h 21600"/>
              <a:gd name="T11" fmla="*/ 21750 w 21750"/>
              <a:gd name="T12" fmla="*/ 21600 h 21600"/>
            </a:gdLst>
            <a:ahLst/>
            <a:cxnLst>
              <a:cxn ang="T6">
                <a:pos x="T0" y="T1"/>
              </a:cxn>
              <a:cxn ang="T7">
                <a:pos x="T2" y="T3"/>
              </a:cxn>
              <a:cxn ang="T8">
                <a:pos x="T4" y="T5"/>
              </a:cxn>
            </a:cxnLst>
            <a:rect l="T9" t="T10" r="T11" b="T12"/>
            <a:pathLst>
              <a:path w="21750" h="21600" fill="none" extrusionOk="0">
                <a:moveTo>
                  <a:pt x="-1" y="0"/>
                </a:moveTo>
                <a:cubicBezTo>
                  <a:pt x="49" y="0"/>
                  <a:pt x="99" y="-1"/>
                  <a:pt x="150" y="0"/>
                </a:cubicBezTo>
                <a:cubicBezTo>
                  <a:pt x="12079" y="0"/>
                  <a:pt x="21750" y="9670"/>
                  <a:pt x="21750" y="21600"/>
                </a:cubicBezTo>
              </a:path>
              <a:path w="21750" h="21600" stroke="0" extrusionOk="0">
                <a:moveTo>
                  <a:pt x="-1" y="0"/>
                </a:moveTo>
                <a:cubicBezTo>
                  <a:pt x="49" y="0"/>
                  <a:pt x="99" y="-1"/>
                  <a:pt x="150" y="0"/>
                </a:cubicBezTo>
                <a:cubicBezTo>
                  <a:pt x="12079" y="0"/>
                  <a:pt x="21750" y="9670"/>
                  <a:pt x="21750" y="21600"/>
                </a:cubicBezTo>
                <a:lnTo>
                  <a:pt x="150" y="21600"/>
                </a:lnTo>
                <a:lnTo>
                  <a:pt x="-1" y="0"/>
                </a:lnTo>
                <a:close/>
              </a:path>
            </a:pathLst>
          </a:custGeom>
          <a:noFill/>
          <a:ln w="12700" cap="rnd">
            <a:solidFill>
              <a:schemeClr val="tx1"/>
            </a:solidFill>
            <a:round/>
            <a:headEnd type="stealth" w="med" len="med"/>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199" name="Arc 87">
            <a:extLst>
              <a:ext uri="{FF2B5EF4-FFF2-40B4-BE49-F238E27FC236}">
                <a16:creationId xmlns:a16="http://schemas.microsoft.com/office/drawing/2014/main" id="{42070DD0-1EEC-5375-01B0-5E292464A702}"/>
              </a:ext>
            </a:extLst>
          </p:cNvPr>
          <p:cNvSpPr>
            <a:spLocks/>
          </p:cNvSpPr>
          <p:nvPr/>
        </p:nvSpPr>
        <p:spPr bwMode="auto">
          <a:xfrm>
            <a:off x="1500188" y="1381125"/>
            <a:ext cx="76200" cy="457200"/>
          </a:xfrm>
          <a:custGeom>
            <a:avLst/>
            <a:gdLst>
              <a:gd name="T0" fmla="*/ 2147483646 w 21600"/>
              <a:gd name="T1" fmla="*/ 0 h 21600"/>
              <a:gd name="T2" fmla="*/ 0 w 21600"/>
              <a:gd name="T3" fmla="*/ 2147483646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2200" name="Line 88">
            <a:extLst>
              <a:ext uri="{FF2B5EF4-FFF2-40B4-BE49-F238E27FC236}">
                <a16:creationId xmlns:a16="http://schemas.microsoft.com/office/drawing/2014/main" id="{E944FB24-398B-94C1-A5BE-00C368C9473F}"/>
              </a:ext>
            </a:extLst>
          </p:cNvPr>
          <p:cNvSpPr>
            <a:spLocks noChangeShapeType="1"/>
          </p:cNvSpPr>
          <p:nvPr/>
        </p:nvSpPr>
        <p:spPr bwMode="auto">
          <a:xfrm>
            <a:off x="1271588" y="1152525"/>
            <a:ext cx="0" cy="5334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201" name="Rectangle 89">
            <a:extLst>
              <a:ext uri="{FF2B5EF4-FFF2-40B4-BE49-F238E27FC236}">
                <a16:creationId xmlns:a16="http://schemas.microsoft.com/office/drawing/2014/main" id="{B6C040F3-4733-0885-E743-C673DC26F273}"/>
              </a:ext>
            </a:extLst>
          </p:cNvPr>
          <p:cNvSpPr>
            <a:spLocks noChangeArrowheads="1"/>
          </p:cNvSpPr>
          <p:nvPr/>
        </p:nvSpPr>
        <p:spPr bwMode="auto">
          <a:xfrm>
            <a:off x="969963" y="1250950"/>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b</a:t>
            </a:r>
          </a:p>
        </p:txBody>
      </p:sp>
      <p:sp>
        <p:nvSpPr>
          <p:cNvPr id="92202" name="Rectangle 90">
            <a:extLst>
              <a:ext uri="{FF2B5EF4-FFF2-40B4-BE49-F238E27FC236}">
                <a16:creationId xmlns:a16="http://schemas.microsoft.com/office/drawing/2014/main" id="{3A06ED2C-B145-E02E-0E82-122B04829944}"/>
              </a:ext>
            </a:extLst>
          </p:cNvPr>
          <p:cNvSpPr>
            <a:spLocks noChangeArrowheads="1"/>
          </p:cNvSpPr>
          <p:nvPr/>
        </p:nvSpPr>
        <p:spPr bwMode="auto">
          <a:xfrm>
            <a:off x="1503363" y="132715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a</a:t>
            </a:r>
          </a:p>
        </p:txBody>
      </p:sp>
      <p:sp>
        <p:nvSpPr>
          <p:cNvPr id="92203" name="Rectangle 91">
            <a:extLst>
              <a:ext uri="{FF2B5EF4-FFF2-40B4-BE49-F238E27FC236}">
                <a16:creationId xmlns:a16="http://schemas.microsoft.com/office/drawing/2014/main" id="{2A10EEC7-9DB0-4A16-1B02-6AB2449B5843}"/>
              </a:ext>
            </a:extLst>
          </p:cNvPr>
          <p:cNvSpPr>
            <a:spLocks noChangeArrowheads="1"/>
          </p:cNvSpPr>
          <p:nvPr/>
        </p:nvSpPr>
        <p:spPr bwMode="auto">
          <a:xfrm>
            <a:off x="3160713" y="132715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a</a:t>
            </a:r>
          </a:p>
        </p:txBody>
      </p:sp>
      <p:sp>
        <p:nvSpPr>
          <p:cNvPr id="92204" name="Rectangle 92">
            <a:extLst>
              <a:ext uri="{FF2B5EF4-FFF2-40B4-BE49-F238E27FC236}">
                <a16:creationId xmlns:a16="http://schemas.microsoft.com/office/drawing/2014/main" id="{22E44B1E-06C8-7B39-4D4B-81D32B5AAB67}"/>
              </a:ext>
            </a:extLst>
          </p:cNvPr>
          <p:cNvSpPr>
            <a:spLocks noChangeArrowheads="1"/>
          </p:cNvSpPr>
          <p:nvPr/>
        </p:nvSpPr>
        <p:spPr bwMode="auto">
          <a:xfrm>
            <a:off x="3408363" y="1327150"/>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b</a:t>
            </a:r>
          </a:p>
        </p:txBody>
      </p:sp>
      <p:sp>
        <p:nvSpPr>
          <p:cNvPr id="865373" name="Oval 93">
            <a:extLst>
              <a:ext uri="{FF2B5EF4-FFF2-40B4-BE49-F238E27FC236}">
                <a16:creationId xmlns:a16="http://schemas.microsoft.com/office/drawing/2014/main" id="{FCA1DE2F-47AD-BEF4-0735-92B7D5A5F89B}"/>
              </a:ext>
            </a:extLst>
          </p:cNvPr>
          <p:cNvSpPr>
            <a:spLocks noChangeArrowheads="1"/>
          </p:cNvSpPr>
          <p:nvPr/>
        </p:nvSpPr>
        <p:spPr bwMode="auto">
          <a:xfrm>
            <a:off x="5676900" y="1119188"/>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ea typeface="宋体" panose="02010600030101010101" pitchFamily="2" charset="-122"/>
              </a:rPr>
              <a:t>0</a:t>
            </a:r>
          </a:p>
        </p:txBody>
      </p:sp>
      <p:sp>
        <p:nvSpPr>
          <p:cNvPr id="865374" name="Oval 94">
            <a:extLst>
              <a:ext uri="{FF2B5EF4-FFF2-40B4-BE49-F238E27FC236}">
                <a16:creationId xmlns:a16="http://schemas.microsoft.com/office/drawing/2014/main" id="{BD320516-9E0A-A3A2-B5FF-A7971C60497D}"/>
              </a:ext>
            </a:extLst>
          </p:cNvPr>
          <p:cNvSpPr>
            <a:spLocks noChangeArrowheads="1"/>
          </p:cNvSpPr>
          <p:nvPr/>
        </p:nvSpPr>
        <p:spPr bwMode="auto">
          <a:xfrm>
            <a:off x="6464300" y="874713"/>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ea typeface="宋体" panose="02010600030101010101" pitchFamily="2" charset="-122"/>
              </a:rPr>
              <a:t>1</a:t>
            </a:r>
          </a:p>
        </p:txBody>
      </p:sp>
      <p:sp>
        <p:nvSpPr>
          <p:cNvPr id="865375" name="Oval 95">
            <a:extLst>
              <a:ext uri="{FF2B5EF4-FFF2-40B4-BE49-F238E27FC236}">
                <a16:creationId xmlns:a16="http://schemas.microsoft.com/office/drawing/2014/main" id="{6839C690-DD11-1B08-E644-409C4E4AFE8E}"/>
              </a:ext>
            </a:extLst>
          </p:cNvPr>
          <p:cNvSpPr>
            <a:spLocks noChangeArrowheads="1"/>
          </p:cNvSpPr>
          <p:nvPr/>
        </p:nvSpPr>
        <p:spPr bwMode="auto">
          <a:xfrm>
            <a:off x="6472238" y="1624013"/>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ea typeface="宋体" panose="02010600030101010101" pitchFamily="2" charset="-122"/>
              </a:rPr>
              <a:t>2</a:t>
            </a:r>
          </a:p>
        </p:txBody>
      </p:sp>
      <p:sp>
        <p:nvSpPr>
          <p:cNvPr id="865376" name="Oval 96">
            <a:extLst>
              <a:ext uri="{FF2B5EF4-FFF2-40B4-BE49-F238E27FC236}">
                <a16:creationId xmlns:a16="http://schemas.microsoft.com/office/drawing/2014/main" id="{E1578CCB-B07A-4299-1CB1-CB5F7DD49646}"/>
              </a:ext>
            </a:extLst>
          </p:cNvPr>
          <p:cNvSpPr>
            <a:spLocks noChangeArrowheads="1"/>
          </p:cNvSpPr>
          <p:nvPr/>
        </p:nvSpPr>
        <p:spPr bwMode="auto">
          <a:xfrm>
            <a:off x="7475538" y="1128713"/>
            <a:ext cx="266700" cy="266700"/>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ea typeface="宋体" panose="02010600030101010101" pitchFamily="2" charset="-122"/>
              </a:rPr>
              <a:t>3</a:t>
            </a:r>
          </a:p>
        </p:txBody>
      </p:sp>
      <p:sp>
        <p:nvSpPr>
          <p:cNvPr id="865377" name="Line 97">
            <a:extLst>
              <a:ext uri="{FF2B5EF4-FFF2-40B4-BE49-F238E27FC236}">
                <a16:creationId xmlns:a16="http://schemas.microsoft.com/office/drawing/2014/main" id="{5C7BAB88-1B87-F248-6F25-5C1131033EB2}"/>
              </a:ext>
            </a:extLst>
          </p:cNvPr>
          <p:cNvSpPr>
            <a:spLocks noChangeShapeType="1"/>
          </p:cNvSpPr>
          <p:nvPr/>
        </p:nvSpPr>
        <p:spPr bwMode="auto">
          <a:xfrm flipV="1">
            <a:off x="6008688" y="1033463"/>
            <a:ext cx="457200" cy="1524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5378" name="Line 98">
            <a:extLst>
              <a:ext uri="{FF2B5EF4-FFF2-40B4-BE49-F238E27FC236}">
                <a16:creationId xmlns:a16="http://schemas.microsoft.com/office/drawing/2014/main" id="{16F6A666-C22D-0FD9-4B10-5B9E3E721349}"/>
              </a:ext>
            </a:extLst>
          </p:cNvPr>
          <p:cNvSpPr>
            <a:spLocks noChangeShapeType="1"/>
          </p:cNvSpPr>
          <p:nvPr/>
        </p:nvSpPr>
        <p:spPr bwMode="auto">
          <a:xfrm>
            <a:off x="5964238" y="1335088"/>
            <a:ext cx="533400" cy="3048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5379" name="Line 99">
            <a:extLst>
              <a:ext uri="{FF2B5EF4-FFF2-40B4-BE49-F238E27FC236}">
                <a16:creationId xmlns:a16="http://schemas.microsoft.com/office/drawing/2014/main" id="{B011C92F-8A16-6B41-7F11-9AB99D2AA8ED}"/>
              </a:ext>
            </a:extLst>
          </p:cNvPr>
          <p:cNvSpPr>
            <a:spLocks noChangeShapeType="1"/>
          </p:cNvSpPr>
          <p:nvPr/>
        </p:nvSpPr>
        <p:spPr bwMode="auto">
          <a:xfrm>
            <a:off x="6705600" y="1020763"/>
            <a:ext cx="771525" cy="242887"/>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5380" name="Line 100">
            <a:extLst>
              <a:ext uri="{FF2B5EF4-FFF2-40B4-BE49-F238E27FC236}">
                <a16:creationId xmlns:a16="http://schemas.microsoft.com/office/drawing/2014/main" id="{C4BA386D-E7BB-1EB9-F0B1-E3B4C57E5902}"/>
              </a:ext>
            </a:extLst>
          </p:cNvPr>
          <p:cNvSpPr>
            <a:spLocks noChangeShapeType="1"/>
          </p:cNvSpPr>
          <p:nvPr/>
        </p:nvSpPr>
        <p:spPr bwMode="auto">
          <a:xfrm flipV="1">
            <a:off x="6762750" y="1335088"/>
            <a:ext cx="785813" cy="4318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5381" name="Line 101">
            <a:extLst>
              <a:ext uri="{FF2B5EF4-FFF2-40B4-BE49-F238E27FC236}">
                <a16:creationId xmlns:a16="http://schemas.microsoft.com/office/drawing/2014/main" id="{BF2D7A6A-D564-3DE9-053C-BCE13D2865E3}"/>
              </a:ext>
            </a:extLst>
          </p:cNvPr>
          <p:cNvSpPr>
            <a:spLocks noChangeShapeType="1"/>
          </p:cNvSpPr>
          <p:nvPr/>
        </p:nvSpPr>
        <p:spPr bwMode="auto">
          <a:xfrm>
            <a:off x="6540500" y="1173163"/>
            <a:ext cx="0" cy="45085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5382" name="Arc 102">
            <a:extLst>
              <a:ext uri="{FF2B5EF4-FFF2-40B4-BE49-F238E27FC236}">
                <a16:creationId xmlns:a16="http://schemas.microsoft.com/office/drawing/2014/main" id="{5BC434B5-9F01-1208-5CAF-1E247C16EFEF}"/>
              </a:ext>
            </a:extLst>
          </p:cNvPr>
          <p:cNvSpPr>
            <a:spLocks/>
          </p:cNvSpPr>
          <p:nvPr/>
        </p:nvSpPr>
        <p:spPr bwMode="auto">
          <a:xfrm>
            <a:off x="6580188" y="1179513"/>
            <a:ext cx="230187" cy="228600"/>
          </a:xfrm>
          <a:custGeom>
            <a:avLst/>
            <a:gdLst>
              <a:gd name="T0" fmla="*/ 0 w 21750"/>
              <a:gd name="T1" fmla="*/ 2147483646 h 21600"/>
              <a:gd name="T2" fmla="*/ 2147483646 w 21750"/>
              <a:gd name="T3" fmla="*/ 2147483646 h 21600"/>
              <a:gd name="T4" fmla="*/ 2147483646 w 21750"/>
              <a:gd name="T5" fmla="*/ 2147483646 h 21600"/>
              <a:gd name="T6" fmla="*/ 0 60000 65536"/>
              <a:gd name="T7" fmla="*/ 0 60000 65536"/>
              <a:gd name="T8" fmla="*/ 0 60000 65536"/>
              <a:gd name="T9" fmla="*/ 0 w 21750"/>
              <a:gd name="T10" fmla="*/ 0 h 21600"/>
              <a:gd name="T11" fmla="*/ 21750 w 21750"/>
              <a:gd name="T12" fmla="*/ 21600 h 21600"/>
            </a:gdLst>
            <a:ahLst/>
            <a:cxnLst>
              <a:cxn ang="T6">
                <a:pos x="T0" y="T1"/>
              </a:cxn>
              <a:cxn ang="T7">
                <a:pos x="T2" y="T3"/>
              </a:cxn>
              <a:cxn ang="T8">
                <a:pos x="T4" y="T5"/>
              </a:cxn>
            </a:cxnLst>
            <a:rect l="T9" t="T10" r="T11" b="T12"/>
            <a:pathLst>
              <a:path w="21750" h="21600" fill="none" extrusionOk="0">
                <a:moveTo>
                  <a:pt x="-1" y="0"/>
                </a:moveTo>
                <a:cubicBezTo>
                  <a:pt x="49" y="0"/>
                  <a:pt x="99" y="-1"/>
                  <a:pt x="150" y="0"/>
                </a:cubicBezTo>
                <a:cubicBezTo>
                  <a:pt x="12079" y="0"/>
                  <a:pt x="21750" y="9670"/>
                  <a:pt x="21750" y="21600"/>
                </a:cubicBezTo>
              </a:path>
              <a:path w="21750" h="21600" stroke="0" extrusionOk="0">
                <a:moveTo>
                  <a:pt x="-1" y="0"/>
                </a:moveTo>
                <a:cubicBezTo>
                  <a:pt x="49" y="0"/>
                  <a:pt x="99" y="-1"/>
                  <a:pt x="150" y="0"/>
                </a:cubicBezTo>
                <a:cubicBezTo>
                  <a:pt x="12079" y="0"/>
                  <a:pt x="21750" y="9670"/>
                  <a:pt x="21750" y="21600"/>
                </a:cubicBezTo>
                <a:lnTo>
                  <a:pt x="150" y="21600"/>
                </a:lnTo>
                <a:lnTo>
                  <a:pt x="-1" y="0"/>
                </a:lnTo>
                <a:close/>
              </a:path>
            </a:pathLst>
          </a:custGeom>
          <a:noFill/>
          <a:ln w="12700" cap="rnd">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65383" name="Freeform 103">
            <a:extLst>
              <a:ext uri="{FF2B5EF4-FFF2-40B4-BE49-F238E27FC236}">
                <a16:creationId xmlns:a16="http://schemas.microsoft.com/office/drawing/2014/main" id="{0B7192A6-2EF8-6ACA-69AC-8C9268F4F678}"/>
              </a:ext>
            </a:extLst>
          </p:cNvPr>
          <p:cNvSpPr>
            <a:spLocks/>
          </p:cNvSpPr>
          <p:nvPr/>
        </p:nvSpPr>
        <p:spPr bwMode="auto">
          <a:xfrm>
            <a:off x="7753350" y="1020763"/>
            <a:ext cx="230188" cy="382587"/>
          </a:xfrm>
          <a:custGeom>
            <a:avLst/>
            <a:gdLst>
              <a:gd name="T0" fmla="*/ 0 w 145"/>
              <a:gd name="T1" fmla="*/ 2147483646 h 241"/>
              <a:gd name="T2" fmla="*/ 2147483646 w 145"/>
              <a:gd name="T3" fmla="*/ 0 h 241"/>
              <a:gd name="T4" fmla="*/ 2147483646 w 145"/>
              <a:gd name="T5" fmla="*/ 2147483646 h 241"/>
              <a:gd name="T6" fmla="*/ 0 w 145"/>
              <a:gd name="T7" fmla="*/ 2147483646 h 241"/>
              <a:gd name="T8" fmla="*/ 0 60000 65536"/>
              <a:gd name="T9" fmla="*/ 0 60000 65536"/>
              <a:gd name="T10" fmla="*/ 0 60000 65536"/>
              <a:gd name="T11" fmla="*/ 0 60000 65536"/>
              <a:gd name="T12" fmla="*/ 0 w 145"/>
              <a:gd name="T13" fmla="*/ 0 h 241"/>
              <a:gd name="T14" fmla="*/ 145 w 145"/>
              <a:gd name="T15" fmla="*/ 241 h 241"/>
            </a:gdLst>
            <a:ahLst/>
            <a:cxnLst>
              <a:cxn ang="T8">
                <a:pos x="T0" y="T1"/>
              </a:cxn>
              <a:cxn ang="T9">
                <a:pos x="T2" y="T3"/>
              </a:cxn>
              <a:cxn ang="T10">
                <a:pos x="T4" y="T5"/>
              </a:cxn>
              <a:cxn ang="T11">
                <a:pos x="T6" y="T7"/>
              </a:cxn>
            </a:cxnLst>
            <a:rect l="T12" t="T13" r="T14" b="T15"/>
            <a:pathLst>
              <a:path w="145" h="241">
                <a:moveTo>
                  <a:pt x="0" y="96"/>
                </a:moveTo>
                <a:lnTo>
                  <a:pt x="144" y="0"/>
                </a:lnTo>
                <a:lnTo>
                  <a:pt x="144" y="240"/>
                </a:lnTo>
                <a:lnTo>
                  <a:pt x="0" y="192"/>
                </a:lnTo>
              </a:path>
            </a:pathLst>
          </a:custGeom>
          <a:noFill/>
          <a:ln w="12700" cap="rnd" cmpd="sng">
            <a:solidFill>
              <a:schemeClr val="tx1"/>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65384" name="Rectangle 104">
            <a:extLst>
              <a:ext uri="{FF2B5EF4-FFF2-40B4-BE49-F238E27FC236}">
                <a16:creationId xmlns:a16="http://schemas.microsoft.com/office/drawing/2014/main" id="{73BDA611-8379-E56F-F0B5-E601E1E812EB}"/>
              </a:ext>
            </a:extLst>
          </p:cNvPr>
          <p:cNvSpPr>
            <a:spLocks noChangeArrowheads="1"/>
          </p:cNvSpPr>
          <p:nvPr/>
        </p:nvSpPr>
        <p:spPr bwMode="auto">
          <a:xfrm>
            <a:off x="5964238" y="758825"/>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a</a:t>
            </a:r>
          </a:p>
        </p:txBody>
      </p:sp>
      <p:sp>
        <p:nvSpPr>
          <p:cNvPr id="865385" name="Rectangle 105">
            <a:extLst>
              <a:ext uri="{FF2B5EF4-FFF2-40B4-BE49-F238E27FC236}">
                <a16:creationId xmlns:a16="http://schemas.microsoft.com/office/drawing/2014/main" id="{BB99BB5C-E53F-C4DB-40CF-EB98B57BADD3}"/>
              </a:ext>
            </a:extLst>
          </p:cNvPr>
          <p:cNvSpPr>
            <a:spLocks noChangeArrowheads="1"/>
          </p:cNvSpPr>
          <p:nvPr/>
        </p:nvSpPr>
        <p:spPr bwMode="auto">
          <a:xfrm>
            <a:off x="6324600" y="1119188"/>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b</a:t>
            </a:r>
          </a:p>
        </p:txBody>
      </p:sp>
      <p:sp>
        <p:nvSpPr>
          <p:cNvPr id="865386" name="Rectangle 106">
            <a:extLst>
              <a:ext uri="{FF2B5EF4-FFF2-40B4-BE49-F238E27FC236}">
                <a16:creationId xmlns:a16="http://schemas.microsoft.com/office/drawing/2014/main" id="{F7A7E944-DF3A-4FB7-2A50-54810B3EB02A}"/>
              </a:ext>
            </a:extLst>
          </p:cNvPr>
          <p:cNvSpPr>
            <a:spLocks noChangeArrowheads="1"/>
          </p:cNvSpPr>
          <p:nvPr/>
        </p:nvSpPr>
        <p:spPr bwMode="auto">
          <a:xfrm>
            <a:off x="6842125" y="814388"/>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a</a:t>
            </a:r>
          </a:p>
        </p:txBody>
      </p:sp>
      <p:sp>
        <p:nvSpPr>
          <p:cNvPr id="865387" name="Rectangle 107">
            <a:extLst>
              <a:ext uri="{FF2B5EF4-FFF2-40B4-BE49-F238E27FC236}">
                <a16:creationId xmlns:a16="http://schemas.microsoft.com/office/drawing/2014/main" id="{D2A7A147-7D86-C89B-5ED9-E8F6EEE1B89B}"/>
              </a:ext>
            </a:extLst>
          </p:cNvPr>
          <p:cNvSpPr>
            <a:spLocks noChangeArrowheads="1"/>
          </p:cNvSpPr>
          <p:nvPr/>
        </p:nvSpPr>
        <p:spPr bwMode="auto">
          <a:xfrm>
            <a:off x="7189788" y="1479550"/>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b</a:t>
            </a:r>
          </a:p>
        </p:txBody>
      </p:sp>
      <p:sp>
        <p:nvSpPr>
          <p:cNvPr id="865388" name="Rectangle 108">
            <a:extLst>
              <a:ext uri="{FF2B5EF4-FFF2-40B4-BE49-F238E27FC236}">
                <a16:creationId xmlns:a16="http://schemas.microsoft.com/office/drawing/2014/main" id="{A73896BA-67AA-D763-2FC8-57D7AC5C2B89}"/>
              </a:ext>
            </a:extLst>
          </p:cNvPr>
          <p:cNvSpPr>
            <a:spLocks noChangeArrowheads="1"/>
          </p:cNvSpPr>
          <p:nvPr/>
        </p:nvSpPr>
        <p:spPr bwMode="auto">
          <a:xfrm>
            <a:off x="7981950" y="1047750"/>
            <a:ext cx="4778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a,b</a:t>
            </a:r>
          </a:p>
        </p:txBody>
      </p:sp>
      <p:sp>
        <p:nvSpPr>
          <p:cNvPr id="865389" name="Arc 109">
            <a:extLst>
              <a:ext uri="{FF2B5EF4-FFF2-40B4-BE49-F238E27FC236}">
                <a16:creationId xmlns:a16="http://schemas.microsoft.com/office/drawing/2014/main" id="{47D152EE-156A-385E-7B89-4E6AB621643A}"/>
              </a:ext>
            </a:extLst>
          </p:cNvPr>
          <p:cNvSpPr>
            <a:spLocks/>
          </p:cNvSpPr>
          <p:nvPr/>
        </p:nvSpPr>
        <p:spPr bwMode="auto">
          <a:xfrm>
            <a:off x="6756400" y="1335088"/>
            <a:ext cx="76200" cy="457200"/>
          </a:xfrm>
          <a:custGeom>
            <a:avLst/>
            <a:gdLst>
              <a:gd name="T0" fmla="*/ 2147483646 w 21600"/>
              <a:gd name="T1" fmla="*/ 0 h 21600"/>
              <a:gd name="T2" fmla="*/ 0 w 21600"/>
              <a:gd name="T3" fmla="*/ 2147483646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65390" name="Rectangle 110">
            <a:extLst>
              <a:ext uri="{FF2B5EF4-FFF2-40B4-BE49-F238E27FC236}">
                <a16:creationId xmlns:a16="http://schemas.microsoft.com/office/drawing/2014/main" id="{05FD1EE9-735C-05FB-0ECA-896EBF4A3270}"/>
              </a:ext>
            </a:extLst>
          </p:cNvPr>
          <p:cNvSpPr>
            <a:spLocks noChangeArrowheads="1"/>
          </p:cNvSpPr>
          <p:nvPr/>
        </p:nvSpPr>
        <p:spPr bwMode="auto">
          <a:xfrm>
            <a:off x="5964238" y="1408113"/>
            <a:ext cx="307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b</a:t>
            </a:r>
          </a:p>
        </p:txBody>
      </p:sp>
      <p:sp>
        <p:nvSpPr>
          <p:cNvPr id="865391" name="Rectangle 111">
            <a:extLst>
              <a:ext uri="{FF2B5EF4-FFF2-40B4-BE49-F238E27FC236}">
                <a16:creationId xmlns:a16="http://schemas.microsoft.com/office/drawing/2014/main" id="{290EC910-69EE-F554-89A8-771757A8375A}"/>
              </a:ext>
            </a:extLst>
          </p:cNvPr>
          <p:cNvSpPr>
            <a:spLocks noChangeArrowheads="1"/>
          </p:cNvSpPr>
          <p:nvPr/>
        </p:nvSpPr>
        <p:spPr bwMode="auto">
          <a:xfrm>
            <a:off x="6829425" y="1192213"/>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ea typeface="宋体" panose="02010600030101010101" pitchFamily="2" charset="-122"/>
              </a:rPr>
              <a:t>a</a:t>
            </a:r>
          </a:p>
        </p:txBody>
      </p:sp>
      <p:sp>
        <p:nvSpPr>
          <p:cNvPr id="92224" name="Freeform 112">
            <a:extLst>
              <a:ext uri="{FF2B5EF4-FFF2-40B4-BE49-F238E27FC236}">
                <a16:creationId xmlns:a16="http://schemas.microsoft.com/office/drawing/2014/main" id="{CDD845E9-5CE4-0A65-8BCC-10168E44F09D}"/>
              </a:ext>
            </a:extLst>
          </p:cNvPr>
          <p:cNvSpPr>
            <a:spLocks/>
          </p:cNvSpPr>
          <p:nvPr/>
        </p:nvSpPr>
        <p:spPr bwMode="auto">
          <a:xfrm>
            <a:off x="3192463" y="1089025"/>
            <a:ext cx="227012" cy="649288"/>
          </a:xfrm>
          <a:custGeom>
            <a:avLst/>
            <a:gdLst>
              <a:gd name="T0" fmla="*/ 0 w 143"/>
              <a:gd name="T1" fmla="*/ 2147483646 h 409"/>
              <a:gd name="T2" fmla="*/ 2147483646 w 143"/>
              <a:gd name="T3" fmla="*/ 2147483646 h 409"/>
              <a:gd name="T4" fmla="*/ 2147483646 w 143"/>
              <a:gd name="T5" fmla="*/ 2147483646 h 409"/>
              <a:gd name="T6" fmla="*/ 2147483646 w 143"/>
              <a:gd name="T7" fmla="*/ 2147483646 h 409"/>
              <a:gd name="T8" fmla="*/ 2147483646 w 143"/>
              <a:gd name="T9" fmla="*/ 2147483646 h 409"/>
              <a:gd name="T10" fmla="*/ 2147483646 w 143"/>
              <a:gd name="T11" fmla="*/ 0 h 409"/>
              <a:gd name="T12" fmla="*/ 0 60000 65536"/>
              <a:gd name="T13" fmla="*/ 0 60000 65536"/>
              <a:gd name="T14" fmla="*/ 0 60000 65536"/>
              <a:gd name="T15" fmla="*/ 0 60000 65536"/>
              <a:gd name="T16" fmla="*/ 0 60000 65536"/>
              <a:gd name="T17" fmla="*/ 0 60000 65536"/>
              <a:gd name="T18" fmla="*/ 0 w 143"/>
              <a:gd name="T19" fmla="*/ 0 h 409"/>
              <a:gd name="T20" fmla="*/ 143 w 143"/>
              <a:gd name="T21" fmla="*/ 409 h 409"/>
            </a:gdLst>
            <a:ahLst/>
            <a:cxnLst>
              <a:cxn ang="T12">
                <a:pos x="T0" y="T1"/>
              </a:cxn>
              <a:cxn ang="T13">
                <a:pos x="T2" y="T3"/>
              </a:cxn>
              <a:cxn ang="T14">
                <a:pos x="T4" y="T5"/>
              </a:cxn>
              <a:cxn ang="T15">
                <a:pos x="T6" y="T7"/>
              </a:cxn>
              <a:cxn ang="T16">
                <a:pos x="T8" y="T9"/>
              </a:cxn>
              <a:cxn ang="T17">
                <a:pos x="T10" y="T11"/>
              </a:cxn>
            </a:cxnLst>
            <a:rect l="T18" t="T19" r="T20" b="T21"/>
            <a:pathLst>
              <a:path w="143" h="409">
                <a:moveTo>
                  <a:pt x="0" y="409"/>
                </a:moveTo>
                <a:cubicBezTo>
                  <a:pt x="34" y="378"/>
                  <a:pt x="68" y="348"/>
                  <a:pt x="91" y="318"/>
                </a:cubicBezTo>
                <a:cubicBezTo>
                  <a:pt x="114" y="288"/>
                  <a:pt x="129" y="265"/>
                  <a:pt x="136" y="227"/>
                </a:cubicBezTo>
                <a:cubicBezTo>
                  <a:pt x="143" y="189"/>
                  <a:pt x="143" y="121"/>
                  <a:pt x="136" y="91"/>
                </a:cubicBezTo>
                <a:cubicBezTo>
                  <a:pt x="129" y="61"/>
                  <a:pt x="98" y="61"/>
                  <a:pt x="91" y="46"/>
                </a:cubicBezTo>
                <a:cubicBezTo>
                  <a:pt x="84" y="31"/>
                  <a:pt x="91" y="8"/>
                  <a:pt x="91" y="0"/>
                </a:cubicBezTo>
              </a:path>
            </a:pathLst>
          </a:custGeom>
          <a:noFill/>
          <a:ln w="9525">
            <a:solidFill>
              <a:schemeClr val="tx1"/>
            </a:solidFill>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65393" name="AutoShape 113">
            <a:extLst>
              <a:ext uri="{FF2B5EF4-FFF2-40B4-BE49-F238E27FC236}">
                <a16:creationId xmlns:a16="http://schemas.microsoft.com/office/drawing/2014/main" id="{0B67BB09-7A59-7D05-34AD-7AA1C80ECA2B}"/>
              </a:ext>
            </a:extLst>
          </p:cNvPr>
          <p:cNvSpPr>
            <a:spLocks noChangeArrowheads="1"/>
          </p:cNvSpPr>
          <p:nvPr/>
        </p:nvSpPr>
        <p:spPr bwMode="auto">
          <a:xfrm>
            <a:off x="3924300" y="1196975"/>
            <a:ext cx="1223963" cy="431800"/>
          </a:xfrm>
          <a:prstGeom prst="rightArrow">
            <a:avLst>
              <a:gd name="adj1" fmla="val 50000"/>
              <a:gd name="adj2" fmla="val 70864"/>
            </a:avLst>
          </a:prstGeom>
          <a:solidFill>
            <a:srgbClr val="339933"/>
          </a:solidFill>
          <a:ln w="9525" algn="ctr">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92226" name="Text Box 114">
            <a:extLst>
              <a:ext uri="{FF2B5EF4-FFF2-40B4-BE49-F238E27FC236}">
                <a16:creationId xmlns:a16="http://schemas.microsoft.com/office/drawing/2014/main" id="{7436AC7D-D2A7-5279-A266-D3D17CE3125F}"/>
              </a:ext>
            </a:extLst>
          </p:cNvPr>
          <p:cNvSpPr txBox="1">
            <a:spLocks noChangeArrowheads="1"/>
          </p:cNvSpPr>
          <p:nvPr/>
        </p:nvSpPr>
        <p:spPr bwMode="auto">
          <a:xfrm>
            <a:off x="827088" y="307975"/>
            <a:ext cx="2736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zh-CN" altLang="en-US" sz="2400">
                <a:solidFill>
                  <a:srgbClr val="990000"/>
                </a:solidFill>
                <a:ea typeface="华文新魏" panose="02010800040101010101" pitchFamily="2" charset="-122"/>
              </a:rPr>
              <a:t>化简前</a:t>
            </a:r>
          </a:p>
        </p:txBody>
      </p:sp>
      <p:sp>
        <p:nvSpPr>
          <p:cNvPr id="865395" name="Text Box 115">
            <a:extLst>
              <a:ext uri="{FF2B5EF4-FFF2-40B4-BE49-F238E27FC236}">
                <a16:creationId xmlns:a16="http://schemas.microsoft.com/office/drawing/2014/main" id="{B2D6900E-883A-6A20-45EB-3615C2594CE8}"/>
              </a:ext>
            </a:extLst>
          </p:cNvPr>
          <p:cNvSpPr txBox="1">
            <a:spLocks noChangeArrowheads="1"/>
          </p:cNvSpPr>
          <p:nvPr/>
        </p:nvSpPr>
        <p:spPr bwMode="auto">
          <a:xfrm>
            <a:off x="5292725" y="333375"/>
            <a:ext cx="2736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50000"/>
              </a:spcBef>
              <a:buClrTx/>
              <a:buSzTx/>
              <a:buFontTx/>
              <a:buNone/>
            </a:pPr>
            <a:r>
              <a:rPr lang="zh-CN" altLang="en-US" sz="2400">
                <a:solidFill>
                  <a:srgbClr val="990000"/>
                </a:solidFill>
                <a:ea typeface="华文新魏" panose="02010800040101010101" pitchFamily="2" charset="-122"/>
              </a:rPr>
              <a:t>化简后</a:t>
            </a:r>
          </a:p>
        </p:txBody>
      </p:sp>
      <p:sp>
        <p:nvSpPr>
          <p:cNvPr id="92228" name="灯片编号占位符 67">
            <a:extLst>
              <a:ext uri="{FF2B5EF4-FFF2-40B4-BE49-F238E27FC236}">
                <a16:creationId xmlns:a16="http://schemas.microsoft.com/office/drawing/2014/main" id="{0CECE51F-74D6-2892-0B09-C5D8F559B3E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56F4B516-F7C7-174F-9A69-5C18891AA2CF}"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80</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65330">
                                            <p:txEl>
                                              <p:pRg st="0" end="0"/>
                                            </p:txEl>
                                          </p:spTgt>
                                        </p:tgtEl>
                                        <p:attrNameLst>
                                          <p:attrName>style.visibility</p:attrName>
                                        </p:attrNameLst>
                                      </p:cBhvr>
                                      <p:to>
                                        <p:strVal val="visible"/>
                                      </p:to>
                                    </p:set>
                                    <p:animEffect transition="in" filter="blinds(horizontal)">
                                      <p:cBhvr>
                                        <p:cTn id="7" dur="500"/>
                                        <p:tgtEl>
                                          <p:spTgt spid="86533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65330">
                                            <p:txEl>
                                              <p:pRg st="1" end="1"/>
                                            </p:txEl>
                                          </p:spTgt>
                                        </p:tgtEl>
                                        <p:attrNameLst>
                                          <p:attrName>style.visibility</p:attrName>
                                        </p:attrNameLst>
                                      </p:cBhvr>
                                      <p:to>
                                        <p:strVal val="visible"/>
                                      </p:to>
                                    </p:set>
                                    <p:animEffect transition="in" filter="blinds(horizontal)">
                                      <p:cBhvr>
                                        <p:cTn id="12" dur="500"/>
                                        <p:tgtEl>
                                          <p:spTgt spid="86533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865330">
                                            <p:txEl>
                                              <p:pRg st="2" end="2"/>
                                            </p:txEl>
                                          </p:spTgt>
                                        </p:tgtEl>
                                        <p:attrNameLst>
                                          <p:attrName>style.visibility</p:attrName>
                                        </p:attrNameLst>
                                      </p:cBhvr>
                                      <p:to>
                                        <p:strVal val="visible"/>
                                      </p:to>
                                    </p:set>
                                    <p:animEffect transition="in" filter="blinds(horizontal)">
                                      <p:cBhvr>
                                        <p:cTn id="17" dur="500"/>
                                        <p:tgtEl>
                                          <p:spTgt spid="865330">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865330">
                                            <p:txEl>
                                              <p:pRg st="3" end="3"/>
                                            </p:txEl>
                                          </p:spTgt>
                                        </p:tgtEl>
                                        <p:attrNameLst>
                                          <p:attrName>style.visibility</p:attrName>
                                        </p:attrNameLst>
                                      </p:cBhvr>
                                      <p:to>
                                        <p:strVal val="visible"/>
                                      </p:to>
                                    </p:set>
                                    <p:animEffect transition="in" filter="blinds(horizontal)">
                                      <p:cBhvr>
                                        <p:cTn id="20" dur="500"/>
                                        <p:tgtEl>
                                          <p:spTgt spid="865330">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865330">
                                            <p:txEl>
                                              <p:pRg st="4" end="4"/>
                                            </p:txEl>
                                          </p:spTgt>
                                        </p:tgtEl>
                                        <p:attrNameLst>
                                          <p:attrName>style.visibility</p:attrName>
                                        </p:attrNameLst>
                                      </p:cBhvr>
                                      <p:to>
                                        <p:strVal val="visible"/>
                                      </p:to>
                                    </p:set>
                                    <p:animEffect transition="in" filter="blinds(horizontal)">
                                      <p:cBhvr>
                                        <p:cTn id="25" dur="500"/>
                                        <p:tgtEl>
                                          <p:spTgt spid="865330">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865330">
                                            <p:txEl>
                                              <p:pRg st="5" end="5"/>
                                            </p:txEl>
                                          </p:spTgt>
                                        </p:tgtEl>
                                        <p:attrNameLst>
                                          <p:attrName>style.visibility</p:attrName>
                                        </p:attrNameLst>
                                      </p:cBhvr>
                                      <p:to>
                                        <p:strVal val="visible"/>
                                      </p:to>
                                    </p:set>
                                    <p:animEffect transition="in" filter="blinds(horizontal)">
                                      <p:cBhvr>
                                        <p:cTn id="30" dur="500"/>
                                        <p:tgtEl>
                                          <p:spTgt spid="865330">
                                            <p:txEl>
                                              <p:pRg st="5" end="5"/>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865330">
                                            <p:txEl>
                                              <p:pRg st="6" end="6"/>
                                            </p:txEl>
                                          </p:spTgt>
                                        </p:tgtEl>
                                        <p:attrNameLst>
                                          <p:attrName>style.visibility</p:attrName>
                                        </p:attrNameLst>
                                      </p:cBhvr>
                                      <p:to>
                                        <p:strVal val="visible"/>
                                      </p:to>
                                    </p:set>
                                    <p:animEffect transition="in" filter="blinds(horizontal)">
                                      <p:cBhvr>
                                        <p:cTn id="35" dur="500"/>
                                        <p:tgtEl>
                                          <p:spTgt spid="865330">
                                            <p:txEl>
                                              <p:pRg st="6" end="6"/>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865330">
                                            <p:txEl>
                                              <p:pRg st="7" end="7"/>
                                            </p:txEl>
                                          </p:spTgt>
                                        </p:tgtEl>
                                        <p:attrNameLst>
                                          <p:attrName>style.visibility</p:attrName>
                                        </p:attrNameLst>
                                      </p:cBhvr>
                                      <p:to>
                                        <p:strVal val="visible"/>
                                      </p:to>
                                    </p:set>
                                    <p:animEffect transition="in" filter="blinds(horizontal)">
                                      <p:cBhvr>
                                        <p:cTn id="38" dur="500"/>
                                        <p:tgtEl>
                                          <p:spTgt spid="865330">
                                            <p:txEl>
                                              <p:pRg st="7" end="7"/>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865393"/>
                                        </p:tgtEl>
                                        <p:attrNameLst>
                                          <p:attrName>style.visibility</p:attrName>
                                        </p:attrNameLst>
                                      </p:cBhvr>
                                      <p:to>
                                        <p:strVal val="visible"/>
                                      </p:to>
                                    </p:set>
                                    <p:animEffect transition="in" filter="blinds(horizontal)">
                                      <p:cBhvr>
                                        <p:cTn id="43" dur="500"/>
                                        <p:tgtEl>
                                          <p:spTgt spid="865393"/>
                                        </p:tgtEl>
                                      </p:cBhvr>
                                    </p:animEffect>
                                  </p:childTnLst>
                                </p:cTn>
                              </p:par>
                            </p:childTnLst>
                          </p:cTn>
                        </p:par>
                        <p:par>
                          <p:cTn id="44" fill="hold" nodeType="afterGroup">
                            <p:stCondLst>
                              <p:cond delay="500"/>
                            </p:stCondLst>
                            <p:childTnLst>
                              <p:par>
                                <p:cTn id="45" presetID="3" presetClass="entr" presetSubtype="10" fill="hold" nodeType="afterEffect">
                                  <p:stCondLst>
                                    <p:cond delay="0"/>
                                  </p:stCondLst>
                                  <p:childTnLst>
                                    <p:set>
                                      <p:cBhvr>
                                        <p:cTn id="46" dur="1" fill="hold">
                                          <p:stCondLst>
                                            <p:cond delay="0"/>
                                          </p:stCondLst>
                                        </p:cTn>
                                        <p:tgtEl>
                                          <p:spTgt spid="865395"/>
                                        </p:tgtEl>
                                        <p:attrNameLst>
                                          <p:attrName>style.visibility</p:attrName>
                                        </p:attrNameLst>
                                      </p:cBhvr>
                                      <p:to>
                                        <p:strVal val="visible"/>
                                      </p:to>
                                    </p:set>
                                    <p:animEffect transition="in" filter="blinds(horizontal)">
                                      <p:cBhvr>
                                        <p:cTn id="47" dur="500"/>
                                        <p:tgtEl>
                                          <p:spTgt spid="865395"/>
                                        </p:tgtEl>
                                      </p:cBhvr>
                                    </p:animEffect>
                                  </p:childTnLst>
                                </p:cTn>
                              </p:par>
                            </p:childTnLst>
                          </p:cTn>
                        </p:par>
                        <p:par>
                          <p:cTn id="48" fill="hold" nodeType="afterGroup">
                            <p:stCondLst>
                              <p:cond delay="1000"/>
                            </p:stCondLst>
                            <p:childTnLst>
                              <p:par>
                                <p:cTn id="49" presetID="3" presetClass="entr" presetSubtype="10" fill="hold" nodeType="afterEffect">
                                  <p:stCondLst>
                                    <p:cond delay="0"/>
                                  </p:stCondLst>
                                  <p:childTnLst>
                                    <p:set>
                                      <p:cBhvr>
                                        <p:cTn id="50" dur="1" fill="hold">
                                          <p:stCondLst>
                                            <p:cond delay="0"/>
                                          </p:stCondLst>
                                        </p:cTn>
                                        <p:tgtEl>
                                          <p:spTgt spid="865330">
                                            <p:txEl>
                                              <p:pRg st="8" end="8"/>
                                            </p:txEl>
                                          </p:spTgt>
                                        </p:tgtEl>
                                        <p:attrNameLst>
                                          <p:attrName>style.visibility</p:attrName>
                                        </p:attrNameLst>
                                      </p:cBhvr>
                                      <p:to>
                                        <p:strVal val="visible"/>
                                      </p:to>
                                    </p:set>
                                    <p:animEffect transition="in" filter="blinds(horizontal)">
                                      <p:cBhvr>
                                        <p:cTn id="51" dur="500"/>
                                        <p:tgtEl>
                                          <p:spTgt spid="865330">
                                            <p:txEl>
                                              <p:pRg st="8" end="8"/>
                                            </p:txEl>
                                          </p:spTgt>
                                        </p:tgtEl>
                                      </p:cBhvr>
                                    </p:animEffect>
                                  </p:childTnLst>
                                </p:cTn>
                              </p:par>
                            </p:childTnLst>
                          </p:cTn>
                        </p:par>
                        <p:par>
                          <p:cTn id="52" fill="hold" nodeType="afterGroup">
                            <p:stCondLst>
                              <p:cond delay="1500"/>
                            </p:stCondLst>
                            <p:childTnLst>
                              <p:par>
                                <p:cTn id="53" presetID="3" presetClass="entr" presetSubtype="10" fill="hold" nodeType="afterEffect">
                                  <p:stCondLst>
                                    <p:cond delay="0"/>
                                  </p:stCondLst>
                                  <p:childTnLst>
                                    <p:set>
                                      <p:cBhvr>
                                        <p:cTn id="54" dur="1" fill="hold">
                                          <p:stCondLst>
                                            <p:cond delay="0"/>
                                          </p:stCondLst>
                                        </p:cTn>
                                        <p:tgtEl>
                                          <p:spTgt spid="865373"/>
                                        </p:tgtEl>
                                        <p:attrNameLst>
                                          <p:attrName>style.visibility</p:attrName>
                                        </p:attrNameLst>
                                      </p:cBhvr>
                                      <p:to>
                                        <p:strVal val="visible"/>
                                      </p:to>
                                    </p:set>
                                    <p:animEffect transition="in" filter="blinds(horizontal)">
                                      <p:cBhvr>
                                        <p:cTn id="55" dur="500"/>
                                        <p:tgtEl>
                                          <p:spTgt spid="865373"/>
                                        </p:tgtEl>
                                      </p:cBhvr>
                                    </p:animEffect>
                                  </p:childTnLst>
                                </p:cTn>
                              </p:par>
                            </p:childTnLst>
                          </p:cTn>
                        </p:par>
                        <p:par>
                          <p:cTn id="56" fill="hold" nodeType="afterGroup">
                            <p:stCondLst>
                              <p:cond delay="2000"/>
                            </p:stCondLst>
                            <p:childTnLst>
                              <p:par>
                                <p:cTn id="57" presetID="3" presetClass="entr" presetSubtype="10" fill="hold" nodeType="afterEffect">
                                  <p:stCondLst>
                                    <p:cond delay="0"/>
                                  </p:stCondLst>
                                  <p:childTnLst>
                                    <p:set>
                                      <p:cBhvr>
                                        <p:cTn id="58" dur="1" fill="hold">
                                          <p:stCondLst>
                                            <p:cond delay="0"/>
                                          </p:stCondLst>
                                        </p:cTn>
                                        <p:tgtEl>
                                          <p:spTgt spid="865384"/>
                                        </p:tgtEl>
                                        <p:attrNameLst>
                                          <p:attrName>style.visibility</p:attrName>
                                        </p:attrNameLst>
                                      </p:cBhvr>
                                      <p:to>
                                        <p:strVal val="visible"/>
                                      </p:to>
                                    </p:set>
                                    <p:animEffect transition="in" filter="blinds(horizontal)">
                                      <p:cBhvr>
                                        <p:cTn id="59" dur="500"/>
                                        <p:tgtEl>
                                          <p:spTgt spid="865384"/>
                                        </p:tgtEl>
                                      </p:cBhvr>
                                    </p:animEffect>
                                  </p:childTnLst>
                                </p:cTn>
                              </p:par>
                            </p:childTnLst>
                          </p:cTn>
                        </p:par>
                        <p:par>
                          <p:cTn id="60" fill="hold" nodeType="afterGroup">
                            <p:stCondLst>
                              <p:cond delay="2500"/>
                            </p:stCondLst>
                            <p:childTnLst>
                              <p:par>
                                <p:cTn id="61" presetID="3" presetClass="entr" presetSubtype="10" fill="hold" nodeType="afterEffect">
                                  <p:stCondLst>
                                    <p:cond delay="0"/>
                                  </p:stCondLst>
                                  <p:childTnLst>
                                    <p:set>
                                      <p:cBhvr>
                                        <p:cTn id="62" dur="1" fill="hold">
                                          <p:stCondLst>
                                            <p:cond delay="0"/>
                                          </p:stCondLst>
                                        </p:cTn>
                                        <p:tgtEl>
                                          <p:spTgt spid="865377"/>
                                        </p:tgtEl>
                                        <p:attrNameLst>
                                          <p:attrName>style.visibility</p:attrName>
                                        </p:attrNameLst>
                                      </p:cBhvr>
                                      <p:to>
                                        <p:strVal val="visible"/>
                                      </p:to>
                                    </p:set>
                                    <p:animEffect transition="in" filter="blinds(horizontal)">
                                      <p:cBhvr>
                                        <p:cTn id="63" dur="500"/>
                                        <p:tgtEl>
                                          <p:spTgt spid="865377"/>
                                        </p:tgtEl>
                                      </p:cBhvr>
                                    </p:animEffect>
                                  </p:childTnLst>
                                </p:cTn>
                              </p:par>
                            </p:childTnLst>
                          </p:cTn>
                        </p:par>
                        <p:par>
                          <p:cTn id="64" fill="hold" nodeType="afterGroup">
                            <p:stCondLst>
                              <p:cond delay="3000"/>
                            </p:stCondLst>
                            <p:childTnLst>
                              <p:par>
                                <p:cTn id="65" presetID="3" presetClass="entr" presetSubtype="10" fill="hold" nodeType="afterEffect">
                                  <p:stCondLst>
                                    <p:cond delay="0"/>
                                  </p:stCondLst>
                                  <p:childTnLst>
                                    <p:set>
                                      <p:cBhvr>
                                        <p:cTn id="66" dur="1" fill="hold">
                                          <p:stCondLst>
                                            <p:cond delay="0"/>
                                          </p:stCondLst>
                                        </p:cTn>
                                        <p:tgtEl>
                                          <p:spTgt spid="865374"/>
                                        </p:tgtEl>
                                        <p:attrNameLst>
                                          <p:attrName>style.visibility</p:attrName>
                                        </p:attrNameLst>
                                      </p:cBhvr>
                                      <p:to>
                                        <p:strVal val="visible"/>
                                      </p:to>
                                    </p:set>
                                    <p:animEffect transition="in" filter="blinds(horizontal)">
                                      <p:cBhvr>
                                        <p:cTn id="67" dur="500"/>
                                        <p:tgtEl>
                                          <p:spTgt spid="865374"/>
                                        </p:tgtEl>
                                      </p:cBhvr>
                                    </p:animEffect>
                                  </p:childTnLst>
                                </p:cTn>
                              </p:par>
                            </p:childTnLst>
                          </p:cTn>
                        </p:par>
                        <p:par>
                          <p:cTn id="68" fill="hold" nodeType="afterGroup">
                            <p:stCondLst>
                              <p:cond delay="3500"/>
                            </p:stCondLst>
                            <p:childTnLst>
                              <p:par>
                                <p:cTn id="69" presetID="3" presetClass="entr" presetSubtype="10" fill="hold" nodeType="afterEffect">
                                  <p:stCondLst>
                                    <p:cond delay="0"/>
                                  </p:stCondLst>
                                  <p:childTnLst>
                                    <p:set>
                                      <p:cBhvr>
                                        <p:cTn id="70" dur="1" fill="hold">
                                          <p:stCondLst>
                                            <p:cond delay="0"/>
                                          </p:stCondLst>
                                        </p:cTn>
                                        <p:tgtEl>
                                          <p:spTgt spid="865378"/>
                                        </p:tgtEl>
                                        <p:attrNameLst>
                                          <p:attrName>style.visibility</p:attrName>
                                        </p:attrNameLst>
                                      </p:cBhvr>
                                      <p:to>
                                        <p:strVal val="visible"/>
                                      </p:to>
                                    </p:set>
                                    <p:animEffect transition="in" filter="blinds(horizontal)">
                                      <p:cBhvr>
                                        <p:cTn id="71" dur="500"/>
                                        <p:tgtEl>
                                          <p:spTgt spid="865378"/>
                                        </p:tgtEl>
                                      </p:cBhvr>
                                    </p:animEffect>
                                  </p:childTnLst>
                                </p:cTn>
                              </p:par>
                            </p:childTnLst>
                          </p:cTn>
                        </p:par>
                        <p:par>
                          <p:cTn id="72" fill="hold" nodeType="afterGroup">
                            <p:stCondLst>
                              <p:cond delay="4000"/>
                            </p:stCondLst>
                            <p:childTnLst>
                              <p:par>
                                <p:cTn id="73" presetID="3" presetClass="entr" presetSubtype="10" fill="hold" nodeType="afterEffect">
                                  <p:stCondLst>
                                    <p:cond delay="0"/>
                                  </p:stCondLst>
                                  <p:childTnLst>
                                    <p:set>
                                      <p:cBhvr>
                                        <p:cTn id="74" dur="1" fill="hold">
                                          <p:stCondLst>
                                            <p:cond delay="0"/>
                                          </p:stCondLst>
                                        </p:cTn>
                                        <p:tgtEl>
                                          <p:spTgt spid="865390"/>
                                        </p:tgtEl>
                                        <p:attrNameLst>
                                          <p:attrName>style.visibility</p:attrName>
                                        </p:attrNameLst>
                                      </p:cBhvr>
                                      <p:to>
                                        <p:strVal val="visible"/>
                                      </p:to>
                                    </p:set>
                                    <p:animEffect transition="in" filter="blinds(horizontal)">
                                      <p:cBhvr>
                                        <p:cTn id="75" dur="500"/>
                                        <p:tgtEl>
                                          <p:spTgt spid="865390"/>
                                        </p:tgtEl>
                                      </p:cBhvr>
                                    </p:animEffect>
                                  </p:childTnLst>
                                </p:cTn>
                              </p:par>
                            </p:childTnLst>
                          </p:cTn>
                        </p:par>
                        <p:par>
                          <p:cTn id="76" fill="hold" nodeType="afterGroup">
                            <p:stCondLst>
                              <p:cond delay="4500"/>
                            </p:stCondLst>
                            <p:childTnLst>
                              <p:par>
                                <p:cTn id="77" presetID="3" presetClass="entr" presetSubtype="10" fill="hold" nodeType="afterEffect">
                                  <p:stCondLst>
                                    <p:cond delay="0"/>
                                  </p:stCondLst>
                                  <p:childTnLst>
                                    <p:set>
                                      <p:cBhvr>
                                        <p:cTn id="78" dur="1" fill="hold">
                                          <p:stCondLst>
                                            <p:cond delay="0"/>
                                          </p:stCondLst>
                                        </p:cTn>
                                        <p:tgtEl>
                                          <p:spTgt spid="865375"/>
                                        </p:tgtEl>
                                        <p:attrNameLst>
                                          <p:attrName>style.visibility</p:attrName>
                                        </p:attrNameLst>
                                      </p:cBhvr>
                                      <p:to>
                                        <p:strVal val="visible"/>
                                      </p:to>
                                    </p:set>
                                    <p:animEffect transition="in" filter="blinds(horizontal)">
                                      <p:cBhvr>
                                        <p:cTn id="79" dur="500"/>
                                        <p:tgtEl>
                                          <p:spTgt spid="865375"/>
                                        </p:tgtEl>
                                      </p:cBhvr>
                                    </p:animEffect>
                                  </p:childTnLst>
                                </p:cTn>
                              </p:par>
                            </p:childTnLst>
                          </p:cTn>
                        </p:par>
                        <p:par>
                          <p:cTn id="80" fill="hold" nodeType="afterGroup">
                            <p:stCondLst>
                              <p:cond delay="5000"/>
                            </p:stCondLst>
                            <p:childTnLst>
                              <p:par>
                                <p:cTn id="81" presetID="3" presetClass="entr" presetSubtype="10" fill="hold" nodeType="afterEffect">
                                  <p:stCondLst>
                                    <p:cond delay="0"/>
                                  </p:stCondLst>
                                  <p:childTnLst>
                                    <p:set>
                                      <p:cBhvr>
                                        <p:cTn id="82" dur="1" fill="hold">
                                          <p:stCondLst>
                                            <p:cond delay="0"/>
                                          </p:stCondLst>
                                        </p:cTn>
                                        <p:tgtEl>
                                          <p:spTgt spid="865381"/>
                                        </p:tgtEl>
                                        <p:attrNameLst>
                                          <p:attrName>style.visibility</p:attrName>
                                        </p:attrNameLst>
                                      </p:cBhvr>
                                      <p:to>
                                        <p:strVal val="visible"/>
                                      </p:to>
                                    </p:set>
                                    <p:animEffect transition="in" filter="blinds(horizontal)">
                                      <p:cBhvr>
                                        <p:cTn id="83" dur="500"/>
                                        <p:tgtEl>
                                          <p:spTgt spid="865381"/>
                                        </p:tgtEl>
                                      </p:cBhvr>
                                    </p:animEffect>
                                  </p:childTnLst>
                                </p:cTn>
                              </p:par>
                            </p:childTnLst>
                          </p:cTn>
                        </p:par>
                        <p:par>
                          <p:cTn id="84" fill="hold" nodeType="afterGroup">
                            <p:stCondLst>
                              <p:cond delay="5500"/>
                            </p:stCondLst>
                            <p:childTnLst>
                              <p:par>
                                <p:cTn id="85" presetID="3" presetClass="entr" presetSubtype="10" fill="hold" nodeType="afterEffect">
                                  <p:stCondLst>
                                    <p:cond delay="0"/>
                                  </p:stCondLst>
                                  <p:childTnLst>
                                    <p:set>
                                      <p:cBhvr>
                                        <p:cTn id="86" dur="1" fill="hold">
                                          <p:stCondLst>
                                            <p:cond delay="0"/>
                                          </p:stCondLst>
                                        </p:cTn>
                                        <p:tgtEl>
                                          <p:spTgt spid="865385"/>
                                        </p:tgtEl>
                                        <p:attrNameLst>
                                          <p:attrName>style.visibility</p:attrName>
                                        </p:attrNameLst>
                                      </p:cBhvr>
                                      <p:to>
                                        <p:strVal val="visible"/>
                                      </p:to>
                                    </p:set>
                                    <p:animEffect transition="in" filter="blinds(horizontal)">
                                      <p:cBhvr>
                                        <p:cTn id="87" dur="500"/>
                                        <p:tgtEl>
                                          <p:spTgt spid="865385"/>
                                        </p:tgtEl>
                                      </p:cBhvr>
                                    </p:animEffect>
                                  </p:childTnLst>
                                </p:cTn>
                              </p:par>
                            </p:childTnLst>
                          </p:cTn>
                        </p:par>
                        <p:par>
                          <p:cTn id="88" fill="hold" nodeType="afterGroup">
                            <p:stCondLst>
                              <p:cond delay="6000"/>
                            </p:stCondLst>
                            <p:childTnLst>
                              <p:par>
                                <p:cTn id="89" presetID="3" presetClass="entr" presetSubtype="10" fill="hold" nodeType="afterEffect">
                                  <p:stCondLst>
                                    <p:cond delay="0"/>
                                  </p:stCondLst>
                                  <p:childTnLst>
                                    <p:set>
                                      <p:cBhvr>
                                        <p:cTn id="90" dur="1" fill="hold">
                                          <p:stCondLst>
                                            <p:cond delay="0"/>
                                          </p:stCondLst>
                                        </p:cTn>
                                        <p:tgtEl>
                                          <p:spTgt spid="865379"/>
                                        </p:tgtEl>
                                        <p:attrNameLst>
                                          <p:attrName>style.visibility</p:attrName>
                                        </p:attrNameLst>
                                      </p:cBhvr>
                                      <p:to>
                                        <p:strVal val="visible"/>
                                      </p:to>
                                    </p:set>
                                    <p:animEffect transition="in" filter="blinds(horizontal)">
                                      <p:cBhvr>
                                        <p:cTn id="91" dur="500"/>
                                        <p:tgtEl>
                                          <p:spTgt spid="865379"/>
                                        </p:tgtEl>
                                      </p:cBhvr>
                                    </p:animEffect>
                                  </p:childTnLst>
                                </p:cTn>
                              </p:par>
                            </p:childTnLst>
                          </p:cTn>
                        </p:par>
                        <p:par>
                          <p:cTn id="92" fill="hold" nodeType="afterGroup">
                            <p:stCondLst>
                              <p:cond delay="6500"/>
                            </p:stCondLst>
                            <p:childTnLst>
                              <p:par>
                                <p:cTn id="93" presetID="3" presetClass="entr" presetSubtype="10" fill="hold" nodeType="afterEffect">
                                  <p:stCondLst>
                                    <p:cond delay="0"/>
                                  </p:stCondLst>
                                  <p:childTnLst>
                                    <p:set>
                                      <p:cBhvr>
                                        <p:cTn id="94" dur="1" fill="hold">
                                          <p:stCondLst>
                                            <p:cond delay="0"/>
                                          </p:stCondLst>
                                        </p:cTn>
                                        <p:tgtEl>
                                          <p:spTgt spid="865386"/>
                                        </p:tgtEl>
                                        <p:attrNameLst>
                                          <p:attrName>style.visibility</p:attrName>
                                        </p:attrNameLst>
                                      </p:cBhvr>
                                      <p:to>
                                        <p:strVal val="visible"/>
                                      </p:to>
                                    </p:set>
                                    <p:animEffect transition="in" filter="blinds(horizontal)">
                                      <p:cBhvr>
                                        <p:cTn id="95" dur="500"/>
                                        <p:tgtEl>
                                          <p:spTgt spid="865386"/>
                                        </p:tgtEl>
                                      </p:cBhvr>
                                    </p:animEffect>
                                  </p:childTnLst>
                                </p:cTn>
                              </p:par>
                            </p:childTnLst>
                          </p:cTn>
                        </p:par>
                        <p:par>
                          <p:cTn id="96" fill="hold" nodeType="afterGroup">
                            <p:stCondLst>
                              <p:cond delay="7000"/>
                            </p:stCondLst>
                            <p:childTnLst>
                              <p:par>
                                <p:cTn id="97" presetID="3" presetClass="entr" presetSubtype="10" fill="hold" nodeType="afterEffect">
                                  <p:stCondLst>
                                    <p:cond delay="0"/>
                                  </p:stCondLst>
                                  <p:childTnLst>
                                    <p:set>
                                      <p:cBhvr>
                                        <p:cTn id="98" dur="1" fill="hold">
                                          <p:stCondLst>
                                            <p:cond delay="0"/>
                                          </p:stCondLst>
                                        </p:cTn>
                                        <p:tgtEl>
                                          <p:spTgt spid="865389"/>
                                        </p:tgtEl>
                                        <p:attrNameLst>
                                          <p:attrName>style.visibility</p:attrName>
                                        </p:attrNameLst>
                                      </p:cBhvr>
                                      <p:to>
                                        <p:strVal val="visible"/>
                                      </p:to>
                                    </p:set>
                                    <p:animEffect transition="in" filter="blinds(horizontal)">
                                      <p:cBhvr>
                                        <p:cTn id="99" dur="500"/>
                                        <p:tgtEl>
                                          <p:spTgt spid="865389"/>
                                        </p:tgtEl>
                                      </p:cBhvr>
                                    </p:animEffect>
                                  </p:childTnLst>
                                </p:cTn>
                              </p:par>
                            </p:childTnLst>
                          </p:cTn>
                        </p:par>
                        <p:par>
                          <p:cTn id="100" fill="hold" nodeType="afterGroup">
                            <p:stCondLst>
                              <p:cond delay="7500"/>
                            </p:stCondLst>
                            <p:childTnLst>
                              <p:par>
                                <p:cTn id="101" presetID="3" presetClass="entr" presetSubtype="10" fill="hold" nodeType="afterEffect">
                                  <p:stCondLst>
                                    <p:cond delay="0"/>
                                  </p:stCondLst>
                                  <p:childTnLst>
                                    <p:set>
                                      <p:cBhvr>
                                        <p:cTn id="102" dur="1" fill="hold">
                                          <p:stCondLst>
                                            <p:cond delay="0"/>
                                          </p:stCondLst>
                                        </p:cTn>
                                        <p:tgtEl>
                                          <p:spTgt spid="865382"/>
                                        </p:tgtEl>
                                        <p:attrNameLst>
                                          <p:attrName>style.visibility</p:attrName>
                                        </p:attrNameLst>
                                      </p:cBhvr>
                                      <p:to>
                                        <p:strVal val="visible"/>
                                      </p:to>
                                    </p:set>
                                    <p:animEffect transition="in" filter="blinds(horizontal)">
                                      <p:cBhvr>
                                        <p:cTn id="103" dur="500"/>
                                        <p:tgtEl>
                                          <p:spTgt spid="865382"/>
                                        </p:tgtEl>
                                      </p:cBhvr>
                                    </p:animEffect>
                                  </p:childTnLst>
                                </p:cTn>
                              </p:par>
                            </p:childTnLst>
                          </p:cTn>
                        </p:par>
                        <p:par>
                          <p:cTn id="104" fill="hold" nodeType="afterGroup">
                            <p:stCondLst>
                              <p:cond delay="8000"/>
                            </p:stCondLst>
                            <p:childTnLst>
                              <p:par>
                                <p:cTn id="105" presetID="3" presetClass="entr" presetSubtype="10" fill="hold" nodeType="afterEffect">
                                  <p:stCondLst>
                                    <p:cond delay="0"/>
                                  </p:stCondLst>
                                  <p:childTnLst>
                                    <p:set>
                                      <p:cBhvr>
                                        <p:cTn id="106" dur="1" fill="hold">
                                          <p:stCondLst>
                                            <p:cond delay="0"/>
                                          </p:stCondLst>
                                        </p:cTn>
                                        <p:tgtEl>
                                          <p:spTgt spid="865391"/>
                                        </p:tgtEl>
                                        <p:attrNameLst>
                                          <p:attrName>style.visibility</p:attrName>
                                        </p:attrNameLst>
                                      </p:cBhvr>
                                      <p:to>
                                        <p:strVal val="visible"/>
                                      </p:to>
                                    </p:set>
                                    <p:animEffect transition="in" filter="blinds(horizontal)">
                                      <p:cBhvr>
                                        <p:cTn id="107" dur="500"/>
                                        <p:tgtEl>
                                          <p:spTgt spid="865391"/>
                                        </p:tgtEl>
                                      </p:cBhvr>
                                    </p:animEffect>
                                  </p:childTnLst>
                                </p:cTn>
                              </p:par>
                            </p:childTnLst>
                          </p:cTn>
                        </p:par>
                        <p:par>
                          <p:cTn id="108" fill="hold" nodeType="afterGroup">
                            <p:stCondLst>
                              <p:cond delay="8500"/>
                            </p:stCondLst>
                            <p:childTnLst>
                              <p:par>
                                <p:cTn id="109" presetID="3" presetClass="entr" presetSubtype="10" fill="hold" nodeType="afterEffect">
                                  <p:stCondLst>
                                    <p:cond delay="0"/>
                                  </p:stCondLst>
                                  <p:childTnLst>
                                    <p:set>
                                      <p:cBhvr>
                                        <p:cTn id="110" dur="1" fill="hold">
                                          <p:stCondLst>
                                            <p:cond delay="0"/>
                                          </p:stCondLst>
                                        </p:cTn>
                                        <p:tgtEl>
                                          <p:spTgt spid="865376"/>
                                        </p:tgtEl>
                                        <p:attrNameLst>
                                          <p:attrName>style.visibility</p:attrName>
                                        </p:attrNameLst>
                                      </p:cBhvr>
                                      <p:to>
                                        <p:strVal val="visible"/>
                                      </p:to>
                                    </p:set>
                                    <p:animEffect transition="in" filter="blinds(horizontal)">
                                      <p:cBhvr>
                                        <p:cTn id="111" dur="500"/>
                                        <p:tgtEl>
                                          <p:spTgt spid="865376"/>
                                        </p:tgtEl>
                                      </p:cBhvr>
                                    </p:animEffect>
                                  </p:childTnLst>
                                </p:cTn>
                              </p:par>
                            </p:childTnLst>
                          </p:cTn>
                        </p:par>
                        <p:par>
                          <p:cTn id="112" fill="hold" nodeType="afterGroup">
                            <p:stCondLst>
                              <p:cond delay="9000"/>
                            </p:stCondLst>
                            <p:childTnLst>
                              <p:par>
                                <p:cTn id="113" presetID="3" presetClass="entr" presetSubtype="10" fill="hold" nodeType="afterEffect">
                                  <p:stCondLst>
                                    <p:cond delay="0"/>
                                  </p:stCondLst>
                                  <p:childTnLst>
                                    <p:set>
                                      <p:cBhvr>
                                        <p:cTn id="114" dur="1" fill="hold">
                                          <p:stCondLst>
                                            <p:cond delay="0"/>
                                          </p:stCondLst>
                                        </p:cTn>
                                        <p:tgtEl>
                                          <p:spTgt spid="865387"/>
                                        </p:tgtEl>
                                        <p:attrNameLst>
                                          <p:attrName>style.visibility</p:attrName>
                                        </p:attrNameLst>
                                      </p:cBhvr>
                                      <p:to>
                                        <p:strVal val="visible"/>
                                      </p:to>
                                    </p:set>
                                    <p:animEffect transition="in" filter="blinds(horizontal)">
                                      <p:cBhvr>
                                        <p:cTn id="115" dur="500"/>
                                        <p:tgtEl>
                                          <p:spTgt spid="865387"/>
                                        </p:tgtEl>
                                      </p:cBhvr>
                                    </p:animEffect>
                                  </p:childTnLst>
                                </p:cTn>
                              </p:par>
                            </p:childTnLst>
                          </p:cTn>
                        </p:par>
                        <p:par>
                          <p:cTn id="116" fill="hold" nodeType="afterGroup">
                            <p:stCondLst>
                              <p:cond delay="9500"/>
                            </p:stCondLst>
                            <p:childTnLst>
                              <p:par>
                                <p:cTn id="117" presetID="3" presetClass="entr" presetSubtype="10" fill="hold" nodeType="afterEffect">
                                  <p:stCondLst>
                                    <p:cond delay="0"/>
                                  </p:stCondLst>
                                  <p:childTnLst>
                                    <p:set>
                                      <p:cBhvr>
                                        <p:cTn id="118" dur="1" fill="hold">
                                          <p:stCondLst>
                                            <p:cond delay="0"/>
                                          </p:stCondLst>
                                        </p:cTn>
                                        <p:tgtEl>
                                          <p:spTgt spid="865380"/>
                                        </p:tgtEl>
                                        <p:attrNameLst>
                                          <p:attrName>style.visibility</p:attrName>
                                        </p:attrNameLst>
                                      </p:cBhvr>
                                      <p:to>
                                        <p:strVal val="visible"/>
                                      </p:to>
                                    </p:set>
                                    <p:animEffect transition="in" filter="blinds(horizontal)">
                                      <p:cBhvr>
                                        <p:cTn id="119" dur="500"/>
                                        <p:tgtEl>
                                          <p:spTgt spid="865380"/>
                                        </p:tgtEl>
                                      </p:cBhvr>
                                    </p:animEffect>
                                  </p:childTnLst>
                                </p:cTn>
                              </p:par>
                            </p:childTnLst>
                          </p:cTn>
                        </p:par>
                        <p:par>
                          <p:cTn id="120" fill="hold" nodeType="afterGroup">
                            <p:stCondLst>
                              <p:cond delay="10000"/>
                            </p:stCondLst>
                            <p:childTnLst>
                              <p:par>
                                <p:cTn id="121" presetID="3" presetClass="entr" presetSubtype="10" fill="hold" nodeType="afterEffect">
                                  <p:stCondLst>
                                    <p:cond delay="0"/>
                                  </p:stCondLst>
                                  <p:childTnLst>
                                    <p:set>
                                      <p:cBhvr>
                                        <p:cTn id="122" dur="1" fill="hold">
                                          <p:stCondLst>
                                            <p:cond delay="0"/>
                                          </p:stCondLst>
                                        </p:cTn>
                                        <p:tgtEl>
                                          <p:spTgt spid="865388"/>
                                        </p:tgtEl>
                                        <p:attrNameLst>
                                          <p:attrName>style.visibility</p:attrName>
                                        </p:attrNameLst>
                                      </p:cBhvr>
                                      <p:to>
                                        <p:strVal val="visible"/>
                                      </p:to>
                                    </p:set>
                                    <p:animEffect transition="in" filter="blinds(horizontal)">
                                      <p:cBhvr>
                                        <p:cTn id="123" dur="500"/>
                                        <p:tgtEl>
                                          <p:spTgt spid="865388"/>
                                        </p:tgtEl>
                                      </p:cBhvr>
                                    </p:animEffect>
                                  </p:childTnLst>
                                </p:cTn>
                              </p:par>
                            </p:childTnLst>
                          </p:cTn>
                        </p:par>
                        <p:par>
                          <p:cTn id="124" fill="hold" nodeType="afterGroup">
                            <p:stCondLst>
                              <p:cond delay="10500"/>
                            </p:stCondLst>
                            <p:childTnLst>
                              <p:par>
                                <p:cTn id="125" presetID="3" presetClass="entr" presetSubtype="10" fill="hold" nodeType="afterEffect">
                                  <p:stCondLst>
                                    <p:cond delay="0"/>
                                  </p:stCondLst>
                                  <p:childTnLst>
                                    <p:set>
                                      <p:cBhvr>
                                        <p:cTn id="126" dur="1" fill="hold">
                                          <p:stCondLst>
                                            <p:cond delay="0"/>
                                          </p:stCondLst>
                                        </p:cTn>
                                        <p:tgtEl>
                                          <p:spTgt spid="865383"/>
                                        </p:tgtEl>
                                        <p:attrNameLst>
                                          <p:attrName>style.visibility</p:attrName>
                                        </p:attrNameLst>
                                      </p:cBhvr>
                                      <p:to>
                                        <p:strVal val="visible"/>
                                      </p:to>
                                    </p:set>
                                    <p:animEffect transition="in" filter="blinds(horizontal)">
                                      <p:cBhvr>
                                        <p:cTn id="127" dur="500"/>
                                        <p:tgtEl>
                                          <p:spTgt spid="8653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5373" grpId="0" animBg="1"/>
      <p:bldP spid="865374" grpId="0" animBg="1"/>
      <p:bldP spid="865375" grpId="0" animBg="1"/>
      <p:bldP spid="865376" grpId="0" animBg="1"/>
      <p:bldP spid="865384" grpId="0"/>
      <p:bldP spid="865385" grpId="0"/>
      <p:bldP spid="865386" grpId="0"/>
      <p:bldP spid="865387" grpId="0"/>
      <p:bldP spid="865388" grpId="0"/>
      <p:bldP spid="865390" grpId="0"/>
      <p:bldP spid="865391" grpId="0"/>
      <p:bldP spid="865393" grpId="0" animBg="1"/>
      <p:bldP spid="865395"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Oval 3">
            <a:extLst>
              <a:ext uri="{FF2B5EF4-FFF2-40B4-BE49-F238E27FC236}">
                <a16:creationId xmlns:a16="http://schemas.microsoft.com/office/drawing/2014/main" id="{000DA796-BEA3-3B1A-F86C-2C65916282D2}"/>
              </a:ext>
            </a:extLst>
          </p:cNvPr>
          <p:cNvSpPr>
            <a:spLocks noChangeArrowheads="1"/>
          </p:cNvSpPr>
          <p:nvPr/>
        </p:nvSpPr>
        <p:spPr bwMode="auto">
          <a:xfrm>
            <a:off x="395288" y="2919413"/>
            <a:ext cx="288925" cy="287337"/>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Comic Sans MS" panose="030F0902030302020204" pitchFamily="66" charset="0"/>
                <a:ea typeface="宋体" panose="02010600030101010101" pitchFamily="2" charset="-122"/>
              </a:rPr>
              <a:t>1</a:t>
            </a:r>
          </a:p>
        </p:txBody>
      </p:sp>
      <p:sp>
        <p:nvSpPr>
          <p:cNvPr id="93187" name="Line 4">
            <a:extLst>
              <a:ext uri="{FF2B5EF4-FFF2-40B4-BE49-F238E27FC236}">
                <a16:creationId xmlns:a16="http://schemas.microsoft.com/office/drawing/2014/main" id="{1A07DA46-A798-651C-A836-006522E55A4C}"/>
              </a:ext>
            </a:extLst>
          </p:cNvPr>
          <p:cNvSpPr>
            <a:spLocks noChangeShapeType="1"/>
          </p:cNvSpPr>
          <p:nvPr/>
        </p:nvSpPr>
        <p:spPr bwMode="auto">
          <a:xfrm>
            <a:off x="179388" y="2846388"/>
            <a:ext cx="215900" cy="1444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3188" name="Oval 5">
            <a:extLst>
              <a:ext uri="{FF2B5EF4-FFF2-40B4-BE49-F238E27FC236}">
                <a16:creationId xmlns:a16="http://schemas.microsoft.com/office/drawing/2014/main" id="{30085704-9FF6-8691-A08D-1D78837CCAD5}"/>
              </a:ext>
            </a:extLst>
          </p:cNvPr>
          <p:cNvSpPr>
            <a:spLocks noChangeArrowheads="1"/>
          </p:cNvSpPr>
          <p:nvPr/>
        </p:nvSpPr>
        <p:spPr bwMode="auto">
          <a:xfrm>
            <a:off x="1044575" y="3422650"/>
            <a:ext cx="287338" cy="287338"/>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Comic Sans MS" panose="030F0902030302020204" pitchFamily="66" charset="0"/>
                <a:ea typeface="宋体" panose="02010600030101010101" pitchFamily="2" charset="-122"/>
              </a:rPr>
              <a:t>3</a:t>
            </a:r>
          </a:p>
        </p:txBody>
      </p:sp>
      <p:sp>
        <p:nvSpPr>
          <p:cNvPr id="93189" name="Oval 6">
            <a:extLst>
              <a:ext uri="{FF2B5EF4-FFF2-40B4-BE49-F238E27FC236}">
                <a16:creationId xmlns:a16="http://schemas.microsoft.com/office/drawing/2014/main" id="{B5DFE90D-D9AC-D6A0-24A0-4865F31DF5DF}"/>
              </a:ext>
            </a:extLst>
          </p:cNvPr>
          <p:cNvSpPr>
            <a:spLocks noChangeArrowheads="1"/>
          </p:cNvSpPr>
          <p:nvPr/>
        </p:nvSpPr>
        <p:spPr bwMode="auto">
          <a:xfrm>
            <a:off x="2124075" y="3062288"/>
            <a:ext cx="288925" cy="288925"/>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Comic Sans MS" panose="030F0902030302020204" pitchFamily="66" charset="0"/>
                <a:ea typeface="宋体" panose="02010600030101010101" pitchFamily="2" charset="-122"/>
              </a:rPr>
              <a:t>5</a:t>
            </a:r>
          </a:p>
        </p:txBody>
      </p:sp>
      <p:sp>
        <p:nvSpPr>
          <p:cNvPr id="847879" name="Oval 7">
            <a:extLst>
              <a:ext uri="{FF2B5EF4-FFF2-40B4-BE49-F238E27FC236}">
                <a16:creationId xmlns:a16="http://schemas.microsoft.com/office/drawing/2014/main" id="{07557BA1-E9FE-8FB8-3A89-1FC7B1E583F7}"/>
              </a:ext>
            </a:extLst>
          </p:cNvPr>
          <p:cNvSpPr>
            <a:spLocks noChangeArrowheads="1"/>
          </p:cNvSpPr>
          <p:nvPr/>
        </p:nvSpPr>
        <p:spPr bwMode="auto">
          <a:xfrm>
            <a:off x="2124075" y="3783013"/>
            <a:ext cx="288925" cy="287337"/>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Comic Sans MS" panose="030F0902030302020204" pitchFamily="66" charset="0"/>
                <a:ea typeface="宋体" panose="02010600030101010101" pitchFamily="2" charset="-122"/>
              </a:rPr>
              <a:t>2</a:t>
            </a:r>
          </a:p>
        </p:txBody>
      </p:sp>
      <p:sp>
        <p:nvSpPr>
          <p:cNvPr id="847880" name="Oval 8">
            <a:extLst>
              <a:ext uri="{FF2B5EF4-FFF2-40B4-BE49-F238E27FC236}">
                <a16:creationId xmlns:a16="http://schemas.microsoft.com/office/drawing/2014/main" id="{417E899E-1EED-B923-3854-437B6B72A228}"/>
              </a:ext>
            </a:extLst>
          </p:cNvPr>
          <p:cNvSpPr>
            <a:spLocks noChangeArrowheads="1"/>
          </p:cNvSpPr>
          <p:nvPr/>
        </p:nvSpPr>
        <p:spPr bwMode="auto">
          <a:xfrm>
            <a:off x="3132138" y="3062288"/>
            <a:ext cx="288925" cy="288925"/>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Comic Sans MS" panose="030F0902030302020204" pitchFamily="66" charset="0"/>
                <a:ea typeface="宋体" panose="02010600030101010101" pitchFamily="2" charset="-122"/>
              </a:rPr>
              <a:t>7</a:t>
            </a:r>
          </a:p>
        </p:txBody>
      </p:sp>
      <p:sp>
        <p:nvSpPr>
          <p:cNvPr id="93192" name="Oval 9">
            <a:extLst>
              <a:ext uri="{FF2B5EF4-FFF2-40B4-BE49-F238E27FC236}">
                <a16:creationId xmlns:a16="http://schemas.microsoft.com/office/drawing/2014/main" id="{E611EF22-100E-2791-6561-A6F70872A71B}"/>
              </a:ext>
            </a:extLst>
          </p:cNvPr>
          <p:cNvSpPr>
            <a:spLocks noChangeArrowheads="1"/>
          </p:cNvSpPr>
          <p:nvPr/>
        </p:nvSpPr>
        <p:spPr bwMode="auto">
          <a:xfrm>
            <a:off x="1044575" y="2343150"/>
            <a:ext cx="287338" cy="287338"/>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Comic Sans MS" panose="030F0902030302020204" pitchFamily="66" charset="0"/>
                <a:ea typeface="宋体" panose="02010600030101010101" pitchFamily="2" charset="-122"/>
              </a:rPr>
              <a:t>6</a:t>
            </a:r>
          </a:p>
        </p:txBody>
      </p:sp>
      <p:sp>
        <p:nvSpPr>
          <p:cNvPr id="93193" name="Oval 10">
            <a:extLst>
              <a:ext uri="{FF2B5EF4-FFF2-40B4-BE49-F238E27FC236}">
                <a16:creationId xmlns:a16="http://schemas.microsoft.com/office/drawing/2014/main" id="{45EC30E4-610D-09DF-C595-F93606FFB70B}"/>
              </a:ext>
            </a:extLst>
          </p:cNvPr>
          <p:cNvSpPr>
            <a:spLocks noChangeArrowheads="1"/>
          </p:cNvSpPr>
          <p:nvPr/>
        </p:nvSpPr>
        <p:spPr bwMode="auto">
          <a:xfrm>
            <a:off x="2195513" y="2270125"/>
            <a:ext cx="288925" cy="288925"/>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latin typeface="Comic Sans MS" panose="030F0902030302020204" pitchFamily="66" charset="0"/>
                <a:ea typeface="宋体" panose="02010600030101010101" pitchFamily="2" charset="-122"/>
              </a:rPr>
              <a:t>4</a:t>
            </a:r>
          </a:p>
        </p:txBody>
      </p:sp>
      <p:sp>
        <p:nvSpPr>
          <p:cNvPr id="93194" name="Line 11">
            <a:extLst>
              <a:ext uri="{FF2B5EF4-FFF2-40B4-BE49-F238E27FC236}">
                <a16:creationId xmlns:a16="http://schemas.microsoft.com/office/drawing/2014/main" id="{9679ADBE-A734-33EE-4758-C039073F37C8}"/>
              </a:ext>
            </a:extLst>
          </p:cNvPr>
          <p:cNvSpPr>
            <a:spLocks noChangeShapeType="1"/>
          </p:cNvSpPr>
          <p:nvPr/>
        </p:nvSpPr>
        <p:spPr bwMode="auto">
          <a:xfrm flipV="1">
            <a:off x="539750" y="2559050"/>
            <a:ext cx="504825" cy="360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3195" name="Text Box 12">
            <a:extLst>
              <a:ext uri="{FF2B5EF4-FFF2-40B4-BE49-F238E27FC236}">
                <a16:creationId xmlns:a16="http://schemas.microsoft.com/office/drawing/2014/main" id="{4E5AEA89-E049-6085-BD91-2BB4F38D4713}"/>
              </a:ext>
            </a:extLst>
          </p:cNvPr>
          <p:cNvSpPr txBox="1">
            <a:spLocks noChangeArrowheads="1"/>
          </p:cNvSpPr>
          <p:nvPr/>
        </p:nvSpPr>
        <p:spPr bwMode="auto">
          <a:xfrm>
            <a:off x="539750" y="2486025"/>
            <a:ext cx="2889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a</a:t>
            </a:r>
          </a:p>
        </p:txBody>
      </p:sp>
      <p:sp>
        <p:nvSpPr>
          <p:cNvPr id="93196" name="Freeform 13">
            <a:extLst>
              <a:ext uri="{FF2B5EF4-FFF2-40B4-BE49-F238E27FC236}">
                <a16:creationId xmlns:a16="http://schemas.microsoft.com/office/drawing/2014/main" id="{94FB8C64-9952-7379-82D3-F8F8FE58BAD7}"/>
              </a:ext>
            </a:extLst>
          </p:cNvPr>
          <p:cNvSpPr>
            <a:spLocks/>
          </p:cNvSpPr>
          <p:nvPr/>
        </p:nvSpPr>
        <p:spPr bwMode="auto">
          <a:xfrm>
            <a:off x="684213" y="2630488"/>
            <a:ext cx="431800" cy="360362"/>
          </a:xfrm>
          <a:custGeom>
            <a:avLst/>
            <a:gdLst>
              <a:gd name="T0" fmla="*/ 2147483646 w 272"/>
              <a:gd name="T1" fmla="*/ 0 h 227"/>
              <a:gd name="T2" fmla="*/ 2147483646 w 272"/>
              <a:gd name="T3" fmla="*/ 2147483646 h 227"/>
              <a:gd name="T4" fmla="*/ 0 w 272"/>
              <a:gd name="T5" fmla="*/ 2147483646 h 227"/>
              <a:gd name="T6" fmla="*/ 0 60000 65536"/>
              <a:gd name="T7" fmla="*/ 0 60000 65536"/>
              <a:gd name="T8" fmla="*/ 0 60000 65536"/>
              <a:gd name="T9" fmla="*/ 0 w 272"/>
              <a:gd name="T10" fmla="*/ 0 h 227"/>
              <a:gd name="T11" fmla="*/ 272 w 272"/>
              <a:gd name="T12" fmla="*/ 227 h 227"/>
            </a:gdLst>
            <a:ahLst/>
            <a:cxnLst>
              <a:cxn ang="T6">
                <a:pos x="T0" y="T1"/>
              </a:cxn>
              <a:cxn ang="T7">
                <a:pos x="T2" y="T3"/>
              </a:cxn>
              <a:cxn ang="T8">
                <a:pos x="T4" y="T5"/>
              </a:cxn>
            </a:cxnLst>
            <a:rect l="T9" t="T10" r="T11" b="T12"/>
            <a:pathLst>
              <a:path w="272" h="227">
                <a:moveTo>
                  <a:pt x="272" y="0"/>
                </a:moveTo>
                <a:cubicBezTo>
                  <a:pt x="249" y="49"/>
                  <a:pt x="226" y="98"/>
                  <a:pt x="181" y="136"/>
                </a:cubicBezTo>
                <a:cubicBezTo>
                  <a:pt x="136" y="174"/>
                  <a:pt x="30" y="212"/>
                  <a:pt x="0" y="227"/>
                </a:cubicBezTo>
              </a:path>
            </a:pathLst>
          </a:custGeom>
          <a:noFill/>
          <a:ln w="9525">
            <a:solidFill>
              <a:schemeClr val="tx1"/>
            </a:solidFill>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197" name="Text Box 14">
            <a:extLst>
              <a:ext uri="{FF2B5EF4-FFF2-40B4-BE49-F238E27FC236}">
                <a16:creationId xmlns:a16="http://schemas.microsoft.com/office/drawing/2014/main" id="{C36667A6-CBCC-8586-AA63-7DDFF6A63C8E}"/>
              </a:ext>
            </a:extLst>
          </p:cNvPr>
          <p:cNvSpPr txBox="1">
            <a:spLocks noChangeArrowheads="1"/>
          </p:cNvSpPr>
          <p:nvPr/>
        </p:nvSpPr>
        <p:spPr bwMode="auto">
          <a:xfrm>
            <a:off x="900113" y="2774950"/>
            <a:ext cx="3603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b</a:t>
            </a:r>
          </a:p>
        </p:txBody>
      </p:sp>
      <p:sp>
        <p:nvSpPr>
          <p:cNvPr id="93198" name="Line 15">
            <a:extLst>
              <a:ext uri="{FF2B5EF4-FFF2-40B4-BE49-F238E27FC236}">
                <a16:creationId xmlns:a16="http://schemas.microsoft.com/office/drawing/2014/main" id="{612E6841-972F-DE91-1E2E-7B1BC76BECE5}"/>
              </a:ext>
            </a:extLst>
          </p:cNvPr>
          <p:cNvSpPr>
            <a:spLocks noChangeShapeType="1"/>
          </p:cNvSpPr>
          <p:nvPr/>
        </p:nvSpPr>
        <p:spPr bwMode="auto">
          <a:xfrm flipV="1">
            <a:off x="1331913" y="2343150"/>
            <a:ext cx="863600" cy="714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3199" name="Text Box 16">
            <a:extLst>
              <a:ext uri="{FF2B5EF4-FFF2-40B4-BE49-F238E27FC236}">
                <a16:creationId xmlns:a16="http://schemas.microsoft.com/office/drawing/2014/main" id="{FB0C6839-0978-4A3A-2213-5474A2C7D453}"/>
              </a:ext>
            </a:extLst>
          </p:cNvPr>
          <p:cNvSpPr txBox="1">
            <a:spLocks noChangeArrowheads="1"/>
          </p:cNvSpPr>
          <p:nvPr/>
        </p:nvSpPr>
        <p:spPr bwMode="auto">
          <a:xfrm>
            <a:off x="1476375" y="2054225"/>
            <a:ext cx="3603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a</a:t>
            </a:r>
          </a:p>
        </p:txBody>
      </p:sp>
      <p:sp>
        <p:nvSpPr>
          <p:cNvPr id="93200" name="Line 17">
            <a:extLst>
              <a:ext uri="{FF2B5EF4-FFF2-40B4-BE49-F238E27FC236}">
                <a16:creationId xmlns:a16="http://schemas.microsoft.com/office/drawing/2014/main" id="{36D26108-2A5E-9001-17C6-2F7C283B537C}"/>
              </a:ext>
            </a:extLst>
          </p:cNvPr>
          <p:cNvSpPr>
            <a:spLocks noChangeShapeType="1"/>
          </p:cNvSpPr>
          <p:nvPr/>
        </p:nvSpPr>
        <p:spPr bwMode="auto">
          <a:xfrm flipH="1">
            <a:off x="1331913" y="2486025"/>
            <a:ext cx="863600" cy="730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3201" name="Text Box 18">
            <a:extLst>
              <a:ext uri="{FF2B5EF4-FFF2-40B4-BE49-F238E27FC236}">
                <a16:creationId xmlns:a16="http://schemas.microsoft.com/office/drawing/2014/main" id="{FF2510AA-3A50-FED8-0AFE-459D8CDEA50F}"/>
              </a:ext>
            </a:extLst>
          </p:cNvPr>
          <p:cNvSpPr txBox="1">
            <a:spLocks noChangeArrowheads="1"/>
          </p:cNvSpPr>
          <p:nvPr/>
        </p:nvSpPr>
        <p:spPr bwMode="auto">
          <a:xfrm>
            <a:off x="1547813" y="2486025"/>
            <a:ext cx="3603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b</a:t>
            </a:r>
          </a:p>
        </p:txBody>
      </p:sp>
      <p:sp>
        <p:nvSpPr>
          <p:cNvPr id="93202" name="Freeform 19">
            <a:extLst>
              <a:ext uri="{FF2B5EF4-FFF2-40B4-BE49-F238E27FC236}">
                <a16:creationId xmlns:a16="http://schemas.microsoft.com/office/drawing/2014/main" id="{C94BA932-3588-E901-647C-C43679F69D7A}"/>
              </a:ext>
            </a:extLst>
          </p:cNvPr>
          <p:cNvSpPr>
            <a:spLocks/>
          </p:cNvSpPr>
          <p:nvPr/>
        </p:nvSpPr>
        <p:spPr bwMode="auto">
          <a:xfrm>
            <a:off x="2413000" y="2114550"/>
            <a:ext cx="287338" cy="300038"/>
          </a:xfrm>
          <a:custGeom>
            <a:avLst/>
            <a:gdLst>
              <a:gd name="T0" fmla="*/ 0 w 181"/>
              <a:gd name="T1" fmla="*/ 2147483646 h 189"/>
              <a:gd name="T2" fmla="*/ 2147483646 w 181"/>
              <a:gd name="T3" fmla="*/ 2147483646 h 189"/>
              <a:gd name="T4" fmla="*/ 2147483646 w 181"/>
              <a:gd name="T5" fmla="*/ 2147483646 h 189"/>
              <a:gd name="T6" fmla="*/ 2147483646 w 181"/>
              <a:gd name="T7" fmla="*/ 2147483646 h 189"/>
              <a:gd name="T8" fmla="*/ 0 60000 65536"/>
              <a:gd name="T9" fmla="*/ 0 60000 65536"/>
              <a:gd name="T10" fmla="*/ 0 60000 65536"/>
              <a:gd name="T11" fmla="*/ 0 60000 65536"/>
              <a:gd name="T12" fmla="*/ 0 w 181"/>
              <a:gd name="T13" fmla="*/ 0 h 189"/>
              <a:gd name="T14" fmla="*/ 181 w 181"/>
              <a:gd name="T15" fmla="*/ 189 h 189"/>
            </a:gdLst>
            <a:ahLst/>
            <a:cxnLst>
              <a:cxn ang="T8">
                <a:pos x="T0" y="T1"/>
              </a:cxn>
              <a:cxn ang="T9">
                <a:pos x="T2" y="T3"/>
              </a:cxn>
              <a:cxn ang="T10">
                <a:pos x="T4" y="T5"/>
              </a:cxn>
              <a:cxn ang="T11">
                <a:pos x="T6" y="T7"/>
              </a:cxn>
            </a:cxnLst>
            <a:rect l="T12" t="T13" r="T14" b="T15"/>
            <a:pathLst>
              <a:path w="181" h="189">
                <a:moveTo>
                  <a:pt x="0" y="98"/>
                </a:moveTo>
                <a:cubicBezTo>
                  <a:pt x="7" y="49"/>
                  <a:pt x="15" y="0"/>
                  <a:pt x="45" y="8"/>
                </a:cubicBezTo>
                <a:cubicBezTo>
                  <a:pt x="75" y="16"/>
                  <a:pt x="181" y="114"/>
                  <a:pt x="181" y="144"/>
                </a:cubicBezTo>
                <a:cubicBezTo>
                  <a:pt x="181" y="174"/>
                  <a:pt x="68" y="182"/>
                  <a:pt x="45" y="189"/>
                </a:cubicBezTo>
              </a:path>
            </a:pathLst>
          </a:custGeom>
          <a:noFill/>
          <a:ln w="9525">
            <a:solidFill>
              <a:schemeClr val="tx1"/>
            </a:solidFill>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03" name="Text Box 20">
            <a:extLst>
              <a:ext uri="{FF2B5EF4-FFF2-40B4-BE49-F238E27FC236}">
                <a16:creationId xmlns:a16="http://schemas.microsoft.com/office/drawing/2014/main" id="{339D8E77-275E-6B2B-6392-F2F9A3848913}"/>
              </a:ext>
            </a:extLst>
          </p:cNvPr>
          <p:cNvSpPr txBox="1">
            <a:spLocks noChangeArrowheads="1"/>
          </p:cNvSpPr>
          <p:nvPr/>
        </p:nvSpPr>
        <p:spPr bwMode="auto">
          <a:xfrm>
            <a:off x="2555875" y="1982788"/>
            <a:ext cx="431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a</a:t>
            </a:r>
          </a:p>
        </p:txBody>
      </p:sp>
      <p:sp>
        <p:nvSpPr>
          <p:cNvPr id="847893" name="Line 21">
            <a:extLst>
              <a:ext uri="{FF2B5EF4-FFF2-40B4-BE49-F238E27FC236}">
                <a16:creationId xmlns:a16="http://schemas.microsoft.com/office/drawing/2014/main" id="{B3F0CDC1-96A9-DC5E-1963-2922EC2979AB}"/>
              </a:ext>
            </a:extLst>
          </p:cNvPr>
          <p:cNvSpPr>
            <a:spLocks noChangeShapeType="1"/>
          </p:cNvSpPr>
          <p:nvPr/>
        </p:nvSpPr>
        <p:spPr bwMode="auto">
          <a:xfrm flipH="1" flipV="1">
            <a:off x="2484438" y="2486025"/>
            <a:ext cx="647700" cy="649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7894" name="Text Box 22">
            <a:extLst>
              <a:ext uri="{FF2B5EF4-FFF2-40B4-BE49-F238E27FC236}">
                <a16:creationId xmlns:a16="http://schemas.microsoft.com/office/drawing/2014/main" id="{0F47E37E-9F45-FC63-FCC4-F867CB9DD2BD}"/>
              </a:ext>
            </a:extLst>
          </p:cNvPr>
          <p:cNvSpPr txBox="1">
            <a:spLocks noChangeArrowheads="1"/>
          </p:cNvSpPr>
          <p:nvPr/>
        </p:nvSpPr>
        <p:spPr bwMode="auto">
          <a:xfrm>
            <a:off x="2771775" y="2486025"/>
            <a:ext cx="3603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a</a:t>
            </a:r>
          </a:p>
        </p:txBody>
      </p:sp>
      <p:sp>
        <p:nvSpPr>
          <p:cNvPr id="93206" name="Freeform 23">
            <a:extLst>
              <a:ext uri="{FF2B5EF4-FFF2-40B4-BE49-F238E27FC236}">
                <a16:creationId xmlns:a16="http://schemas.microsoft.com/office/drawing/2014/main" id="{14306E31-3D5E-1A23-9BF7-1FC1DFA3F8A9}"/>
              </a:ext>
            </a:extLst>
          </p:cNvPr>
          <p:cNvSpPr>
            <a:spLocks/>
          </p:cNvSpPr>
          <p:nvPr/>
        </p:nvSpPr>
        <p:spPr bwMode="auto">
          <a:xfrm>
            <a:off x="492125" y="3206750"/>
            <a:ext cx="552450" cy="455613"/>
          </a:xfrm>
          <a:custGeom>
            <a:avLst/>
            <a:gdLst>
              <a:gd name="T0" fmla="*/ 2147483646 w 348"/>
              <a:gd name="T1" fmla="*/ 0 h 287"/>
              <a:gd name="T2" fmla="*/ 2147483646 w 348"/>
              <a:gd name="T3" fmla="*/ 2147483646 h 287"/>
              <a:gd name="T4" fmla="*/ 2147483646 w 348"/>
              <a:gd name="T5" fmla="*/ 2147483646 h 287"/>
              <a:gd name="T6" fmla="*/ 2147483646 w 348"/>
              <a:gd name="T7" fmla="*/ 2147483646 h 287"/>
              <a:gd name="T8" fmla="*/ 0 60000 65536"/>
              <a:gd name="T9" fmla="*/ 0 60000 65536"/>
              <a:gd name="T10" fmla="*/ 0 60000 65536"/>
              <a:gd name="T11" fmla="*/ 0 60000 65536"/>
              <a:gd name="T12" fmla="*/ 0 w 348"/>
              <a:gd name="T13" fmla="*/ 0 h 287"/>
              <a:gd name="T14" fmla="*/ 348 w 348"/>
              <a:gd name="T15" fmla="*/ 287 h 287"/>
            </a:gdLst>
            <a:ahLst/>
            <a:cxnLst>
              <a:cxn ang="T8">
                <a:pos x="T0" y="T1"/>
              </a:cxn>
              <a:cxn ang="T9">
                <a:pos x="T2" y="T3"/>
              </a:cxn>
              <a:cxn ang="T10">
                <a:pos x="T4" y="T5"/>
              </a:cxn>
              <a:cxn ang="T11">
                <a:pos x="T6" y="T7"/>
              </a:cxn>
            </a:cxnLst>
            <a:rect l="T12" t="T13" r="T14" b="T15"/>
            <a:pathLst>
              <a:path w="348" h="287">
                <a:moveTo>
                  <a:pt x="30" y="0"/>
                </a:moveTo>
                <a:cubicBezTo>
                  <a:pt x="15" y="68"/>
                  <a:pt x="0" y="136"/>
                  <a:pt x="30" y="181"/>
                </a:cubicBezTo>
                <a:cubicBezTo>
                  <a:pt x="60" y="226"/>
                  <a:pt x="159" y="257"/>
                  <a:pt x="212" y="272"/>
                </a:cubicBezTo>
                <a:cubicBezTo>
                  <a:pt x="265" y="287"/>
                  <a:pt x="325" y="272"/>
                  <a:pt x="348" y="272"/>
                </a:cubicBezTo>
              </a:path>
            </a:pathLst>
          </a:custGeom>
          <a:noFill/>
          <a:ln w="9525">
            <a:solidFill>
              <a:schemeClr val="tx1"/>
            </a:solidFill>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07" name="Text Box 24">
            <a:extLst>
              <a:ext uri="{FF2B5EF4-FFF2-40B4-BE49-F238E27FC236}">
                <a16:creationId xmlns:a16="http://schemas.microsoft.com/office/drawing/2014/main" id="{EEFE3D80-143E-6CC4-7BF3-E7788B4344E8}"/>
              </a:ext>
            </a:extLst>
          </p:cNvPr>
          <p:cNvSpPr txBox="1">
            <a:spLocks noChangeArrowheads="1"/>
          </p:cNvSpPr>
          <p:nvPr/>
        </p:nvSpPr>
        <p:spPr bwMode="auto">
          <a:xfrm>
            <a:off x="395288" y="3422650"/>
            <a:ext cx="3603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b</a:t>
            </a:r>
          </a:p>
        </p:txBody>
      </p:sp>
      <p:sp>
        <p:nvSpPr>
          <p:cNvPr id="93208" name="Line 25">
            <a:extLst>
              <a:ext uri="{FF2B5EF4-FFF2-40B4-BE49-F238E27FC236}">
                <a16:creationId xmlns:a16="http://schemas.microsoft.com/office/drawing/2014/main" id="{98870B03-E211-1224-E62C-24E4C5328576}"/>
              </a:ext>
            </a:extLst>
          </p:cNvPr>
          <p:cNvSpPr>
            <a:spLocks noChangeShapeType="1"/>
          </p:cNvSpPr>
          <p:nvPr/>
        </p:nvSpPr>
        <p:spPr bwMode="auto">
          <a:xfrm flipH="1" flipV="1">
            <a:off x="612775" y="3206750"/>
            <a:ext cx="431800" cy="2873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3209" name="Text Box 26">
            <a:extLst>
              <a:ext uri="{FF2B5EF4-FFF2-40B4-BE49-F238E27FC236}">
                <a16:creationId xmlns:a16="http://schemas.microsoft.com/office/drawing/2014/main" id="{A43C11A5-360A-16A1-4A34-B3915314CC25}"/>
              </a:ext>
            </a:extLst>
          </p:cNvPr>
          <p:cNvSpPr txBox="1">
            <a:spLocks noChangeArrowheads="1"/>
          </p:cNvSpPr>
          <p:nvPr/>
        </p:nvSpPr>
        <p:spPr bwMode="auto">
          <a:xfrm>
            <a:off x="755650" y="3062288"/>
            <a:ext cx="3603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a</a:t>
            </a:r>
          </a:p>
        </p:txBody>
      </p:sp>
      <p:sp>
        <p:nvSpPr>
          <p:cNvPr id="847899" name="Line 27">
            <a:extLst>
              <a:ext uri="{FF2B5EF4-FFF2-40B4-BE49-F238E27FC236}">
                <a16:creationId xmlns:a16="http://schemas.microsoft.com/office/drawing/2014/main" id="{9DB92570-7221-E367-0B06-47D278D63935}"/>
              </a:ext>
            </a:extLst>
          </p:cNvPr>
          <p:cNvSpPr>
            <a:spLocks noChangeShapeType="1"/>
          </p:cNvSpPr>
          <p:nvPr/>
        </p:nvSpPr>
        <p:spPr bwMode="auto">
          <a:xfrm flipH="1" flipV="1">
            <a:off x="1331913" y="3638550"/>
            <a:ext cx="792162" cy="2889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7900" name="Text Box 28">
            <a:extLst>
              <a:ext uri="{FF2B5EF4-FFF2-40B4-BE49-F238E27FC236}">
                <a16:creationId xmlns:a16="http://schemas.microsoft.com/office/drawing/2014/main" id="{FD6EA1E0-BBE9-05FA-79E9-01DF89BBFA38}"/>
              </a:ext>
            </a:extLst>
          </p:cNvPr>
          <p:cNvSpPr txBox="1">
            <a:spLocks noChangeArrowheads="1"/>
          </p:cNvSpPr>
          <p:nvPr/>
        </p:nvSpPr>
        <p:spPr bwMode="auto">
          <a:xfrm>
            <a:off x="1476375" y="3709988"/>
            <a:ext cx="431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b</a:t>
            </a:r>
          </a:p>
        </p:txBody>
      </p:sp>
      <p:sp>
        <p:nvSpPr>
          <p:cNvPr id="847901" name="Line 29">
            <a:extLst>
              <a:ext uri="{FF2B5EF4-FFF2-40B4-BE49-F238E27FC236}">
                <a16:creationId xmlns:a16="http://schemas.microsoft.com/office/drawing/2014/main" id="{663BBB15-847E-B6DA-F5B8-7E6A2211A759}"/>
              </a:ext>
            </a:extLst>
          </p:cNvPr>
          <p:cNvSpPr>
            <a:spLocks noChangeShapeType="1"/>
          </p:cNvSpPr>
          <p:nvPr/>
        </p:nvSpPr>
        <p:spPr bwMode="auto">
          <a:xfrm flipV="1">
            <a:off x="2339975" y="3278188"/>
            <a:ext cx="792163" cy="5762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7902" name="Text Box 30">
            <a:extLst>
              <a:ext uri="{FF2B5EF4-FFF2-40B4-BE49-F238E27FC236}">
                <a16:creationId xmlns:a16="http://schemas.microsoft.com/office/drawing/2014/main" id="{40629542-CFD9-7850-3EB4-51536FB8C860}"/>
              </a:ext>
            </a:extLst>
          </p:cNvPr>
          <p:cNvSpPr txBox="1">
            <a:spLocks noChangeArrowheads="1"/>
          </p:cNvSpPr>
          <p:nvPr/>
        </p:nvSpPr>
        <p:spPr bwMode="auto">
          <a:xfrm>
            <a:off x="2484438" y="3351213"/>
            <a:ext cx="5762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a</a:t>
            </a:r>
          </a:p>
        </p:txBody>
      </p:sp>
      <p:sp>
        <p:nvSpPr>
          <p:cNvPr id="847903" name="Line 31">
            <a:extLst>
              <a:ext uri="{FF2B5EF4-FFF2-40B4-BE49-F238E27FC236}">
                <a16:creationId xmlns:a16="http://schemas.microsoft.com/office/drawing/2014/main" id="{C72899BB-16E3-FBD3-E34B-0A2BE2634EEC}"/>
              </a:ext>
            </a:extLst>
          </p:cNvPr>
          <p:cNvSpPr>
            <a:spLocks noChangeShapeType="1"/>
          </p:cNvSpPr>
          <p:nvPr/>
        </p:nvSpPr>
        <p:spPr bwMode="auto">
          <a:xfrm flipH="1">
            <a:off x="2413000" y="3351213"/>
            <a:ext cx="863600" cy="5762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7904" name="Text Box 32">
            <a:extLst>
              <a:ext uri="{FF2B5EF4-FFF2-40B4-BE49-F238E27FC236}">
                <a16:creationId xmlns:a16="http://schemas.microsoft.com/office/drawing/2014/main" id="{84654232-F8E8-C3A8-2A0A-9E39B808139A}"/>
              </a:ext>
            </a:extLst>
          </p:cNvPr>
          <p:cNvSpPr txBox="1">
            <a:spLocks noChangeArrowheads="1"/>
          </p:cNvSpPr>
          <p:nvPr/>
        </p:nvSpPr>
        <p:spPr bwMode="auto">
          <a:xfrm>
            <a:off x="2628900" y="3638550"/>
            <a:ext cx="431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b</a:t>
            </a:r>
          </a:p>
        </p:txBody>
      </p:sp>
      <p:sp>
        <p:nvSpPr>
          <p:cNvPr id="847905" name="Line 33">
            <a:extLst>
              <a:ext uri="{FF2B5EF4-FFF2-40B4-BE49-F238E27FC236}">
                <a16:creationId xmlns:a16="http://schemas.microsoft.com/office/drawing/2014/main" id="{74E78439-0FAA-04C4-7227-57CA7C88D4AD}"/>
              </a:ext>
            </a:extLst>
          </p:cNvPr>
          <p:cNvSpPr>
            <a:spLocks noChangeShapeType="1"/>
          </p:cNvSpPr>
          <p:nvPr/>
        </p:nvSpPr>
        <p:spPr bwMode="auto">
          <a:xfrm>
            <a:off x="2413000" y="3135313"/>
            <a:ext cx="719138" cy="714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7906" name="Text Box 34">
            <a:extLst>
              <a:ext uri="{FF2B5EF4-FFF2-40B4-BE49-F238E27FC236}">
                <a16:creationId xmlns:a16="http://schemas.microsoft.com/office/drawing/2014/main" id="{EBBD188A-DB03-7ACB-6207-1D084A543840}"/>
              </a:ext>
            </a:extLst>
          </p:cNvPr>
          <p:cNvSpPr txBox="1">
            <a:spLocks noChangeArrowheads="1"/>
          </p:cNvSpPr>
          <p:nvPr/>
        </p:nvSpPr>
        <p:spPr bwMode="auto">
          <a:xfrm>
            <a:off x="2484438" y="2846388"/>
            <a:ext cx="3603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a</a:t>
            </a:r>
          </a:p>
        </p:txBody>
      </p:sp>
      <p:sp>
        <p:nvSpPr>
          <p:cNvPr id="93218" name="Line 35">
            <a:extLst>
              <a:ext uri="{FF2B5EF4-FFF2-40B4-BE49-F238E27FC236}">
                <a16:creationId xmlns:a16="http://schemas.microsoft.com/office/drawing/2014/main" id="{B623532C-F216-16FD-9C31-068A26B9A5CD}"/>
              </a:ext>
            </a:extLst>
          </p:cNvPr>
          <p:cNvSpPr>
            <a:spLocks noChangeShapeType="1"/>
          </p:cNvSpPr>
          <p:nvPr/>
        </p:nvSpPr>
        <p:spPr bwMode="auto">
          <a:xfrm flipV="1">
            <a:off x="1260475" y="3206750"/>
            <a:ext cx="863600"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3219" name="Text Box 36">
            <a:extLst>
              <a:ext uri="{FF2B5EF4-FFF2-40B4-BE49-F238E27FC236}">
                <a16:creationId xmlns:a16="http://schemas.microsoft.com/office/drawing/2014/main" id="{0B86D7BA-3890-4A42-373A-2BDD5DE94879}"/>
              </a:ext>
            </a:extLst>
          </p:cNvPr>
          <p:cNvSpPr txBox="1">
            <a:spLocks noChangeArrowheads="1"/>
          </p:cNvSpPr>
          <p:nvPr/>
        </p:nvSpPr>
        <p:spPr bwMode="auto">
          <a:xfrm>
            <a:off x="1476375" y="3062288"/>
            <a:ext cx="431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b</a:t>
            </a:r>
          </a:p>
        </p:txBody>
      </p:sp>
      <p:sp>
        <p:nvSpPr>
          <p:cNvPr id="93220" name="Line 37">
            <a:extLst>
              <a:ext uri="{FF2B5EF4-FFF2-40B4-BE49-F238E27FC236}">
                <a16:creationId xmlns:a16="http://schemas.microsoft.com/office/drawing/2014/main" id="{5810C595-C4FE-E194-D442-CB2E08F59692}"/>
              </a:ext>
            </a:extLst>
          </p:cNvPr>
          <p:cNvSpPr>
            <a:spLocks noChangeShapeType="1"/>
          </p:cNvSpPr>
          <p:nvPr/>
        </p:nvSpPr>
        <p:spPr bwMode="auto">
          <a:xfrm flipH="1">
            <a:off x="1331913" y="3351213"/>
            <a:ext cx="863600" cy="1428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3221" name="Text Box 38">
            <a:extLst>
              <a:ext uri="{FF2B5EF4-FFF2-40B4-BE49-F238E27FC236}">
                <a16:creationId xmlns:a16="http://schemas.microsoft.com/office/drawing/2014/main" id="{C0E6E5E5-570B-DA81-DAE8-CC836F2AFADC}"/>
              </a:ext>
            </a:extLst>
          </p:cNvPr>
          <p:cNvSpPr txBox="1">
            <a:spLocks noChangeArrowheads="1"/>
          </p:cNvSpPr>
          <p:nvPr/>
        </p:nvSpPr>
        <p:spPr bwMode="auto">
          <a:xfrm>
            <a:off x="1620838" y="3351213"/>
            <a:ext cx="431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chemeClr val="tx1"/>
                </a:solidFill>
                <a:latin typeface="Times New Roman" panose="02020603050405020304" pitchFamily="18" charset="0"/>
                <a:ea typeface="宋体" panose="02010600030101010101" pitchFamily="2" charset="-122"/>
              </a:rPr>
              <a:t>b</a:t>
            </a:r>
          </a:p>
        </p:txBody>
      </p:sp>
      <p:sp>
        <p:nvSpPr>
          <p:cNvPr id="847911" name="Text Box 39">
            <a:extLst>
              <a:ext uri="{FF2B5EF4-FFF2-40B4-BE49-F238E27FC236}">
                <a16:creationId xmlns:a16="http://schemas.microsoft.com/office/drawing/2014/main" id="{4CEB15FA-EE3F-A249-C090-448C766C5053}"/>
              </a:ext>
            </a:extLst>
          </p:cNvPr>
          <p:cNvSpPr txBox="1">
            <a:spLocks noChangeArrowheads="1"/>
          </p:cNvSpPr>
          <p:nvPr/>
        </p:nvSpPr>
        <p:spPr bwMode="auto">
          <a:xfrm>
            <a:off x="3779838" y="652463"/>
            <a:ext cx="5113337" cy="453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lnSpc>
                <a:spcPct val="115000"/>
              </a:lnSpc>
              <a:spcBef>
                <a:spcPct val="30000"/>
              </a:spcBef>
              <a:buClrTx/>
              <a:buSzTx/>
              <a:buFontTx/>
              <a:buNone/>
            </a:pPr>
            <a:r>
              <a:rPr lang="en-US" altLang="zh-CN" sz="2400">
                <a:solidFill>
                  <a:srgbClr val="990000"/>
                </a:solidFill>
                <a:ea typeface="宋体" panose="02010600030101010101" pitchFamily="2" charset="-122"/>
              </a:rPr>
              <a:t>Π</a:t>
            </a:r>
            <a:r>
              <a:rPr lang="en-US" altLang="zh-CN" sz="2400" baseline="-25000">
                <a:solidFill>
                  <a:srgbClr val="990000"/>
                </a:solidFill>
                <a:ea typeface="宋体" panose="02010600030101010101" pitchFamily="2" charset="-122"/>
              </a:rPr>
              <a:t>0</a:t>
            </a:r>
            <a:r>
              <a:rPr lang="en-US" altLang="zh-CN" sz="2400">
                <a:solidFill>
                  <a:srgbClr val="990000"/>
                </a:solidFill>
                <a:ea typeface="宋体" panose="02010600030101010101" pitchFamily="2" charset="-122"/>
              </a:rPr>
              <a:t>={{1,2,3,4},{5,6,7}}</a:t>
            </a:r>
          </a:p>
          <a:p>
            <a:pPr eaLnBrk="1" hangingPunct="1">
              <a:lnSpc>
                <a:spcPct val="115000"/>
              </a:lnSpc>
              <a:spcBef>
                <a:spcPct val="30000"/>
              </a:spcBef>
              <a:buClrTx/>
              <a:buSzTx/>
              <a:buFontTx/>
              <a:buNone/>
            </a:pPr>
            <a:r>
              <a:rPr lang="zh-CN" altLang="en-US" sz="2400">
                <a:ea typeface="宋体" panose="02010600030101010101" pitchFamily="2" charset="-122"/>
              </a:rPr>
              <a:t>因为</a:t>
            </a:r>
            <a:r>
              <a:rPr lang="en-US" altLang="zh-CN" sz="2400">
                <a:ea typeface="宋体" panose="02010600030101010101" pitchFamily="2" charset="-122"/>
              </a:rPr>
              <a:t>{1,2,3,4}</a:t>
            </a:r>
            <a:r>
              <a:rPr lang="en-US" altLang="zh-CN" sz="2400" baseline="-25000">
                <a:ea typeface="宋体" panose="02010600030101010101" pitchFamily="2" charset="-122"/>
              </a:rPr>
              <a:t>a</a:t>
            </a:r>
            <a:r>
              <a:rPr lang="en-US" altLang="zh-CN" sz="2400">
                <a:ea typeface="宋体" panose="02010600030101010101" pitchFamily="2" charset="-122"/>
              </a:rPr>
              <a:t>={6,7,1,4}</a:t>
            </a:r>
            <a:r>
              <a:rPr lang="zh-CN" altLang="en-US" sz="2400">
                <a:ea typeface="宋体" panose="02010600030101010101" pitchFamily="2" charset="-122"/>
              </a:rPr>
              <a:t>不全包含在</a:t>
            </a:r>
            <a:r>
              <a:rPr lang="en-US" altLang="zh-CN" sz="2400">
                <a:ea typeface="宋体" panose="02010600030101010101" pitchFamily="2" charset="-122"/>
              </a:rPr>
              <a:t>Π</a:t>
            </a:r>
            <a:r>
              <a:rPr lang="en-US" altLang="zh-CN" sz="2400" baseline="-25000">
                <a:ea typeface="宋体" panose="02010600030101010101" pitchFamily="2" charset="-122"/>
              </a:rPr>
              <a:t>0</a:t>
            </a:r>
            <a:r>
              <a:rPr lang="zh-CN" altLang="en-US" sz="2400">
                <a:ea typeface="宋体" panose="02010600030101010101" pitchFamily="2" charset="-122"/>
              </a:rPr>
              <a:t>的子集中，需划分。又因为  </a:t>
            </a:r>
          </a:p>
          <a:p>
            <a:pPr eaLnBrk="1" hangingPunct="1">
              <a:lnSpc>
                <a:spcPct val="115000"/>
              </a:lnSpc>
              <a:spcBef>
                <a:spcPct val="30000"/>
              </a:spcBef>
              <a:buClrTx/>
              <a:buSzTx/>
              <a:buFontTx/>
              <a:buNone/>
            </a:pPr>
            <a:r>
              <a:rPr lang="zh-CN" altLang="en-US" sz="2400">
                <a:ea typeface="宋体" panose="02010600030101010101" pitchFamily="2" charset="-122"/>
              </a:rPr>
              <a:t>   </a:t>
            </a:r>
            <a:r>
              <a:rPr lang="en-US" altLang="zh-CN" sz="2400">
                <a:ea typeface="宋体" panose="02010600030101010101" pitchFamily="2" charset="-122"/>
              </a:rPr>
              <a:t>{1,2}</a:t>
            </a:r>
            <a:r>
              <a:rPr lang="en-US" altLang="zh-CN" sz="2400" baseline="-25000">
                <a:ea typeface="宋体" panose="02010600030101010101" pitchFamily="2" charset="-122"/>
              </a:rPr>
              <a:t>a</a:t>
            </a:r>
            <a:r>
              <a:rPr lang="en-US" altLang="zh-CN" sz="2400">
                <a:ea typeface="宋体" panose="02010600030101010101" pitchFamily="2" charset="-122"/>
              </a:rPr>
              <a:t>={6,7}</a:t>
            </a:r>
            <a:r>
              <a:rPr lang="zh-CN" altLang="en-US" sz="2400">
                <a:ea typeface="宋体" panose="02010600030101010101" pitchFamily="2" charset="-122"/>
              </a:rPr>
              <a:t>落在</a:t>
            </a:r>
            <a:r>
              <a:rPr lang="en-US" altLang="zh-CN" sz="2400">
                <a:ea typeface="宋体" panose="02010600030101010101" pitchFamily="2" charset="-122"/>
              </a:rPr>
              <a:t>{5,6,7}</a:t>
            </a:r>
            <a:r>
              <a:rPr lang="zh-CN" altLang="en-US" sz="2400">
                <a:ea typeface="宋体" panose="02010600030101010101" pitchFamily="2" charset="-122"/>
              </a:rPr>
              <a:t>集合中</a:t>
            </a:r>
            <a:r>
              <a:rPr lang="en-US" altLang="zh-CN" sz="2400">
                <a:ea typeface="宋体" panose="02010600030101010101" pitchFamily="2" charset="-122"/>
              </a:rPr>
              <a:t>,</a:t>
            </a:r>
          </a:p>
          <a:p>
            <a:pPr eaLnBrk="1" hangingPunct="1">
              <a:lnSpc>
                <a:spcPct val="115000"/>
              </a:lnSpc>
              <a:spcBef>
                <a:spcPct val="30000"/>
              </a:spcBef>
              <a:buClrTx/>
              <a:buSzTx/>
              <a:buFontTx/>
              <a:buNone/>
            </a:pPr>
            <a:r>
              <a:rPr lang="en-US" altLang="zh-CN" sz="2400">
                <a:ea typeface="宋体" panose="02010600030101010101" pitchFamily="2" charset="-122"/>
              </a:rPr>
              <a:t>   {3,4}</a:t>
            </a:r>
            <a:r>
              <a:rPr lang="en-US" altLang="zh-CN" sz="2400" baseline="-25000">
                <a:ea typeface="宋体" panose="02010600030101010101" pitchFamily="2" charset="-122"/>
              </a:rPr>
              <a:t>a</a:t>
            </a:r>
            <a:r>
              <a:rPr lang="en-US" altLang="zh-CN" sz="2400">
                <a:ea typeface="宋体" panose="02010600030101010101" pitchFamily="2" charset="-122"/>
              </a:rPr>
              <a:t>={1,4}</a:t>
            </a:r>
            <a:r>
              <a:rPr lang="zh-CN" altLang="en-US" sz="2400">
                <a:ea typeface="宋体" panose="02010600030101010101" pitchFamily="2" charset="-122"/>
              </a:rPr>
              <a:t>落在</a:t>
            </a:r>
            <a:r>
              <a:rPr lang="en-US" altLang="zh-CN" sz="2400">
                <a:ea typeface="宋体" panose="02010600030101010101" pitchFamily="2" charset="-122"/>
              </a:rPr>
              <a:t>{1,2,3,4}</a:t>
            </a:r>
            <a:r>
              <a:rPr lang="zh-CN" altLang="en-US" sz="2400">
                <a:ea typeface="宋体" panose="02010600030101010101" pitchFamily="2" charset="-122"/>
              </a:rPr>
              <a:t>集合中</a:t>
            </a:r>
            <a:r>
              <a:rPr lang="en-US" altLang="zh-CN" sz="2400">
                <a:ea typeface="宋体" panose="02010600030101010101" pitchFamily="2" charset="-122"/>
              </a:rPr>
              <a:t>,</a:t>
            </a:r>
          </a:p>
          <a:p>
            <a:pPr eaLnBrk="1" hangingPunct="1">
              <a:lnSpc>
                <a:spcPct val="115000"/>
              </a:lnSpc>
              <a:spcBef>
                <a:spcPct val="30000"/>
              </a:spcBef>
              <a:buClrTx/>
              <a:buSzTx/>
              <a:buFontTx/>
              <a:buNone/>
            </a:pPr>
            <a:r>
              <a:rPr lang="zh-CN" altLang="en-US" sz="2400">
                <a:ea typeface="宋体" panose="02010600030101010101" pitchFamily="2" charset="-122"/>
              </a:rPr>
              <a:t>所以得</a:t>
            </a:r>
            <a:r>
              <a:rPr lang="en-US" altLang="zh-CN" sz="2400">
                <a:solidFill>
                  <a:srgbClr val="990000"/>
                </a:solidFill>
                <a:ea typeface="宋体" panose="02010600030101010101" pitchFamily="2" charset="-122"/>
              </a:rPr>
              <a:t>Π</a:t>
            </a:r>
            <a:r>
              <a:rPr lang="en-US" altLang="zh-CN" sz="2400" baseline="-25000">
                <a:solidFill>
                  <a:srgbClr val="990000"/>
                </a:solidFill>
                <a:ea typeface="宋体" panose="02010600030101010101" pitchFamily="2" charset="-122"/>
              </a:rPr>
              <a:t>1</a:t>
            </a:r>
            <a:r>
              <a:rPr lang="en-US" altLang="zh-CN" sz="2400">
                <a:solidFill>
                  <a:srgbClr val="990000"/>
                </a:solidFill>
                <a:ea typeface="宋体" panose="02010600030101010101" pitchFamily="2" charset="-122"/>
              </a:rPr>
              <a:t>={{1,2},{3,4},{5,6,7}}</a:t>
            </a:r>
          </a:p>
          <a:p>
            <a:pPr eaLnBrk="1" hangingPunct="1">
              <a:lnSpc>
                <a:spcPct val="115000"/>
              </a:lnSpc>
              <a:spcBef>
                <a:spcPct val="30000"/>
              </a:spcBef>
              <a:buClrTx/>
              <a:buSzTx/>
              <a:buFontTx/>
              <a:buNone/>
            </a:pPr>
            <a:r>
              <a:rPr lang="zh-CN" altLang="en-US" sz="2400">
                <a:ea typeface="宋体" panose="02010600030101010101" pitchFamily="2" charset="-122"/>
              </a:rPr>
              <a:t>因为</a:t>
            </a:r>
            <a:r>
              <a:rPr lang="en-US" altLang="zh-CN" sz="2400">
                <a:ea typeface="宋体" panose="02010600030101010101" pitchFamily="2" charset="-122"/>
              </a:rPr>
              <a:t>{3,4}</a:t>
            </a:r>
            <a:r>
              <a:rPr lang="en-US" altLang="zh-CN" sz="1600" baseline="-25000">
                <a:ea typeface="宋体" panose="02010600030101010101" pitchFamily="2" charset="-122"/>
              </a:rPr>
              <a:t> a</a:t>
            </a:r>
            <a:r>
              <a:rPr lang="en-US" altLang="zh-CN" sz="1600">
                <a:ea typeface="宋体" panose="02010600030101010101" pitchFamily="2" charset="-122"/>
              </a:rPr>
              <a:t> </a:t>
            </a:r>
            <a:r>
              <a:rPr lang="en-US" altLang="zh-CN" sz="2400">
                <a:ea typeface="宋体" panose="02010600030101010101" pitchFamily="2" charset="-122"/>
              </a:rPr>
              <a:t>={1,4}</a:t>
            </a:r>
            <a:r>
              <a:rPr lang="zh-CN" altLang="en-US" sz="2400">
                <a:ea typeface="宋体" panose="02010600030101010101" pitchFamily="2" charset="-122"/>
              </a:rPr>
              <a:t>，不全包含在</a:t>
            </a:r>
            <a:r>
              <a:rPr lang="en-US" altLang="zh-CN" sz="2400">
                <a:ea typeface="宋体" panose="02010600030101010101" pitchFamily="2" charset="-122"/>
              </a:rPr>
              <a:t>Π</a:t>
            </a:r>
            <a:r>
              <a:rPr lang="en-US" altLang="zh-CN" sz="2400" baseline="-25000">
                <a:ea typeface="宋体" panose="02010600030101010101" pitchFamily="2" charset="-122"/>
              </a:rPr>
              <a:t>1</a:t>
            </a:r>
            <a:r>
              <a:rPr lang="zh-CN" altLang="en-US" sz="2400">
                <a:ea typeface="宋体" panose="02010600030101010101" pitchFamily="2" charset="-122"/>
              </a:rPr>
              <a:t>的子集中</a:t>
            </a:r>
            <a:r>
              <a:rPr lang="en-US" altLang="zh-CN" sz="2400">
                <a:ea typeface="宋体" panose="02010600030101010101" pitchFamily="2" charset="-122"/>
              </a:rPr>
              <a:t>,</a:t>
            </a:r>
            <a:r>
              <a:rPr lang="zh-CN" altLang="en-US" sz="2400">
                <a:ea typeface="宋体" panose="02010600030101010101" pitchFamily="2" charset="-122"/>
              </a:rPr>
              <a:t>需划分为</a:t>
            </a:r>
            <a:r>
              <a:rPr lang="en-US" altLang="zh-CN" sz="2400">
                <a:ea typeface="宋体" panose="02010600030101010101" pitchFamily="2" charset="-122"/>
              </a:rPr>
              <a:t>{3}</a:t>
            </a:r>
            <a:r>
              <a:rPr lang="zh-CN" altLang="en-US" sz="2400">
                <a:ea typeface="宋体" panose="02010600030101010101" pitchFamily="2" charset="-122"/>
              </a:rPr>
              <a:t>，</a:t>
            </a:r>
            <a:r>
              <a:rPr lang="en-US" altLang="zh-CN" sz="2400">
                <a:ea typeface="宋体" panose="02010600030101010101" pitchFamily="2" charset="-122"/>
              </a:rPr>
              <a:t>{4}</a:t>
            </a:r>
            <a:r>
              <a:rPr lang="zh-CN" altLang="en-US" sz="2400">
                <a:ea typeface="宋体" panose="02010600030101010101" pitchFamily="2" charset="-122"/>
              </a:rPr>
              <a:t>得</a:t>
            </a:r>
            <a:r>
              <a:rPr lang="en-US" altLang="zh-CN" sz="2400">
                <a:ea typeface="宋体" panose="02010600030101010101" pitchFamily="2" charset="-122"/>
              </a:rPr>
              <a:t>:</a:t>
            </a:r>
          </a:p>
          <a:p>
            <a:pPr eaLnBrk="1" hangingPunct="1">
              <a:lnSpc>
                <a:spcPct val="115000"/>
              </a:lnSpc>
              <a:spcBef>
                <a:spcPct val="30000"/>
              </a:spcBef>
              <a:buClrTx/>
              <a:buSzTx/>
              <a:buFontTx/>
              <a:buNone/>
            </a:pPr>
            <a:r>
              <a:rPr lang="en-US" altLang="zh-CN" sz="2400">
                <a:solidFill>
                  <a:srgbClr val="990000"/>
                </a:solidFill>
                <a:ea typeface="宋体" panose="02010600030101010101" pitchFamily="2" charset="-122"/>
              </a:rPr>
              <a:t>Π</a:t>
            </a:r>
            <a:r>
              <a:rPr lang="en-US" altLang="zh-CN" sz="2400" baseline="-25000">
                <a:solidFill>
                  <a:srgbClr val="990000"/>
                </a:solidFill>
                <a:ea typeface="宋体" panose="02010600030101010101" pitchFamily="2" charset="-122"/>
              </a:rPr>
              <a:t>2</a:t>
            </a:r>
            <a:r>
              <a:rPr lang="en-US" altLang="zh-CN" sz="2400">
                <a:solidFill>
                  <a:srgbClr val="990000"/>
                </a:solidFill>
                <a:ea typeface="宋体" panose="02010600030101010101" pitchFamily="2" charset="-122"/>
              </a:rPr>
              <a:t>={{1,2},{3},{4},{5,6,7}}</a:t>
            </a:r>
          </a:p>
        </p:txBody>
      </p:sp>
      <p:sp>
        <p:nvSpPr>
          <p:cNvPr id="847912" name="Text Box 40">
            <a:extLst>
              <a:ext uri="{FF2B5EF4-FFF2-40B4-BE49-F238E27FC236}">
                <a16:creationId xmlns:a16="http://schemas.microsoft.com/office/drawing/2014/main" id="{5EB9FEEF-ACD4-2C5C-43BA-CBF1DAE8D1C0}"/>
              </a:ext>
            </a:extLst>
          </p:cNvPr>
          <p:cNvSpPr txBox="1">
            <a:spLocks noChangeArrowheads="1"/>
          </p:cNvSpPr>
          <p:nvPr/>
        </p:nvSpPr>
        <p:spPr bwMode="auto">
          <a:xfrm>
            <a:off x="3851275" y="5300663"/>
            <a:ext cx="5113338" cy="98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lnSpc>
                <a:spcPct val="115000"/>
              </a:lnSpc>
              <a:spcBef>
                <a:spcPct val="15000"/>
              </a:spcBef>
              <a:buClrTx/>
              <a:buSzTx/>
              <a:buFontTx/>
              <a:buNone/>
            </a:pPr>
            <a:r>
              <a:rPr lang="zh-CN" altLang="en-US" sz="2400">
                <a:ea typeface="宋体" panose="02010600030101010101" pitchFamily="2" charset="-122"/>
              </a:rPr>
              <a:t>因为</a:t>
            </a:r>
            <a:r>
              <a:rPr lang="en-US" altLang="zh-CN" sz="2400">
                <a:ea typeface="宋体" panose="02010600030101010101" pitchFamily="2" charset="-122"/>
              </a:rPr>
              <a:t>{5,6,7}</a:t>
            </a:r>
            <a:r>
              <a:rPr lang="en-US" altLang="zh-CN" sz="2400" baseline="-25000">
                <a:ea typeface="宋体" panose="02010600030101010101" pitchFamily="2" charset="-122"/>
              </a:rPr>
              <a:t>a</a:t>
            </a:r>
            <a:r>
              <a:rPr lang="en-US" altLang="zh-CN" sz="2400">
                <a:ea typeface="宋体" panose="02010600030101010101" pitchFamily="2" charset="-122"/>
              </a:rPr>
              <a:t>={7,4}</a:t>
            </a:r>
            <a:r>
              <a:rPr lang="zh-CN" altLang="en-US" sz="2400">
                <a:ea typeface="宋体" panose="02010600030101010101" pitchFamily="2" charset="-122"/>
              </a:rPr>
              <a:t>，所以</a:t>
            </a:r>
          </a:p>
          <a:p>
            <a:pPr eaLnBrk="1" hangingPunct="1">
              <a:lnSpc>
                <a:spcPct val="115000"/>
              </a:lnSpc>
              <a:spcBef>
                <a:spcPct val="15000"/>
              </a:spcBef>
              <a:buClrTx/>
              <a:buSzTx/>
              <a:buFontTx/>
              <a:buNone/>
            </a:pPr>
            <a:r>
              <a:rPr lang="en-US" altLang="zh-CN" sz="2400">
                <a:solidFill>
                  <a:srgbClr val="990000"/>
                </a:solidFill>
                <a:ea typeface="宋体" panose="02010600030101010101" pitchFamily="2" charset="-122"/>
              </a:rPr>
              <a:t>Π</a:t>
            </a:r>
            <a:r>
              <a:rPr lang="en-US" altLang="zh-CN" sz="2400" baseline="-25000">
                <a:solidFill>
                  <a:srgbClr val="990000"/>
                </a:solidFill>
                <a:ea typeface="宋体" panose="02010600030101010101" pitchFamily="2" charset="-122"/>
              </a:rPr>
              <a:t>3</a:t>
            </a:r>
            <a:r>
              <a:rPr lang="en-US" altLang="zh-CN" sz="2400">
                <a:solidFill>
                  <a:srgbClr val="990000"/>
                </a:solidFill>
                <a:ea typeface="宋体" panose="02010600030101010101" pitchFamily="2" charset="-122"/>
              </a:rPr>
              <a:t>={{1,2},{3},{4},{5},{6,7}}</a:t>
            </a:r>
          </a:p>
        </p:txBody>
      </p:sp>
      <p:sp>
        <p:nvSpPr>
          <p:cNvPr id="847913" name="Line 41">
            <a:extLst>
              <a:ext uri="{FF2B5EF4-FFF2-40B4-BE49-F238E27FC236}">
                <a16:creationId xmlns:a16="http://schemas.microsoft.com/office/drawing/2014/main" id="{05D969A2-5EC8-CFBA-98B1-9A713714EEDD}"/>
              </a:ext>
            </a:extLst>
          </p:cNvPr>
          <p:cNvSpPr>
            <a:spLocks noChangeShapeType="1"/>
          </p:cNvSpPr>
          <p:nvPr/>
        </p:nvSpPr>
        <p:spPr bwMode="auto">
          <a:xfrm flipH="1" flipV="1">
            <a:off x="1260475" y="2630488"/>
            <a:ext cx="863600" cy="504825"/>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7914" name="Text Box 42">
            <a:extLst>
              <a:ext uri="{FF2B5EF4-FFF2-40B4-BE49-F238E27FC236}">
                <a16:creationId xmlns:a16="http://schemas.microsoft.com/office/drawing/2014/main" id="{CBF6511B-B578-F335-B6A0-DB70C6E5E5F3}"/>
              </a:ext>
            </a:extLst>
          </p:cNvPr>
          <p:cNvSpPr txBox="1">
            <a:spLocks noChangeArrowheads="1"/>
          </p:cNvSpPr>
          <p:nvPr/>
        </p:nvSpPr>
        <p:spPr bwMode="auto">
          <a:xfrm>
            <a:off x="1476375" y="2701925"/>
            <a:ext cx="3603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en-US" altLang="zh-CN" sz="1800" b="0">
                <a:solidFill>
                  <a:srgbClr val="FF3300"/>
                </a:solidFill>
                <a:latin typeface="Times New Roman" panose="02020603050405020304" pitchFamily="18" charset="0"/>
                <a:ea typeface="宋体" panose="02010600030101010101" pitchFamily="2" charset="-122"/>
              </a:rPr>
              <a:t>a</a:t>
            </a:r>
          </a:p>
        </p:txBody>
      </p:sp>
      <p:sp>
        <p:nvSpPr>
          <p:cNvPr id="93226" name="灯片编号占位符 41">
            <a:extLst>
              <a:ext uri="{FF2B5EF4-FFF2-40B4-BE49-F238E27FC236}">
                <a16:creationId xmlns:a16="http://schemas.microsoft.com/office/drawing/2014/main" id="{BCAC75FF-55B0-BC82-A2B6-FE5C96F4705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4C28F227-F149-EB43-A67A-F88AD35AF3EB}"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81</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47911">
                                            <p:txEl>
                                              <p:pRg st="0" end="0"/>
                                            </p:txEl>
                                          </p:spTgt>
                                        </p:tgtEl>
                                        <p:attrNameLst>
                                          <p:attrName>style.visibility</p:attrName>
                                        </p:attrNameLst>
                                      </p:cBhvr>
                                      <p:to>
                                        <p:strVal val="visible"/>
                                      </p:to>
                                    </p:set>
                                    <p:animEffect transition="in" filter="blinds(horizontal)">
                                      <p:cBhvr>
                                        <p:cTn id="7" dur="500"/>
                                        <p:tgtEl>
                                          <p:spTgt spid="8479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47911">
                                            <p:txEl>
                                              <p:pRg st="1" end="1"/>
                                            </p:txEl>
                                          </p:spTgt>
                                        </p:tgtEl>
                                        <p:attrNameLst>
                                          <p:attrName>style.visibility</p:attrName>
                                        </p:attrNameLst>
                                      </p:cBhvr>
                                      <p:to>
                                        <p:strVal val="visible"/>
                                      </p:to>
                                    </p:set>
                                    <p:animEffect transition="in" filter="blinds(horizontal)">
                                      <p:cBhvr>
                                        <p:cTn id="12" dur="500"/>
                                        <p:tgtEl>
                                          <p:spTgt spid="8479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847911">
                                            <p:txEl>
                                              <p:pRg st="2" end="2"/>
                                            </p:txEl>
                                          </p:spTgt>
                                        </p:tgtEl>
                                        <p:attrNameLst>
                                          <p:attrName>style.visibility</p:attrName>
                                        </p:attrNameLst>
                                      </p:cBhvr>
                                      <p:to>
                                        <p:strVal val="visible"/>
                                      </p:to>
                                    </p:set>
                                    <p:animEffect transition="in" filter="blinds(horizontal)">
                                      <p:cBhvr>
                                        <p:cTn id="17" dur="500"/>
                                        <p:tgtEl>
                                          <p:spTgt spid="8479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847911">
                                            <p:txEl>
                                              <p:pRg st="3" end="3"/>
                                            </p:txEl>
                                          </p:spTgt>
                                        </p:tgtEl>
                                        <p:attrNameLst>
                                          <p:attrName>style.visibility</p:attrName>
                                        </p:attrNameLst>
                                      </p:cBhvr>
                                      <p:to>
                                        <p:strVal val="visible"/>
                                      </p:to>
                                    </p:set>
                                    <p:animEffect transition="in" filter="blinds(horizontal)">
                                      <p:cBhvr>
                                        <p:cTn id="22" dur="500"/>
                                        <p:tgtEl>
                                          <p:spTgt spid="8479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847911">
                                            <p:txEl>
                                              <p:pRg st="4" end="4"/>
                                            </p:txEl>
                                          </p:spTgt>
                                        </p:tgtEl>
                                        <p:attrNameLst>
                                          <p:attrName>style.visibility</p:attrName>
                                        </p:attrNameLst>
                                      </p:cBhvr>
                                      <p:to>
                                        <p:strVal val="visible"/>
                                      </p:to>
                                    </p:set>
                                    <p:animEffect transition="in" filter="blinds(horizontal)">
                                      <p:cBhvr>
                                        <p:cTn id="27" dur="500"/>
                                        <p:tgtEl>
                                          <p:spTgt spid="84791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847911">
                                            <p:txEl>
                                              <p:pRg st="5" end="5"/>
                                            </p:txEl>
                                          </p:spTgt>
                                        </p:tgtEl>
                                        <p:attrNameLst>
                                          <p:attrName>style.visibility</p:attrName>
                                        </p:attrNameLst>
                                      </p:cBhvr>
                                      <p:to>
                                        <p:strVal val="visible"/>
                                      </p:to>
                                    </p:set>
                                    <p:animEffect transition="in" filter="blinds(horizontal)">
                                      <p:cBhvr>
                                        <p:cTn id="32" dur="500"/>
                                        <p:tgtEl>
                                          <p:spTgt spid="847911">
                                            <p:txEl>
                                              <p:pRg st="5" end="5"/>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847911">
                                            <p:txEl>
                                              <p:pRg st="6" end="6"/>
                                            </p:txEl>
                                          </p:spTgt>
                                        </p:tgtEl>
                                        <p:attrNameLst>
                                          <p:attrName>style.visibility</p:attrName>
                                        </p:attrNameLst>
                                      </p:cBhvr>
                                      <p:to>
                                        <p:strVal val="visible"/>
                                      </p:to>
                                    </p:set>
                                    <p:animEffect transition="in" filter="blinds(horizontal)">
                                      <p:cBhvr>
                                        <p:cTn id="35" dur="500"/>
                                        <p:tgtEl>
                                          <p:spTgt spid="847911">
                                            <p:txEl>
                                              <p:pRg st="6" end="6"/>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847912"/>
                                        </p:tgtEl>
                                        <p:attrNameLst>
                                          <p:attrName>style.visibility</p:attrName>
                                        </p:attrNameLst>
                                      </p:cBhvr>
                                      <p:to>
                                        <p:strVal val="visible"/>
                                      </p:to>
                                    </p:set>
                                    <p:animEffect transition="in" filter="blinds(horizontal)">
                                      <p:cBhvr>
                                        <p:cTn id="40" dur="500"/>
                                        <p:tgtEl>
                                          <p:spTgt spid="84791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xit" presetSubtype="10" fill="hold" nodeType="clickEffect">
                                  <p:stCondLst>
                                    <p:cond delay="0"/>
                                  </p:stCondLst>
                                  <p:childTnLst>
                                    <p:animEffect transition="out" filter="blinds(horizontal)">
                                      <p:cBhvr>
                                        <p:cTn id="44" dur="500"/>
                                        <p:tgtEl>
                                          <p:spTgt spid="847900"/>
                                        </p:tgtEl>
                                      </p:cBhvr>
                                    </p:animEffect>
                                    <p:set>
                                      <p:cBhvr>
                                        <p:cTn id="45" dur="1" fill="hold">
                                          <p:stCondLst>
                                            <p:cond delay="499"/>
                                          </p:stCondLst>
                                        </p:cTn>
                                        <p:tgtEl>
                                          <p:spTgt spid="847900"/>
                                        </p:tgtEl>
                                        <p:attrNameLst>
                                          <p:attrName>style.visibility</p:attrName>
                                        </p:attrNameLst>
                                      </p:cBhvr>
                                      <p:to>
                                        <p:strVal val="hidden"/>
                                      </p:to>
                                    </p:set>
                                  </p:childTnLst>
                                </p:cTn>
                              </p:par>
                            </p:childTnLst>
                          </p:cTn>
                        </p:par>
                        <p:par>
                          <p:cTn id="46" fill="hold" nodeType="afterGroup">
                            <p:stCondLst>
                              <p:cond delay="500"/>
                            </p:stCondLst>
                            <p:childTnLst>
                              <p:par>
                                <p:cTn id="47" presetID="3" presetClass="exit" presetSubtype="10" fill="hold" nodeType="afterEffect">
                                  <p:stCondLst>
                                    <p:cond delay="0"/>
                                  </p:stCondLst>
                                  <p:childTnLst>
                                    <p:animEffect transition="out" filter="blinds(horizontal)">
                                      <p:cBhvr>
                                        <p:cTn id="48" dur="500"/>
                                        <p:tgtEl>
                                          <p:spTgt spid="847899"/>
                                        </p:tgtEl>
                                      </p:cBhvr>
                                    </p:animEffect>
                                    <p:set>
                                      <p:cBhvr>
                                        <p:cTn id="49" dur="1" fill="hold">
                                          <p:stCondLst>
                                            <p:cond delay="499"/>
                                          </p:stCondLst>
                                        </p:cTn>
                                        <p:tgtEl>
                                          <p:spTgt spid="847899"/>
                                        </p:tgtEl>
                                        <p:attrNameLst>
                                          <p:attrName>style.visibility</p:attrName>
                                        </p:attrNameLst>
                                      </p:cBhvr>
                                      <p:to>
                                        <p:strVal val="hidden"/>
                                      </p:to>
                                    </p:set>
                                  </p:childTnLst>
                                </p:cTn>
                              </p:par>
                            </p:childTnLst>
                          </p:cTn>
                        </p:par>
                        <p:par>
                          <p:cTn id="50" fill="hold" nodeType="afterGroup">
                            <p:stCondLst>
                              <p:cond delay="1000"/>
                            </p:stCondLst>
                            <p:childTnLst>
                              <p:par>
                                <p:cTn id="51" presetID="3" presetClass="exit" presetSubtype="10" fill="hold" nodeType="afterEffect">
                                  <p:stCondLst>
                                    <p:cond delay="0"/>
                                  </p:stCondLst>
                                  <p:childTnLst>
                                    <p:animEffect transition="out" filter="blinds(horizontal)">
                                      <p:cBhvr>
                                        <p:cTn id="52" dur="500"/>
                                        <p:tgtEl>
                                          <p:spTgt spid="847879"/>
                                        </p:tgtEl>
                                      </p:cBhvr>
                                    </p:animEffect>
                                    <p:set>
                                      <p:cBhvr>
                                        <p:cTn id="53" dur="1" fill="hold">
                                          <p:stCondLst>
                                            <p:cond delay="499"/>
                                          </p:stCondLst>
                                        </p:cTn>
                                        <p:tgtEl>
                                          <p:spTgt spid="847879"/>
                                        </p:tgtEl>
                                        <p:attrNameLst>
                                          <p:attrName>style.visibility</p:attrName>
                                        </p:attrNameLst>
                                      </p:cBhvr>
                                      <p:to>
                                        <p:strVal val="hidden"/>
                                      </p:to>
                                    </p:set>
                                  </p:childTnLst>
                                </p:cTn>
                              </p:par>
                            </p:childTnLst>
                          </p:cTn>
                        </p:par>
                        <p:par>
                          <p:cTn id="54" fill="hold" nodeType="afterGroup">
                            <p:stCondLst>
                              <p:cond delay="1500"/>
                            </p:stCondLst>
                            <p:childTnLst>
                              <p:par>
                                <p:cTn id="55" presetID="3" presetClass="exit" presetSubtype="10" fill="hold" nodeType="afterEffect">
                                  <p:stCondLst>
                                    <p:cond delay="0"/>
                                  </p:stCondLst>
                                  <p:childTnLst>
                                    <p:animEffect transition="out" filter="blinds(horizontal)">
                                      <p:cBhvr>
                                        <p:cTn id="56" dur="500"/>
                                        <p:tgtEl>
                                          <p:spTgt spid="847902"/>
                                        </p:tgtEl>
                                      </p:cBhvr>
                                    </p:animEffect>
                                    <p:set>
                                      <p:cBhvr>
                                        <p:cTn id="57" dur="1" fill="hold">
                                          <p:stCondLst>
                                            <p:cond delay="499"/>
                                          </p:stCondLst>
                                        </p:cTn>
                                        <p:tgtEl>
                                          <p:spTgt spid="847902"/>
                                        </p:tgtEl>
                                        <p:attrNameLst>
                                          <p:attrName>style.visibility</p:attrName>
                                        </p:attrNameLst>
                                      </p:cBhvr>
                                      <p:to>
                                        <p:strVal val="hidden"/>
                                      </p:to>
                                    </p:set>
                                  </p:childTnLst>
                                </p:cTn>
                              </p:par>
                            </p:childTnLst>
                          </p:cTn>
                        </p:par>
                        <p:par>
                          <p:cTn id="58" fill="hold" nodeType="afterGroup">
                            <p:stCondLst>
                              <p:cond delay="2000"/>
                            </p:stCondLst>
                            <p:childTnLst>
                              <p:par>
                                <p:cTn id="59" presetID="3" presetClass="exit" presetSubtype="10" fill="hold" nodeType="afterEffect">
                                  <p:stCondLst>
                                    <p:cond delay="0"/>
                                  </p:stCondLst>
                                  <p:childTnLst>
                                    <p:animEffect transition="out" filter="blinds(horizontal)">
                                      <p:cBhvr>
                                        <p:cTn id="60" dur="500"/>
                                        <p:tgtEl>
                                          <p:spTgt spid="847901"/>
                                        </p:tgtEl>
                                      </p:cBhvr>
                                    </p:animEffect>
                                    <p:set>
                                      <p:cBhvr>
                                        <p:cTn id="61" dur="1" fill="hold">
                                          <p:stCondLst>
                                            <p:cond delay="499"/>
                                          </p:stCondLst>
                                        </p:cTn>
                                        <p:tgtEl>
                                          <p:spTgt spid="847901"/>
                                        </p:tgtEl>
                                        <p:attrNameLst>
                                          <p:attrName>style.visibility</p:attrName>
                                        </p:attrNameLst>
                                      </p:cBhvr>
                                      <p:to>
                                        <p:strVal val="hidden"/>
                                      </p:to>
                                    </p:set>
                                  </p:childTnLst>
                                </p:cTn>
                              </p:par>
                            </p:childTnLst>
                          </p:cTn>
                        </p:par>
                        <p:par>
                          <p:cTn id="62" fill="hold" nodeType="afterGroup">
                            <p:stCondLst>
                              <p:cond delay="2500"/>
                            </p:stCondLst>
                            <p:childTnLst>
                              <p:par>
                                <p:cTn id="63" presetID="3" presetClass="exit" presetSubtype="10" fill="hold" nodeType="afterEffect">
                                  <p:stCondLst>
                                    <p:cond delay="0"/>
                                  </p:stCondLst>
                                  <p:childTnLst>
                                    <p:animEffect transition="out" filter="blinds(horizontal)">
                                      <p:cBhvr>
                                        <p:cTn id="64" dur="500"/>
                                        <p:tgtEl>
                                          <p:spTgt spid="847904"/>
                                        </p:tgtEl>
                                      </p:cBhvr>
                                    </p:animEffect>
                                    <p:set>
                                      <p:cBhvr>
                                        <p:cTn id="65" dur="1" fill="hold">
                                          <p:stCondLst>
                                            <p:cond delay="499"/>
                                          </p:stCondLst>
                                        </p:cTn>
                                        <p:tgtEl>
                                          <p:spTgt spid="847904"/>
                                        </p:tgtEl>
                                        <p:attrNameLst>
                                          <p:attrName>style.visibility</p:attrName>
                                        </p:attrNameLst>
                                      </p:cBhvr>
                                      <p:to>
                                        <p:strVal val="hidden"/>
                                      </p:to>
                                    </p:set>
                                  </p:childTnLst>
                                </p:cTn>
                              </p:par>
                            </p:childTnLst>
                          </p:cTn>
                        </p:par>
                        <p:par>
                          <p:cTn id="66" fill="hold" nodeType="afterGroup">
                            <p:stCondLst>
                              <p:cond delay="3000"/>
                            </p:stCondLst>
                            <p:childTnLst>
                              <p:par>
                                <p:cTn id="67" presetID="3" presetClass="exit" presetSubtype="10" fill="hold" nodeType="afterEffect">
                                  <p:stCondLst>
                                    <p:cond delay="0"/>
                                  </p:stCondLst>
                                  <p:childTnLst>
                                    <p:animEffect transition="out" filter="blinds(horizontal)">
                                      <p:cBhvr>
                                        <p:cTn id="68" dur="500"/>
                                        <p:tgtEl>
                                          <p:spTgt spid="847903"/>
                                        </p:tgtEl>
                                      </p:cBhvr>
                                    </p:animEffect>
                                    <p:set>
                                      <p:cBhvr>
                                        <p:cTn id="69" dur="1" fill="hold">
                                          <p:stCondLst>
                                            <p:cond delay="499"/>
                                          </p:stCondLst>
                                        </p:cTn>
                                        <p:tgtEl>
                                          <p:spTgt spid="847903"/>
                                        </p:tgtEl>
                                        <p:attrNameLst>
                                          <p:attrName>style.visibility</p:attrName>
                                        </p:attrNameLst>
                                      </p:cBhvr>
                                      <p:to>
                                        <p:strVal val="hidden"/>
                                      </p:to>
                                    </p:set>
                                  </p:childTnLst>
                                </p:cTn>
                              </p:par>
                            </p:childTnLst>
                          </p:cTn>
                        </p:par>
                        <p:par>
                          <p:cTn id="70" fill="hold" nodeType="afterGroup">
                            <p:stCondLst>
                              <p:cond delay="3500"/>
                            </p:stCondLst>
                            <p:childTnLst>
                              <p:par>
                                <p:cTn id="71" presetID="3" presetClass="exit" presetSubtype="10" fill="hold" nodeType="afterEffect">
                                  <p:stCondLst>
                                    <p:cond delay="0"/>
                                  </p:stCondLst>
                                  <p:childTnLst>
                                    <p:animEffect transition="out" filter="blinds(horizontal)">
                                      <p:cBhvr>
                                        <p:cTn id="72" dur="500"/>
                                        <p:tgtEl>
                                          <p:spTgt spid="847906"/>
                                        </p:tgtEl>
                                      </p:cBhvr>
                                    </p:animEffect>
                                    <p:set>
                                      <p:cBhvr>
                                        <p:cTn id="73" dur="1" fill="hold">
                                          <p:stCondLst>
                                            <p:cond delay="499"/>
                                          </p:stCondLst>
                                        </p:cTn>
                                        <p:tgtEl>
                                          <p:spTgt spid="847906"/>
                                        </p:tgtEl>
                                        <p:attrNameLst>
                                          <p:attrName>style.visibility</p:attrName>
                                        </p:attrNameLst>
                                      </p:cBhvr>
                                      <p:to>
                                        <p:strVal val="hidden"/>
                                      </p:to>
                                    </p:set>
                                  </p:childTnLst>
                                </p:cTn>
                              </p:par>
                            </p:childTnLst>
                          </p:cTn>
                        </p:par>
                        <p:par>
                          <p:cTn id="74" fill="hold" nodeType="afterGroup">
                            <p:stCondLst>
                              <p:cond delay="4000"/>
                            </p:stCondLst>
                            <p:childTnLst>
                              <p:par>
                                <p:cTn id="75" presetID="3" presetClass="exit" presetSubtype="10" fill="hold" nodeType="afterEffect">
                                  <p:stCondLst>
                                    <p:cond delay="0"/>
                                  </p:stCondLst>
                                  <p:childTnLst>
                                    <p:animEffect transition="out" filter="blinds(horizontal)">
                                      <p:cBhvr>
                                        <p:cTn id="76" dur="500"/>
                                        <p:tgtEl>
                                          <p:spTgt spid="847905"/>
                                        </p:tgtEl>
                                      </p:cBhvr>
                                    </p:animEffect>
                                    <p:set>
                                      <p:cBhvr>
                                        <p:cTn id="77" dur="1" fill="hold">
                                          <p:stCondLst>
                                            <p:cond delay="499"/>
                                          </p:stCondLst>
                                        </p:cTn>
                                        <p:tgtEl>
                                          <p:spTgt spid="847905"/>
                                        </p:tgtEl>
                                        <p:attrNameLst>
                                          <p:attrName>style.visibility</p:attrName>
                                        </p:attrNameLst>
                                      </p:cBhvr>
                                      <p:to>
                                        <p:strVal val="hidden"/>
                                      </p:to>
                                    </p:set>
                                  </p:childTnLst>
                                </p:cTn>
                              </p:par>
                            </p:childTnLst>
                          </p:cTn>
                        </p:par>
                        <p:par>
                          <p:cTn id="78" fill="hold" nodeType="afterGroup">
                            <p:stCondLst>
                              <p:cond delay="4500"/>
                            </p:stCondLst>
                            <p:childTnLst>
                              <p:par>
                                <p:cTn id="79" presetID="3" presetClass="exit" presetSubtype="10" fill="hold" nodeType="afterEffect">
                                  <p:stCondLst>
                                    <p:cond delay="0"/>
                                  </p:stCondLst>
                                  <p:childTnLst>
                                    <p:animEffect transition="out" filter="blinds(horizontal)">
                                      <p:cBhvr>
                                        <p:cTn id="80" dur="500"/>
                                        <p:tgtEl>
                                          <p:spTgt spid="847880"/>
                                        </p:tgtEl>
                                      </p:cBhvr>
                                    </p:animEffect>
                                    <p:set>
                                      <p:cBhvr>
                                        <p:cTn id="81" dur="1" fill="hold">
                                          <p:stCondLst>
                                            <p:cond delay="499"/>
                                          </p:stCondLst>
                                        </p:cTn>
                                        <p:tgtEl>
                                          <p:spTgt spid="847880"/>
                                        </p:tgtEl>
                                        <p:attrNameLst>
                                          <p:attrName>style.visibility</p:attrName>
                                        </p:attrNameLst>
                                      </p:cBhvr>
                                      <p:to>
                                        <p:strVal val="hidden"/>
                                      </p:to>
                                    </p:set>
                                  </p:childTnLst>
                                </p:cTn>
                              </p:par>
                            </p:childTnLst>
                          </p:cTn>
                        </p:par>
                        <p:par>
                          <p:cTn id="82" fill="hold" nodeType="afterGroup">
                            <p:stCondLst>
                              <p:cond delay="5000"/>
                            </p:stCondLst>
                            <p:childTnLst>
                              <p:par>
                                <p:cTn id="83" presetID="3" presetClass="exit" presetSubtype="10" fill="hold" nodeType="afterEffect">
                                  <p:stCondLst>
                                    <p:cond delay="0"/>
                                  </p:stCondLst>
                                  <p:childTnLst>
                                    <p:animEffect transition="out" filter="blinds(horizontal)">
                                      <p:cBhvr>
                                        <p:cTn id="84" dur="500"/>
                                        <p:tgtEl>
                                          <p:spTgt spid="847894"/>
                                        </p:tgtEl>
                                      </p:cBhvr>
                                    </p:animEffect>
                                    <p:set>
                                      <p:cBhvr>
                                        <p:cTn id="85" dur="1" fill="hold">
                                          <p:stCondLst>
                                            <p:cond delay="499"/>
                                          </p:stCondLst>
                                        </p:cTn>
                                        <p:tgtEl>
                                          <p:spTgt spid="847894"/>
                                        </p:tgtEl>
                                        <p:attrNameLst>
                                          <p:attrName>style.visibility</p:attrName>
                                        </p:attrNameLst>
                                      </p:cBhvr>
                                      <p:to>
                                        <p:strVal val="hidden"/>
                                      </p:to>
                                    </p:set>
                                  </p:childTnLst>
                                </p:cTn>
                              </p:par>
                            </p:childTnLst>
                          </p:cTn>
                        </p:par>
                        <p:par>
                          <p:cTn id="86" fill="hold" nodeType="afterGroup">
                            <p:stCondLst>
                              <p:cond delay="5500"/>
                            </p:stCondLst>
                            <p:childTnLst>
                              <p:par>
                                <p:cTn id="87" presetID="3" presetClass="exit" presetSubtype="10" fill="hold" nodeType="afterEffect">
                                  <p:stCondLst>
                                    <p:cond delay="0"/>
                                  </p:stCondLst>
                                  <p:childTnLst>
                                    <p:animEffect transition="out" filter="blinds(horizontal)">
                                      <p:cBhvr>
                                        <p:cTn id="88" dur="500"/>
                                        <p:tgtEl>
                                          <p:spTgt spid="847893"/>
                                        </p:tgtEl>
                                      </p:cBhvr>
                                    </p:animEffect>
                                    <p:set>
                                      <p:cBhvr>
                                        <p:cTn id="89" dur="1" fill="hold">
                                          <p:stCondLst>
                                            <p:cond delay="499"/>
                                          </p:stCondLst>
                                        </p:cTn>
                                        <p:tgtEl>
                                          <p:spTgt spid="847893"/>
                                        </p:tgtEl>
                                        <p:attrNameLst>
                                          <p:attrName>style.visibility</p:attrName>
                                        </p:attrNameLst>
                                      </p:cBhvr>
                                      <p:to>
                                        <p:strVal val="hidden"/>
                                      </p:to>
                                    </p:set>
                                  </p:childTnLst>
                                </p:cTn>
                              </p:par>
                            </p:childTnLst>
                          </p:cTn>
                        </p:par>
                        <p:par>
                          <p:cTn id="90" fill="hold" nodeType="afterGroup">
                            <p:stCondLst>
                              <p:cond delay="6000"/>
                            </p:stCondLst>
                            <p:childTnLst>
                              <p:par>
                                <p:cTn id="91" presetID="3" presetClass="entr" presetSubtype="10" fill="hold" nodeType="afterEffect">
                                  <p:stCondLst>
                                    <p:cond delay="0"/>
                                  </p:stCondLst>
                                  <p:childTnLst>
                                    <p:set>
                                      <p:cBhvr>
                                        <p:cTn id="92" dur="1" fill="hold">
                                          <p:stCondLst>
                                            <p:cond delay="0"/>
                                          </p:stCondLst>
                                        </p:cTn>
                                        <p:tgtEl>
                                          <p:spTgt spid="847913"/>
                                        </p:tgtEl>
                                        <p:attrNameLst>
                                          <p:attrName>style.visibility</p:attrName>
                                        </p:attrNameLst>
                                      </p:cBhvr>
                                      <p:to>
                                        <p:strVal val="visible"/>
                                      </p:to>
                                    </p:set>
                                    <p:animEffect transition="in" filter="blinds(horizontal)">
                                      <p:cBhvr>
                                        <p:cTn id="93" dur="500"/>
                                        <p:tgtEl>
                                          <p:spTgt spid="847913"/>
                                        </p:tgtEl>
                                      </p:cBhvr>
                                    </p:animEffect>
                                  </p:childTnLst>
                                </p:cTn>
                              </p:par>
                            </p:childTnLst>
                          </p:cTn>
                        </p:par>
                        <p:par>
                          <p:cTn id="94" fill="hold" nodeType="afterGroup">
                            <p:stCondLst>
                              <p:cond delay="6500"/>
                            </p:stCondLst>
                            <p:childTnLst>
                              <p:par>
                                <p:cTn id="95" presetID="3" presetClass="entr" presetSubtype="10" fill="hold" nodeType="afterEffect">
                                  <p:stCondLst>
                                    <p:cond delay="0"/>
                                  </p:stCondLst>
                                  <p:childTnLst>
                                    <p:set>
                                      <p:cBhvr>
                                        <p:cTn id="96" dur="1" fill="hold">
                                          <p:stCondLst>
                                            <p:cond delay="0"/>
                                          </p:stCondLst>
                                        </p:cTn>
                                        <p:tgtEl>
                                          <p:spTgt spid="847914"/>
                                        </p:tgtEl>
                                        <p:attrNameLst>
                                          <p:attrName>style.visibility</p:attrName>
                                        </p:attrNameLst>
                                      </p:cBhvr>
                                      <p:to>
                                        <p:strVal val="visible"/>
                                      </p:to>
                                    </p:set>
                                    <p:animEffect transition="in" filter="blinds(horizontal)">
                                      <p:cBhvr>
                                        <p:cTn id="97" dur="500"/>
                                        <p:tgtEl>
                                          <p:spTgt spid="8479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7879" grpId="0" animBg="1"/>
      <p:bldP spid="847880" grpId="0" animBg="1"/>
      <p:bldP spid="847894" grpId="0"/>
      <p:bldP spid="847900" grpId="0"/>
      <p:bldP spid="847902" grpId="0"/>
      <p:bldP spid="847904" grpId="0"/>
      <p:bldP spid="847906" grpId="0"/>
      <p:bldP spid="847912" grpId="0"/>
      <p:bldP spid="847914"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947671E2-F162-5E71-8789-D0063C332006}"/>
              </a:ext>
            </a:extLst>
          </p:cNvPr>
          <p:cNvSpPr>
            <a:spLocks noGrp="1" noChangeArrowheads="1"/>
          </p:cNvSpPr>
          <p:nvPr>
            <p:ph type="title"/>
          </p:nvPr>
        </p:nvSpPr>
        <p:spPr/>
        <p:txBody>
          <a:bodyPr/>
          <a:lstStyle/>
          <a:p>
            <a:pPr eaLnBrk="1" hangingPunct="1"/>
            <a:r>
              <a:rPr lang="zh-CN" altLang="en-US"/>
              <a:t>内容线索</a:t>
            </a:r>
          </a:p>
        </p:txBody>
      </p:sp>
      <p:sp>
        <p:nvSpPr>
          <p:cNvPr id="94211" name="Rectangle 3">
            <a:extLst>
              <a:ext uri="{FF2B5EF4-FFF2-40B4-BE49-F238E27FC236}">
                <a16:creationId xmlns:a16="http://schemas.microsoft.com/office/drawing/2014/main" id="{07521E6B-012D-C114-31A6-4D8F69972EB9}"/>
              </a:ext>
            </a:extLst>
          </p:cNvPr>
          <p:cNvSpPr>
            <a:spLocks noGrp="1" noChangeArrowheads="1"/>
          </p:cNvSpPr>
          <p:nvPr>
            <p:ph type="body" idx="1"/>
          </p:nvPr>
        </p:nvSpPr>
        <p:spPr/>
        <p:txBody>
          <a:bodyPr/>
          <a:lstStyle/>
          <a:p>
            <a:pPr eaLnBrk="1" hangingPunct="1">
              <a:lnSpc>
                <a:spcPct val="130000"/>
              </a:lnSpc>
              <a:buFont typeface="Wingdings" pitchFamily="2" charset="2"/>
              <a:buChar char="ü"/>
            </a:pPr>
            <a:r>
              <a:rPr lang="zh-CN" altLang="en-US">
                <a:ea typeface="宋体" panose="02010600030101010101" pitchFamily="2" charset="-122"/>
              </a:rPr>
              <a:t>对于词法分析器的要求</a:t>
            </a:r>
          </a:p>
          <a:p>
            <a:pPr eaLnBrk="1" hangingPunct="1">
              <a:lnSpc>
                <a:spcPct val="130000"/>
              </a:lnSpc>
              <a:buFont typeface="Wingdings" pitchFamily="2" charset="2"/>
              <a:buChar char="ü"/>
            </a:pPr>
            <a:r>
              <a:rPr lang="zh-CN" altLang="en-US">
                <a:ea typeface="宋体" panose="02010600030101010101" pitchFamily="2" charset="-122"/>
              </a:rPr>
              <a:t>词法分析器的设计</a:t>
            </a:r>
          </a:p>
          <a:p>
            <a:pPr eaLnBrk="1" hangingPunct="1">
              <a:lnSpc>
                <a:spcPct val="130000"/>
              </a:lnSpc>
              <a:buFont typeface="Wingdings" pitchFamily="2" charset="2"/>
              <a:buChar char="ü"/>
            </a:pPr>
            <a:r>
              <a:rPr lang="zh-CN" altLang="en-US">
                <a:ea typeface="宋体" panose="02010600030101010101" pitchFamily="2" charset="-122"/>
              </a:rPr>
              <a:t>正规表达式与有限自动机</a:t>
            </a:r>
          </a:p>
          <a:p>
            <a:pPr eaLnBrk="1" hangingPunct="1">
              <a:lnSpc>
                <a:spcPct val="130000"/>
              </a:lnSpc>
            </a:pPr>
            <a:r>
              <a:rPr lang="zh-CN" altLang="en-US">
                <a:solidFill>
                  <a:srgbClr val="FF0000"/>
                </a:solidFill>
                <a:ea typeface="宋体" panose="02010600030101010101" pitchFamily="2" charset="-122"/>
              </a:rPr>
              <a:t>词法分析器的自动生成</a:t>
            </a:r>
          </a:p>
        </p:txBody>
      </p:sp>
      <p:sp>
        <p:nvSpPr>
          <p:cNvPr id="94212" name="灯片编号占位符 3">
            <a:extLst>
              <a:ext uri="{FF2B5EF4-FFF2-40B4-BE49-F238E27FC236}">
                <a16:creationId xmlns:a16="http://schemas.microsoft.com/office/drawing/2014/main" id="{9FC4146F-7294-2A0C-1AAA-57E78AD298F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DF9341AB-20D6-FB43-B076-44810A5AF35E}"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82</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CF016DC3-3B48-5F28-D7D1-BC1D133AB0DB}"/>
              </a:ext>
            </a:extLst>
          </p:cNvPr>
          <p:cNvSpPr>
            <a:spLocks noGrp="1" noChangeArrowheads="1"/>
          </p:cNvSpPr>
          <p:nvPr>
            <p:ph type="title"/>
          </p:nvPr>
        </p:nvSpPr>
        <p:spPr/>
        <p:txBody>
          <a:bodyPr/>
          <a:lstStyle/>
          <a:p>
            <a:pPr eaLnBrk="1" hangingPunct="1"/>
            <a:r>
              <a:rPr lang="zh-CN" altLang="en-US"/>
              <a:t>词法分析器的自动产生</a:t>
            </a:r>
            <a:r>
              <a:rPr lang="en-US" altLang="zh-CN"/>
              <a:t>——LEX</a:t>
            </a:r>
          </a:p>
        </p:txBody>
      </p:sp>
      <p:sp>
        <p:nvSpPr>
          <p:cNvPr id="96259" name="Rectangle 4">
            <a:extLst>
              <a:ext uri="{FF2B5EF4-FFF2-40B4-BE49-F238E27FC236}">
                <a16:creationId xmlns:a16="http://schemas.microsoft.com/office/drawing/2014/main" id="{113A7187-A7BC-A224-B9DA-119206831631}"/>
              </a:ext>
            </a:extLst>
          </p:cNvPr>
          <p:cNvSpPr>
            <a:spLocks noChangeArrowheads="1"/>
          </p:cNvSpPr>
          <p:nvPr/>
        </p:nvSpPr>
        <p:spPr bwMode="auto">
          <a:xfrm>
            <a:off x="2841625" y="3367088"/>
            <a:ext cx="2895600" cy="11430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zh-CN" altLang="en-US">
                <a:ea typeface="宋体" panose="02010600030101010101" pitchFamily="2" charset="-122"/>
              </a:rPr>
              <a:t>词法分析程序自动产生器</a:t>
            </a:r>
            <a:endParaRPr kumimoji="1" lang="zh-CN" altLang="en-US" sz="2800">
              <a:ea typeface="宋体" panose="02010600030101010101" pitchFamily="2" charset="-122"/>
            </a:endParaRPr>
          </a:p>
        </p:txBody>
      </p:sp>
      <p:sp>
        <p:nvSpPr>
          <p:cNvPr id="96260" name="Rectangle 5">
            <a:extLst>
              <a:ext uri="{FF2B5EF4-FFF2-40B4-BE49-F238E27FC236}">
                <a16:creationId xmlns:a16="http://schemas.microsoft.com/office/drawing/2014/main" id="{59DB273D-0007-6DAD-3AF4-7120FF3E0224}"/>
              </a:ext>
            </a:extLst>
          </p:cNvPr>
          <p:cNvSpPr>
            <a:spLocks noChangeArrowheads="1"/>
          </p:cNvSpPr>
          <p:nvPr/>
        </p:nvSpPr>
        <p:spPr bwMode="auto">
          <a:xfrm>
            <a:off x="5584825" y="3367088"/>
            <a:ext cx="3124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zh-CN" altLang="en-US">
                <a:ea typeface="宋体" panose="02010600030101010101" pitchFamily="2" charset="-122"/>
              </a:rPr>
              <a:t>词法分析器</a:t>
            </a:r>
            <a:r>
              <a:rPr kumimoji="1" lang="en-US" altLang="zh-CN">
                <a:ea typeface="宋体" panose="02010600030101010101" pitchFamily="2" charset="-122"/>
              </a:rPr>
              <a:t>L</a:t>
            </a:r>
            <a:endParaRPr kumimoji="1" lang="en-US" altLang="zh-CN" sz="2400">
              <a:ea typeface="宋体" panose="02010600030101010101" pitchFamily="2" charset="-122"/>
            </a:endParaRPr>
          </a:p>
        </p:txBody>
      </p:sp>
      <p:sp>
        <p:nvSpPr>
          <p:cNvPr id="96261" name="Rectangle 6">
            <a:extLst>
              <a:ext uri="{FF2B5EF4-FFF2-40B4-BE49-F238E27FC236}">
                <a16:creationId xmlns:a16="http://schemas.microsoft.com/office/drawing/2014/main" id="{DD5D5857-9A34-1EB5-5C27-1304C2786BD0}"/>
              </a:ext>
            </a:extLst>
          </p:cNvPr>
          <p:cNvSpPr>
            <a:spLocks noChangeArrowheads="1"/>
          </p:cNvSpPr>
          <p:nvPr/>
        </p:nvSpPr>
        <p:spPr bwMode="auto">
          <a:xfrm>
            <a:off x="250825" y="3367088"/>
            <a:ext cx="2514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a:ea typeface="宋体" panose="02010600030101010101" pitchFamily="2" charset="-122"/>
              </a:rPr>
              <a:t>LEX</a:t>
            </a:r>
            <a:r>
              <a:rPr kumimoji="1" lang="zh-CN" altLang="en-US">
                <a:ea typeface="宋体" panose="02010600030101010101" pitchFamily="2" charset="-122"/>
              </a:rPr>
              <a:t>源程序</a:t>
            </a:r>
            <a:endParaRPr kumimoji="1" lang="zh-CN" altLang="en-US" sz="2400">
              <a:ea typeface="宋体" panose="02010600030101010101" pitchFamily="2" charset="-122"/>
            </a:endParaRPr>
          </a:p>
        </p:txBody>
      </p:sp>
      <p:sp>
        <p:nvSpPr>
          <p:cNvPr id="96262" name="Line 7">
            <a:extLst>
              <a:ext uri="{FF2B5EF4-FFF2-40B4-BE49-F238E27FC236}">
                <a16:creationId xmlns:a16="http://schemas.microsoft.com/office/drawing/2014/main" id="{5C87F082-20A1-9582-0061-EAE92F2B92C8}"/>
              </a:ext>
            </a:extLst>
          </p:cNvPr>
          <p:cNvSpPr>
            <a:spLocks noChangeShapeType="1"/>
          </p:cNvSpPr>
          <p:nvPr/>
        </p:nvSpPr>
        <p:spPr bwMode="auto">
          <a:xfrm>
            <a:off x="403225" y="3976688"/>
            <a:ext cx="2438400"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96263" name="Line 8">
            <a:extLst>
              <a:ext uri="{FF2B5EF4-FFF2-40B4-BE49-F238E27FC236}">
                <a16:creationId xmlns:a16="http://schemas.microsoft.com/office/drawing/2014/main" id="{5E9E76CE-ECC7-EDE9-C2CA-FDBF68923FF2}"/>
              </a:ext>
            </a:extLst>
          </p:cNvPr>
          <p:cNvSpPr>
            <a:spLocks noChangeShapeType="1"/>
          </p:cNvSpPr>
          <p:nvPr/>
        </p:nvSpPr>
        <p:spPr bwMode="auto">
          <a:xfrm>
            <a:off x="5737225" y="3976688"/>
            <a:ext cx="2743200"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96264" name="Rectangle 9">
            <a:extLst>
              <a:ext uri="{FF2B5EF4-FFF2-40B4-BE49-F238E27FC236}">
                <a16:creationId xmlns:a16="http://schemas.microsoft.com/office/drawing/2014/main" id="{3DCE4541-D11A-841F-EF1D-70C882BB4CC6}"/>
              </a:ext>
            </a:extLst>
          </p:cNvPr>
          <p:cNvSpPr>
            <a:spLocks noChangeArrowheads="1"/>
          </p:cNvSpPr>
          <p:nvPr/>
        </p:nvSpPr>
        <p:spPr bwMode="auto">
          <a:xfrm>
            <a:off x="2833688" y="4692650"/>
            <a:ext cx="3124200" cy="19050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just">
              <a:lnSpc>
                <a:spcPct val="110000"/>
              </a:lnSpc>
              <a:spcBef>
                <a:spcPct val="0"/>
              </a:spcBef>
              <a:buClrTx/>
              <a:buSzTx/>
              <a:buFontTx/>
              <a:buNone/>
            </a:pPr>
            <a:r>
              <a:rPr kumimoji="1" lang="en-US" altLang="zh-CN">
                <a:ea typeface="宋体" panose="02010600030101010101" pitchFamily="2" charset="-122"/>
              </a:rPr>
              <a:t> </a:t>
            </a:r>
            <a:r>
              <a:rPr kumimoji="1" lang="zh-CN" altLang="en-US">
                <a:ea typeface="宋体" panose="02010600030101010101" pitchFamily="2" charset="-122"/>
              </a:rPr>
              <a:t>词法分析器</a:t>
            </a:r>
            <a:r>
              <a:rPr kumimoji="1" lang="en-US" altLang="zh-CN">
                <a:ea typeface="宋体" panose="02010600030101010101" pitchFamily="2" charset="-122"/>
              </a:rPr>
              <a:t>L</a:t>
            </a:r>
            <a:endParaRPr kumimoji="1" lang="en-US" altLang="zh-CN" sz="2800">
              <a:ea typeface="宋体" panose="02010600030101010101" pitchFamily="2" charset="-122"/>
            </a:endParaRPr>
          </a:p>
        </p:txBody>
      </p:sp>
      <p:sp>
        <p:nvSpPr>
          <p:cNvPr id="96265" name="Rectangle 10">
            <a:extLst>
              <a:ext uri="{FF2B5EF4-FFF2-40B4-BE49-F238E27FC236}">
                <a16:creationId xmlns:a16="http://schemas.microsoft.com/office/drawing/2014/main" id="{7D9B0AEF-64F6-AFFB-7A7C-4B4C0C6164FA}"/>
              </a:ext>
            </a:extLst>
          </p:cNvPr>
          <p:cNvSpPr>
            <a:spLocks noChangeArrowheads="1"/>
          </p:cNvSpPr>
          <p:nvPr/>
        </p:nvSpPr>
        <p:spPr bwMode="auto">
          <a:xfrm>
            <a:off x="5653088" y="4921250"/>
            <a:ext cx="2514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zh-CN" altLang="en-US">
                <a:ea typeface="宋体" panose="02010600030101010101" pitchFamily="2" charset="-122"/>
              </a:rPr>
              <a:t>单词符号</a:t>
            </a:r>
            <a:endParaRPr kumimoji="1" lang="zh-CN" altLang="en-US" sz="2400">
              <a:ea typeface="宋体" panose="02010600030101010101" pitchFamily="2" charset="-122"/>
            </a:endParaRPr>
          </a:p>
        </p:txBody>
      </p:sp>
      <p:sp>
        <p:nvSpPr>
          <p:cNvPr id="96266" name="Rectangle 11">
            <a:extLst>
              <a:ext uri="{FF2B5EF4-FFF2-40B4-BE49-F238E27FC236}">
                <a16:creationId xmlns:a16="http://schemas.microsoft.com/office/drawing/2014/main" id="{F1397B02-D71C-BFCF-6387-DFA3BA2E53C1}"/>
              </a:ext>
            </a:extLst>
          </p:cNvPr>
          <p:cNvSpPr>
            <a:spLocks noChangeArrowheads="1"/>
          </p:cNvSpPr>
          <p:nvPr/>
        </p:nvSpPr>
        <p:spPr bwMode="auto">
          <a:xfrm>
            <a:off x="700088" y="4845050"/>
            <a:ext cx="2514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90000" tIns="46800" rIns="90000" bIns="46800"/>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zh-CN" altLang="en-US">
                <a:ea typeface="宋体" panose="02010600030101010101" pitchFamily="2" charset="-122"/>
              </a:rPr>
              <a:t>输入串</a:t>
            </a:r>
            <a:endParaRPr kumimoji="1" lang="zh-CN" altLang="en-US" sz="2400">
              <a:ea typeface="宋体" panose="02010600030101010101" pitchFamily="2" charset="-122"/>
            </a:endParaRPr>
          </a:p>
        </p:txBody>
      </p:sp>
      <p:sp>
        <p:nvSpPr>
          <p:cNvPr id="96267" name="Line 12">
            <a:extLst>
              <a:ext uri="{FF2B5EF4-FFF2-40B4-BE49-F238E27FC236}">
                <a16:creationId xmlns:a16="http://schemas.microsoft.com/office/drawing/2014/main" id="{5609630A-A07B-AFD7-3B9D-24DB003B07F1}"/>
              </a:ext>
            </a:extLst>
          </p:cNvPr>
          <p:cNvSpPr>
            <a:spLocks noChangeShapeType="1"/>
          </p:cNvSpPr>
          <p:nvPr/>
        </p:nvSpPr>
        <p:spPr bwMode="auto">
          <a:xfrm>
            <a:off x="395288" y="5530850"/>
            <a:ext cx="2362200"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96268" name="Line 13">
            <a:extLst>
              <a:ext uri="{FF2B5EF4-FFF2-40B4-BE49-F238E27FC236}">
                <a16:creationId xmlns:a16="http://schemas.microsoft.com/office/drawing/2014/main" id="{97AB31E6-D02E-6872-19A3-61C48F3D6C8E}"/>
              </a:ext>
            </a:extLst>
          </p:cNvPr>
          <p:cNvSpPr>
            <a:spLocks noChangeShapeType="1"/>
          </p:cNvSpPr>
          <p:nvPr/>
        </p:nvSpPr>
        <p:spPr bwMode="auto">
          <a:xfrm>
            <a:off x="5957888" y="5607050"/>
            <a:ext cx="2514600" cy="0"/>
          </a:xfrm>
          <a:prstGeom prst="line">
            <a:avLst/>
          </a:prstGeom>
          <a:noFill/>
          <a:ln w="19050">
            <a:solidFill>
              <a:schemeClr val="tx1"/>
            </a:solidFill>
            <a:round/>
            <a:headEnd/>
            <a:tailEnd type="stealth" w="lg" len="lg"/>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96269" name="Rectangle 14">
            <a:extLst>
              <a:ext uri="{FF2B5EF4-FFF2-40B4-BE49-F238E27FC236}">
                <a16:creationId xmlns:a16="http://schemas.microsoft.com/office/drawing/2014/main" id="{9FDB0CC3-8192-D5FD-9B2B-3B452591B837}"/>
              </a:ext>
            </a:extLst>
          </p:cNvPr>
          <p:cNvSpPr>
            <a:spLocks noChangeArrowheads="1"/>
          </p:cNvSpPr>
          <p:nvPr/>
        </p:nvSpPr>
        <p:spPr bwMode="auto">
          <a:xfrm>
            <a:off x="2986088" y="5988050"/>
            <a:ext cx="2819400" cy="533400"/>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kumimoji="1" lang="zh-CN" altLang="en-US" sz="3000">
                <a:solidFill>
                  <a:srgbClr val="FF0000"/>
                </a:solidFill>
                <a:ea typeface="宋体" panose="02010600030101010101" pitchFamily="2" charset="-122"/>
              </a:rPr>
              <a:t>状态转换表</a:t>
            </a:r>
          </a:p>
        </p:txBody>
      </p:sp>
      <p:sp>
        <p:nvSpPr>
          <p:cNvPr id="96270" name="Rectangle 15">
            <a:extLst>
              <a:ext uri="{FF2B5EF4-FFF2-40B4-BE49-F238E27FC236}">
                <a16:creationId xmlns:a16="http://schemas.microsoft.com/office/drawing/2014/main" id="{2484BC7A-4835-D97B-27D6-0FB50B6A86E5}"/>
              </a:ext>
            </a:extLst>
          </p:cNvPr>
          <p:cNvSpPr>
            <a:spLocks noChangeArrowheads="1"/>
          </p:cNvSpPr>
          <p:nvPr/>
        </p:nvSpPr>
        <p:spPr bwMode="auto">
          <a:xfrm>
            <a:off x="2986088" y="5454650"/>
            <a:ext cx="2819400" cy="533400"/>
          </a:xfrm>
          <a:prstGeom prst="rect">
            <a:avLst/>
          </a:prstGeom>
          <a:noFill/>
          <a:ln w="19050">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kumimoji="1" lang="zh-CN" altLang="en-US" sz="3000">
                <a:solidFill>
                  <a:srgbClr val="FF0000"/>
                </a:solidFill>
                <a:ea typeface="宋体" panose="02010600030101010101" pitchFamily="2" charset="-122"/>
              </a:rPr>
              <a:t>控制执行程序</a:t>
            </a:r>
          </a:p>
        </p:txBody>
      </p:sp>
      <p:sp>
        <p:nvSpPr>
          <p:cNvPr id="96271" name="Rectangle 16">
            <a:extLst>
              <a:ext uri="{FF2B5EF4-FFF2-40B4-BE49-F238E27FC236}">
                <a16:creationId xmlns:a16="http://schemas.microsoft.com/office/drawing/2014/main" id="{3E8236D1-4997-F6ED-A07F-25C44E4CB6E0}"/>
              </a:ext>
            </a:extLst>
          </p:cNvPr>
          <p:cNvSpPr>
            <a:spLocks noGrp="1" noChangeArrowheads="1"/>
          </p:cNvSpPr>
          <p:nvPr>
            <p:ph type="body" idx="1"/>
          </p:nvPr>
        </p:nvSpPr>
        <p:spPr>
          <a:xfrm>
            <a:off x="385763" y="1916113"/>
            <a:ext cx="8507412" cy="1303337"/>
          </a:xfrm>
        </p:spPr>
        <p:txBody>
          <a:bodyPr/>
          <a:lstStyle/>
          <a:p>
            <a:pPr eaLnBrk="1" hangingPunct="1">
              <a:lnSpc>
                <a:spcPct val="90000"/>
              </a:lnSpc>
            </a:pPr>
            <a:r>
              <a:rPr lang="en-US" altLang="zh-CN" sz="2400">
                <a:ea typeface="宋体" panose="02010600030101010101" pitchFamily="2" charset="-122"/>
              </a:rPr>
              <a:t>LEX</a:t>
            </a:r>
            <a:r>
              <a:rPr lang="zh-CN" altLang="en-US" sz="2400">
                <a:ea typeface="宋体" panose="02010600030101010101" pitchFamily="2" charset="-122"/>
              </a:rPr>
              <a:t>程序由一组正规式以及与每个正规式相应的动作组成。</a:t>
            </a:r>
          </a:p>
          <a:p>
            <a:pPr lvl="1" eaLnBrk="1" hangingPunct="1">
              <a:lnSpc>
                <a:spcPct val="90000"/>
              </a:lnSpc>
            </a:pPr>
            <a:r>
              <a:rPr lang="zh-CN" altLang="en-US" sz="2000">
                <a:ea typeface="宋体" panose="02010600030101010101" pitchFamily="2" charset="-122"/>
              </a:rPr>
              <a:t>动作本身是一小段程序代码，它指出了当按正规式识别出一个单词符号时应采取的行动。</a:t>
            </a:r>
          </a:p>
        </p:txBody>
      </p:sp>
      <p:sp>
        <p:nvSpPr>
          <p:cNvPr id="96272" name="灯片编号占位符 15">
            <a:extLst>
              <a:ext uri="{FF2B5EF4-FFF2-40B4-BE49-F238E27FC236}">
                <a16:creationId xmlns:a16="http://schemas.microsoft.com/office/drawing/2014/main" id="{8E4D9A05-12EE-EA0F-1C6D-7B1EE8CD6D9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46977CFC-E040-C44F-886B-22C1C59CB1E8}"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83</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3AB60702-6E5C-D2DF-E8E0-41BB87E3EB83}"/>
              </a:ext>
            </a:extLst>
          </p:cNvPr>
          <p:cNvSpPr>
            <a:spLocks noGrp="1" noChangeArrowheads="1"/>
          </p:cNvSpPr>
          <p:nvPr>
            <p:ph type="title"/>
          </p:nvPr>
        </p:nvSpPr>
        <p:spPr/>
        <p:txBody>
          <a:bodyPr/>
          <a:lstStyle/>
          <a:p>
            <a:pPr eaLnBrk="1" hangingPunct="1"/>
            <a:r>
              <a:rPr lang="zh-CN" altLang="en-US"/>
              <a:t>语言</a:t>
            </a:r>
            <a:r>
              <a:rPr lang="en-US" altLang="zh-CN"/>
              <a:t>LEX</a:t>
            </a:r>
            <a:r>
              <a:rPr lang="zh-CN" altLang="en-US"/>
              <a:t>的一般描述</a:t>
            </a:r>
          </a:p>
        </p:txBody>
      </p:sp>
      <p:sp>
        <p:nvSpPr>
          <p:cNvPr id="97283" name="Rectangle 3">
            <a:extLst>
              <a:ext uri="{FF2B5EF4-FFF2-40B4-BE49-F238E27FC236}">
                <a16:creationId xmlns:a16="http://schemas.microsoft.com/office/drawing/2014/main" id="{7EF2C180-8CC6-5558-709B-C590050B373A}"/>
              </a:ext>
            </a:extLst>
          </p:cNvPr>
          <p:cNvSpPr>
            <a:spLocks noGrp="1" noChangeArrowheads="1"/>
          </p:cNvSpPr>
          <p:nvPr>
            <p:ph type="body" idx="1"/>
          </p:nvPr>
        </p:nvSpPr>
        <p:spPr>
          <a:xfrm>
            <a:off x="457200" y="1981200"/>
            <a:ext cx="8229600" cy="4616450"/>
          </a:xfrm>
        </p:spPr>
        <p:txBody>
          <a:bodyPr/>
          <a:lstStyle/>
          <a:p>
            <a:pPr eaLnBrk="1" hangingPunct="1">
              <a:spcBef>
                <a:spcPct val="10000"/>
              </a:spcBef>
              <a:buFont typeface="Wingdings" pitchFamily="2" charset="2"/>
              <a:buNone/>
            </a:pPr>
            <a:r>
              <a:rPr kumimoji="1" lang="en-US" altLang="zh-CN" sz="2000">
                <a:ea typeface="宋体" panose="02010600030101010101" pitchFamily="2" charset="-122"/>
              </a:rPr>
              <a:t>(1) </a:t>
            </a:r>
            <a:r>
              <a:rPr kumimoji="1" lang="zh-CN" altLang="en-US" sz="2000">
                <a:ea typeface="宋体" panose="02010600030101010101" pitchFamily="2" charset="-122"/>
              </a:rPr>
              <a:t>正规式辅助定义式 </a:t>
            </a:r>
          </a:p>
          <a:p>
            <a:pPr eaLnBrk="1" hangingPunct="1">
              <a:spcBef>
                <a:spcPct val="10000"/>
              </a:spcBef>
              <a:buFont typeface="Wingdings" pitchFamily="2" charset="2"/>
              <a:buNone/>
            </a:pPr>
            <a:r>
              <a:rPr kumimoji="1" lang="zh-CN" altLang="en-US" sz="2000">
                <a:ea typeface="宋体" panose="02010600030101010101" pitchFamily="2" charset="-122"/>
              </a:rPr>
              <a:t>          </a:t>
            </a:r>
            <a:r>
              <a:rPr kumimoji="1" lang="en-US" altLang="zh-CN" sz="2000">
                <a:ea typeface="宋体" panose="02010600030101010101" pitchFamily="2" charset="-122"/>
              </a:rPr>
              <a:t>d</a:t>
            </a:r>
            <a:r>
              <a:rPr kumimoji="1" lang="en-US" altLang="zh-CN" sz="2000" baseline="-25000">
                <a:ea typeface="宋体" panose="02010600030101010101" pitchFamily="2" charset="-122"/>
              </a:rPr>
              <a:t>1</a:t>
            </a:r>
            <a:r>
              <a:rPr kumimoji="1" lang="en-US" altLang="zh-CN" sz="2000">
                <a:ea typeface="宋体" panose="02010600030101010101" pitchFamily="2" charset="-122"/>
              </a:rPr>
              <a:t> →r</a:t>
            </a:r>
            <a:r>
              <a:rPr kumimoji="1" lang="en-US" altLang="zh-CN" sz="2000" baseline="-25000">
                <a:ea typeface="宋体" panose="02010600030101010101" pitchFamily="2" charset="-122"/>
              </a:rPr>
              <a:t>1</a:t>
            </a:r>
          </a:p>
          <a:p>
            <a:pPr eaLnBrk="1" hangingPunct="1">
              <a:spcBef>
                <a:spcPct val="10000"/>
              </a:spcBef>
              <a:buFont typeface="Wingdings" pitchFamily="2" charset="2"/>
              <a:buNone/>
            </a:pPr>
            <a:r>
              <a:rPr kumimoji="1" lang="en-US" altLang="zh-CN" sz="2000">
                <a:ea typeface="宋体" panose="02010600030101010101" pitchFamily="2" charset="-122"/>
              </a:rPr>
              <a:t>          d</a:t>
            </a:r>
            <a:r>
              <a:rPr kumimoji="1" lang="en-US" altLang="zh-CN" sz="2000" baseline="-25000">
                <a:ea typeface="宋体" panose="02010600030101010101" pitchFamily="2" charset="-122"/>
              </a:rPr>
              <a:t>2</a:t>
            </a:r>
            <a:r>
              <a:rPr kumimoji="1" lang="en-US" altLang="zh-CN" sz="2000">
                <a:ea typeface="宋体" panose="02010600030101010101" pitchFamily="2" charset="-122"/>
              </a:rPr>
              <a:t> →r</a:t>
            </a:r>
            <a:r>
              <a:rPr kumimoji="1" lang="en-US" altLang="zh-CN" sz="2000" baseline="-25000">
                <a:ea typeface="宋体" panose="02010600030101010101" pitchFamily="2" charset="-122"/>
              </a:rPr>
              <a:t>2</a:t>
            </a:r>
            <a:r>
              <a:rPr kumimoji="1" lang="en-US" altLang="zh-CN" sz="2000">
                <a:ea typeface="宋体" panose="02010600030101010101" pitchFamily="2" charset="-122"/>
              </a:rPr>
              <a:t> </a:t>
            </a:r>
          </a:p>
          <a:p>
            <a:pPr eaLnBrk="1" hangingPunct="1">
              <a:spcBef>
                <a:spcPct val="10000"/>
              </a:spcBef>
              <a:buFont typeface="Wingdings" pitchFamily="2" charset="2"/>
              <a:buNone/>
            </a:pPr>
            <a:r>
              <a:rPr kumimoji="1" lang="en-US" altLang="zh-CN" sz="2000">
                <a:ea typeface="宋体" panose="02010600030101010101" pitchFamily="2" charset="-122"/>
              </a:rPr>
              <a:t>           ...</a:t>
            </a:r>
          </a:p>
          <a:p>
            <a:pPr eaLnBrk="1" hangingPunct="1">
              <a:spcBef>
                <a:spcPct val="10000"/>
              </a:spcBef>
              <a:buFont typeface="Wingdings" pitchFamily="2" charset="2"/>
              <a:buNone/>
            </a:pPr>
            <a:r>
              <a:rPr kumimoji="1" lang="en-US" altLang="zh-CN" sz="2000">
                <a:ea typeface="宋体" panose="02010600030101010101" pitchFamily="2" charset="-122"/>
              </a:rPr>
              <a:t>          d</a:t>
            </a:r>
            <a:r>
              <a:rPr kumimoji="1" lang="en-US" altLang="zh-CN" sz="2000" baseline="-25000">
                <a:ea typeface="宋体" panose="02010600030101010101" pitchFamily="2" charset="-122"/>
              </a:rPr>
              <a:t>n</a:t>
            </a:r>
            <a:r>
              <a:rPr kumimoji="1" lang="en-US" altLang="zh-CN" sz="2000">
                <a:ea typeface="宋体" panose="02010600030101010101" pitchFamily="2" charset="-122"/>
              </a:rPr>
              <a:t> →r</a:t>
            </a:r>
            <a:r>
              <a:rPr kumimoji="1" lang="en-US" altLang="zh-CN" sz="2000" baseline="-25000">
                <a:ea typeface="宋体" panose="02010600030101010101" pitchFamily="2" charset="-122"/>
              </a:rPr>
              <a:t>n</a:t>
            </a:r>
          </a:p>
          <a:p>
            <a:pPr lvl="1" eaLnBrk="1" hangingPunct="1">
              <a:spcBef>
                <a:spcPct val="10000"/>
              </a:spcBef>
              <a:buFont typeface="Wingdings" pitchFamily="2" charset="2"/>
              <a:buNone/>
            </a:pPr>
            <a:r>
              <a:rPr kumimoji="1" lang="en-US" altLang="zh-CN" sz="1800">
                <a:ea typeface="宋体" panose="02010600030101010101" pitchFamily="2" charset="-122"/>
              </a:rPr>
              <a:t> r</a:t>
            </a:r>
            <a:r>
              <a:rPr kumimoji="1" lang="en-US" altLang="zh-CN" sz="2000" baseline="-25000">
                <a:ea typeface="宋体" panose="02010600030101010101" pitchFamily="2" charset="-122"/>
              </a:rPr>
              <a:t>i</a:t>
            </a:r>
            <a:r>
              <a:rPr kumimoji="1" lang="en-US" altLang="zh-CN" sz="1800">
                <a:ea typeface="宋体" panose="02010600030101010101" pitchFamily="2" charset="-122"/>
              </a:rPr>
              <a:t> </a:t>
            </a:r>
            <a:r>
              <a:rPr kumimoji="1" lang="zh-CN" altLang="en-US" sz="1800">
                <a:ea typeface="宋体" panose="02010600030101010101" pitchFamily="2" charset="-122"/>
              </a:rPr>
              <a:t>为正规式</a:t>
            </a:r>
            <a:r>
              <a:rPr kumimoji="1" lang="en-US" altLang="zh-CN" sz="1800">
                <a:ea typeface="宋体" panose="02010600030101010101" pitchFamily="2" charset="-122"/>
              </a:rPr>
              <a:t>, d</a:t>
            </a:r>
            <a:r>
              <a:rPr kumimoji="1" lang="en-US" altLang="zh-CN" sz="2000" baseline="-25000">
                <a:ea typeface="宋体" panose="02010600030101010101" pitchFamily="2" charset="-122"/>
              </a:rPr>
              <a:t>i</a:t>
            </a:r>
            <a:r>
              <a:rPr kumimoji="1" lang="zh-CN" altLang="en-US" sz="1800">
                <a:ea typeface="宋体" panose="02010600030101010101" pitchFamily="2" charset="-122"/>
              </a:rPr>
              <a:t>为该正规式的简名</a:t>
            </a:r>
            <a:r>
              <a:rPr kumimoji="1" lang="en-US" altLang="zh-CN" sz="1800">
                <a:ea typeface="宋体" panose="02010600030101010101" pitchFamily="2" charset="-122"/>
              </a:rPr>
              <a:t>, </a:t>
            </a:r>
          </a:p>
          <a:p>
            <a:pPr lvl="1" eaLnBrk="1" hangingPunct="1">
              <a:spcBef>
                <a:spcPct val="10000"/>
              </a:spcBef>
              <a:buFont typeface="Wingdings" pitchFamily="2" charset="2"/>
              <a:buNone/>
            </a:pPr>
            <a:r>
              <a:rPr kumimoji="1" lang="en-US" altLang="zh-CN" sz="1800">
                <a:ea typeface="宋体" panose="02010600030101010101" pitchFamily="2" charset="-122"/>
              </a:rPr>
              <a:t> r</a:t>
            </a:r>
            <a:r>
              <a:rPr kumimoji="1" lang="en-US" altLang="zh-CN" sz="2000" baseline="-25000">
                <a:ea typeface="宋体" panose="02010600030101010101" pitchFamily="2" charset="-122"/>
              </a:rPr>
              <a:t>i</a:t>
            </a:r>
            <a:r>
              <a:rPr kumimoji="1" lang="zh-CN" altLang="en-US" sz="1800">
                <a:ea typeface="宋体" panose="02010600030101010101" pitchFamily="2" charset="-122"/>
              </a:rPr>
              <a:t>中只允许出现 ∑中的字符和已定义的简名</a:t>
            </a:r>
          </a:p>
          <a:p>
            <a:pPr lvl="1" eaLnBrk="1" hangingPunct="1">
              <a:spcBef>
                <a:spcPct val="10000"/>
              </a:spcBef>
              <a:buFont typeface="Wingdings" pitchFamily="2" charset="2"/>
              <a:buNone/>
            </a:pPr>
            <a:r>
              <a:rPr kumimoji="1" lang="zh-CN" altLang="en-US" sz="1800">
                <a:ea typeface="宋体" panose="02010600030101010101" pitchFamily="2" charset="-122"/>
              </a:rPr>
              <a:t>	</a:t>
            </a:r>
            <a:r>
              <a:rPr kumimoji="1" lang="en-US" altLang="zh-CN" sz="1800">
                <a:ea typeface="宋体" panose="02010600030101010101" pitchFamily="2" charset="-122"/>
              </a:rPr>
              <a:t>d</a:t>
            </a:r>
            <a:r>
              <a:rPr kumimoji="1" lang="en-US" altLang="zh-CN" sz="2000" baseline="-25000">
                <a:ea typeface="宋体" panose="02010600030101010101" pitchFamily="2" charset="-122"/>
              </a:rPr>
              <a:t>1</a:t>
            </a:r>
            <a:r>
              <a:rPr kumimoji="1" lang="en-US" altLang="zh-CN" sz="1800">
                <a:ea typeface="宋体" panose="02010600030101010101" pitchFamily="2" charset="-122"/>
              </a:rPr>
              <a:t>, d</a:t>
            </a:r>
            <a:r>
              <a:rPr kumimoji="1" lang="en-US" altLang="zh-CN" sz="2000" baseline="-25000">
                <a:ea typeface="宋体" panose="02010600030101010101" pitchFamily="2" charset="-122"/>
              </a:rPr>
              <a:t>2</a:t>
            </a:r>
            <a:r>
              <a:rPr kumimoji="1" lang="en-US" altLang="zh-CN" sz="1800">
                <a:ea typeface="宋体" panose="02010600030101010101" pitchFamily="2" charset="-122"/>
              </a:rPr>
              <a:t>, … , d</a:t>
            </a:r>
            <a:r>
              <a:rPr kumimoji="1" lang="en-US" altLang="zh-CN" sz="2000" baseline="-25000">
                <a:ea typeface="宋体" panose="02010600030101010101" pitchFamily="2" charset="-122"/>
              </a:rPr>
              <a:t>i-1</a:t>
            </a:r>
          </a:p>
          <a:p>
            <a:pPr eaLnBrk="1" hangingPunct="1">
              <a:spcBef>
                <a:spcPct val="10000"/>
              </a:spcBef>
              <a:buFont typeface="Wingdings" pitchFamily="2" charset="2"/>
              <a:buNone/>
            </a:pPr>
            <a:r>
              <a:rPr kumimoji="1" lang="en-US" altLang="zh-CN" sz="2000">
                <a:ea typeface="宋体" panose="02010600030101010101" pitchFamily="2" charset="-122"/>
              </a:rPr>
              <a:t>(2) </a:t>
            </a:r>
            <a:r>
              <a:rPr kumimoji="1" lang="zh-CN" altLang="en-US" sz="2000">
                <a:ea typeface="宋体" panose="02010600030101010101" pitchFamily="2" charset="-122"/>
              </a:rPr>
              <a:t>识别规则：是一串下述形式的</a:t>
            </a:r>
            <a:r>
              <a:rPr kumimoji="1" lang="en-US" altLang="zh-CN" sz="2000">
                <a:ea typeface="宋体" panose="02010600030101010101" pitchFamily="2" charset="-122"/>
              </a:rPr>
              <a:t>LEX</a:t>
            </a:r>
            <a:r>
              <a:rPr kumimoji="1" lang="zh-CN" altLang="en-US" sz="2000">
                <a:ea typeface="宋体" panose="02010600030101010101" pitchFamily="2" charset="-122"/>
              </a:rPr>
              <a:t>语句 </a:t>
            </a:r>
          </a:p>
          <a:p>
            <a:pPr eaLnBrk="1" hangingPunct="1">
              <a:spcBef>
                <a:spcPct val="10000"/>
              </a:spcBef>
              <a:buFont typeface="Wingdings" pitchFamily="2" charset="2"/>
              <a:buNone/>
            </a:pPr>
            <a:r>
              <a:rPr kumimoji="1" lang="zh-CN" altLang="en-US" sz="2000">
                <a:ea typeface="宋体" panose="02010600030101010101" pitchFamily="2" charset="-122"/>
              </a:rPr>
              <a:t>	      </a:t>
            </a:r>
            <a:r>
              <a:rPr kumimoji="1" lang="en-US" altLang="zh-CN" sz="1800">
                <a:ea typeface="宋体" panose="02010600030101010101" pitchFamily="2" charset="-122"/>
              </a:rPr>
              <a:t>P</a:t>
            </a:r>
            <a:r>
              <a:rPr kumimoji="1" lang="en-US" altLang="zh-CN" sz="2000" baseline="-25000">
                <a:ea typeface="宋体" panose="02010600030101010101" pitchFamily="2" charset="-122"/>
              </a:rPr>
              <a:t>1</a:t>
            </a:r>
            <a:r>
              <a:rPr kumimoji="1" lang="en-US" altLang="zh-CN" sz="1800">
                <a:ea typeface="宋体" panose="02010600030101010101" pitchFamily="2" charset="-122"/>
              </a:rPr>
              <a:t>        {A</a:t>
            </a:r>
            <a:r>
              <a:rPr kumimoji="1" lang="en-US" altLang="zh-CN" sz="2000" baseline="-25000">
                <a:ea typeface="宋体" panose="02010600030101010101" pitchFamily="2" charset="-122"/>
              </a:rPr>
              <a:t>1</a:t>
            </a:r>
            <a:r>
              <a:rPr kumimoji="1" lang="en-US" altLang="zh-CN" sz="1800">
                <a:ea typeface="宋体" panose="02010600030101010101" pitchFamily="2" charset="-122"/>
              </a:rPr>
              <a:t>}</a:t>
            </a:r>
          </a:p>
          <a:p>
            <a:pPr eaLnBrk="1" hangingPunct="1">
              <a:spcBef>
                <a:spcPct val="10000"/>
              </a:spcBef>
              <a:buFont typeface="Wingdings" pitchFamily="2" charset="2"/>
              <a:buNone/>
            </a:pPr>
            <a:r>
              <a:rPr kumimoji="1" lang="en-US" altLang="zh-CN" sz="1800">
                <a:ea typeface="宋体" panose="02010600030101010101" pitchFamily="2" charset="-122"/>
              </a:rPr>
              <a:t>            P</a:t>
            </a:r>
            <a:r>
              <a:rPr kumimoji="1" lang="en-US" altLang="zh-CN" sz="2000" baseline="-25000">
                <a:ea typeface="宋体" panose="02010600030101010101" pitchFamily="2" charset="-122"/>
              </a:rPr>
              <a:t>2</a:t>
            </a:r>
            <a:r>
              <a:rPr kumimoji="1" lang="en-US" altLang="zh-CN" sz="1800">
                <a:ea typeface="宋体" panose="02010600030101010101" pitchFamily="2" charset="-122"/>
              </a:rPr>
              <a:t>        {A</a:t>
            </a:r>
            <a:r>
              <a:rPr kumimoji="1" lang="en-US" altLang="zh-CN" sz="2000" baseline="-25000">
                <a:ea typeface="宋体" panose="02010600030101010101" pitchFamily="2" charset="-122"/>
              </a:rPr>
              <a:t>2</a:t>
            </a:r>
            <a:r>
              <a:rPr kumimoji="1" lang="en-US" altLang="zh-CN" sz="1800">
                <a:ea typeface="宋体" panose="02010600030101010101" pitchFamily="2" charset="-122"/>
              </a:rPr>
              <a:t>}</a:t>
            </a:r>
          </a:p>
          <a:p>
            <a:pPr eaLnBrk="1" hangingPunct="1">
              <a:spcBef>
                <a:spcPct val="10000"/>
              </a:spcBef>
              <a:buFont typeface="Wingdings" pitchFamily="2" charset="2"/>
              <a:buNone/>
            </a:pPr>
            <a:r>
              <a:rPr kumimoji="1" lang="en-US" altLang="zh-CN" sz="1800">
                <a:ea typeface="宋体" panose="02010600030101010101" pitchFamily="2" charset="-122"/>
              </a:rPr>
              <a:t>             </a:t>
            </a:r>
            <a:r>
              <a:rPr kumimoji="1" lang="en-US" altLang="zh-CN" sz="2000">
                <a:ea typeface="宋体" panose="02010600030101010101" pitchFamily="2" charset="-122"/>
              </a:rPr>
              <a:t>...</a:t>
            </a:r>
          </a:p>
          <a:p>
            <a:pPr eaLnBrk="1" hangingPunct="1">
              <a:spcBef>
                <a:spcPct val="10000"/>
              </a:spcBef>
              <a:buFont typeface="Wingdings" pitchFamily="2" charset="2"/>
              <a:buNone/>
            </a:pPr>
            <a:r>
              <a:rPr kumimoji="1" lang="en-US" altLang="zh-CN" sz="1800">
                <a:ea typeface="宋体" panose="02010600030101010101" pitchFamily="2" charset="-122"/>
              </a:rPr>
              <a:t>            P</a:t>
            </a:r>
            <a:r>
              <a:rPr kumimoji="1" lang="en-US" altLang="zh-CN" sz="2000" baseline="-25000">
                <a:ea typeface="宋体" panose="02010600030101010101" pitchFamily="2" charset="-122"/>
              </a:rPr>
              <a:t>m</a:t>
            </a:r>
            <a:r>
              <a:rPr kumimoji="1" lang="en-US" altLang="zh-CN" sz="1800">
                <a:ea typeface="宋体" panose="02010600030101010101" pitchFamily="2" charset="-122"/>
              </a:rPr>
              <a:t>       {A</a:t>
            </a:r>
            <a:r>
              <a:rPr kumimoji="1" lang="en-US" altLang="zh-CN" sz="2000" baseline="-25000">
                <a:ea typeface="宋体" panose="02010600030101010101" pitchFamily="2" charset="-122"/>
              </a:rPr>
              <a:t>m</a:t>
            </a:r>
            <a:r>
              <a:rPr kumimoji="1" lang="en-US" altLang="zh-CN" sz="1800">
                <a:ea typeface="宋体" panose="02010600030101010101" pitchFamily="2" charset="-122"/>
              </a:rPr>
              <a:t>}</a:t>
            </a:r>
          </a:p>
        </p:txBody>
      </p:sp>
      <p:sp>
        <p:nvSpPr>
          <p:cNvPr id="97284" name="Text Box 4">
            <a:extLst>
              <a:ext uri="{FF2B5EF4-FFF2-40B4-BE49-F238E27FC236}">
                <a16:creationId xmlns:a16="http://schemas.microsoft.com/office/drawing/2014/main" id="{D65BDE85-D1F4-ED7C-EFCB-1E01D8EB1ADC}"/>
              </a:ext>
            </a:extLst>
          </p:cNvPr>
          <p:cNvSpPr txBox="1">
            <a:spLocks noChangeArrowheads="1"/>
          </p:cNvSpPr>
          <p:nvPr/>
        </p:nvSpPr>
        <p:spPr bwMode="auto">
          <a:xfrm>
            <a:off x="5580063" y="1773238"/>
            <a:ext cx="2663825" cy="2109787"/>
          </a:xfrm>
          <a:prstGeom prst="rect">
            <a:avLst/>
          </a:prstGeom>
          <a:solidFill>
            <a:schemeClr val="accent1"/>
          </a:solidFill>
          <a:ln w="9525" algn="ctr">
            <a:solidFill>
              <a:schemeClr val="tx1"/>
            </a:solidFill>
            <a:miter lim="800000"/>
            <a:headEnd/>
            <a:tailEnd/>
          </a:ln>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spcAft>
                <a:spcPct val="55000"/>
              </a:spcAft>
              <a:buClrTx/>
              <a:buSzTx/>
              <a:buFontTx/>
              <a:buNone/>
            </a:pPr>
            <a:r>
              <a:rPr kumimoji="1" lang="en-US" altLang="zh-CN" sz="2200">
                <a:solidFill>
                  <a:schemeClr val="tx1"/>
                </a:solidFill>
                <a:ea typeface="黑体" panose="02010609060101010101" pitchFamily="49" charset="-122"/>
              </a:rPr>
              <a:t>LEX</a:t>
            </a:r>
            <a:r>
              <a:rPr kumimoji="1" lang="zh-CN" altLang="en-US" sz="2200">
                <a:solidFill>
                  <a:schemeClr val="tx1"/>
                </a:solidFill>
                <a:ea typeface="黑体" panose="02010609060101010101" pitchFamily="49" charset="-122"/>
              </a:rPr>
              <a:t>源程序包括</a:t>
            </a:r>
            <a:r>
              <a:rPr kumimoji="1" lang="en-US" altLang="zh-CN" sz="2200">
                <a:solidFill>
                  <a:schemeClr val="tx1"/>
                </a:solidFill>
                <a:ea typeface="黑体" panose="02010609060101010101" pitchFamily="49" charset="-122"/>
              </a:rPr>
              <a:t>:</a:t>
            </a:r>
          </a:p>
          <a:p>
            <a:pPr eaLnBrk="1" hangingPunct="1">
              <a:spcBef>
                <a:spcPct val="0"/>
              </a:spcBef>
              <a:spcAft>
                <a:spcPct val="55000"/>
              </a:spcAft>
              <a:buClrTx/>
              <a:buSzTx/>
              <a:buFontTx/>
              <a:buNone/>
            </a:pPr>
            <a:r>
              <a:rPr kumimoji="1" lang="en-US" altLang="zh-CN" sz="2200">
                <a:solidFill>
                  <a:schemeClr val="tx1"/>
                </a:solidFill>
                <a:ea typeface="黑体" panose="02010609060101010101" pitchFamily="49" charset="-122"/>
              </a:rPr>
              <a:t>  {</a:t>
            </a:r>
            <a:r>
              <a:rPr kumimoji="1" lang="zh-CN" altLang="en-US" sz="2200">
                <a:solidFill>
                  <a:schemeClr val="tx1"/>
                </a:solidFill>
                <a:ea typeface="黑体" panose="02010609060101010101" pitchFamily="49" charset="-122"/>
              </a:rPr>
              <a:t>辅助定义部分</a:t>
            </a:r>
            <a:r>
              <a:rPr kumimoji="1" lang="en-US" altLang="zh-CN" sz="2200">
                <a:solidFill>
                  <a:schemeClr val="tx1"/>
                </a:solidFill>
                <a:ea typeface="黑体" panose="02010609060101010101" pitchFamily="49" charset="-122"/>
              </a:rPr>
              <a:t>}</a:t>
            </a:r>
          </a:p>
          <a:p>
            <a:pPr eaLnBrk="1" hangingPunct="1">
              <a:spcBef>
                <a:spcPct val="0"/>
              </a:spcBef>
              <a:spcAft>
                <a:spcPct val="55000"/>
              </a:spcAft>
              <a:buClrTx/>
              <a:buSzTx/>
              <a:buFontTx/>
              <a:buNone/>
            </a:pPr>
            <a:r>
              <a:rPr kumimoji="1" lang="en-US" altLang="zh-CN" sz="2200">
                <a:solidFill>
                  <a:schemeClr val="tx1"/>
                </a:solidFill>
                <a:ea typeface="黑体" panose="02010609060101010101" pitchFamily="49" charset="-122"/>
              </a:rPr>
              <a:t>    </a:t>
            </a:r>
            <a:r>
              <a:rPr kumimoji="1" lang="zh-CN" altLang="en-US" sz="2200">
                <a:solidFill>
                  <a:schemeClr val="tx1"/>
                </a:solidFill>
                <a:ea typeface="黑体" panose="02010609060101010101" pitchFamily="49" charset="-122"/>
              </a:rPr>
              <a:t>识别规则部分</a:t>
            </a:r>
          </a:p>
          <a:p>
            <a:pPr eaLnBrk="1" hangingPunct="1">
              <a:spcBef>
                <a:spcPct val="0"/>
              </a:spcBef>
              <a:spcAft>
                <a:spcPct val="55000"/>
              </a:spcAft>
              <a:buClrTx/>
              <a:buSzTx/>
              <a:buFontTx/>
              <a:buNone/>
            </a:pPr>
            <a:r>
              <a:rPr kumimoji="1" lang="zh-CN" altLang="en-US" sz="2200">
                <a:solidFill>
                  <a:schemeClr val="tx1"/>
                </a:solidFill>
                <a:ea typeface="黑体" panose="02010609060101010101" pitchFamily="49" charset="-122"/>
              </a:rPr>
              <a:t>  </a:t>
            </a:r>
            <a:r>
              <a:rPr kumimoji="1" lang="en-US" altLang="zh-CN" sz="2200">
                <a:solidFill>
                  <a:schemeClr val="tx1"/>
                </a:solidFill>
                <a:ea typeface="黑体" panose="02010609060101010101" pitchFamily="49" charset="-122"/>
              </a:rPr>
              <a:t>{</a:t>
            </a:r>
            <a:r>
              <a:rPr kumimoji="1" lang="zh-CN" altLang="en-US" sz="2200">
                <a:solidFill>
                  <a:schemeClr val="tx1"/>
                </a:solidFill>
                <a:ea typeface="黑体" panose="02010609060101010101" pitchFamily="49" charset="-122"/>
              </a:rPr>
              <a:t>用户子程序部分</a:t>
            </a:r>
            <a:r>
              <a:rPr kumimoji="1" lang="en-US" altLang="zh-CN" sz="2200">
                <a:solidFill>
                  <a:schemeClr val="tx1"/>
                </a:solidFill>
                <a:ea typeface="黑体" panose="02010609060101010101" pitchFamily="49" charset="-122"/>
              </a:rPr>
              <a:t>}</a:t>
            </a:r>
          </a:p>
        </p:txBody>
      </p:sp>
      <p:sp>
        <p:nvSpPr>
          <p:cNvPr id="868357" name="AutoShape 5">
            <a:extLst>
              <a:ext uri="{FF2B5EF4-FFF2-40B4-BE49-F238E27FC236}">
                <a16:creationId xmlns:a16="http://schemas.microsoft.com/office/drawing/2014/main" id="{84AB4434-CD9C-A87A-1A89-1BB3341A1D0C}"/>
              </a:ext>
            </a:extLst>
          </p:cNvPr>
          <p:cNvSpPr>
            <a:spLocks noChangeArrowheads="1"/>
          </p:cNvSpPr>
          <p:nvPr/>
        </p:nvSpPr>
        <p:spPr bwMode="auto">
          <a:xfrm>
            <a:off x="3708400" y="5084763"/>
            <a:ext cx="5256213" cy="1439862"/>
          </a:xfrm>
          <a:prstGeom prst="wedgeRoundRectCallout">
            <a:avLst>
              <a:gd name="adj1" fmla="val -64347"/>
              <a:gd name="adj2" fmla="val -20343"/>
              <a:gd name="adj3" fmla="val 16667"/>
            </a:avLst>
          </a:prstGeom>
          <a:solidFill>
            <a:schemeClr val="accent1"/>
          </a:solidFill>
          <a:ln w="9525" algn="ctr">
            <a:solidFill>
              <a:schemeClr val="tx1"/>
            </a:solidFill>
            <a:miter lim="800000"/>
            <a:headEnd/>
            <a:tailEnd/>
          </a:ln>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0"/>
              </a:spcBef>
              <a:spcAft>
                <a:spcPct val="55000"/>
              </a:spcAft>
              <a:buClrTx/>
              <a:buSzTx/>
              <a:buFontTx/>
              <a:buNone/>
            </a:pPr>
            <a:r>
              <a:rPr kumimoji="1" lang="en-US" altLang="zh-CN" sz="2200">
                <a:solidFill>
                  <a:schemeClr val="tx1"/>
                </a:solidFill>
                <a:ea typeface="黑体" panose="02010609060101010101" pitchFamily="49" charset="-122"/>
              </a:rPr>
              <a:t>P</a:t>
            </a:r>
            <a:r>
              <a:rPr kumimoji="1" lang="en-US" altLang="zh-CN" sz="2200" baseline="-25000">
                <a:solidFill>
                  <a:schemeClr val="tx1"/>
                </a:solidFill>
                <a:ea typeface="黑体" panose="02010609060101010101" pitchFamily="49" charset="-122"/>
              </a:rPr>
              <a:t>i</a:t>
            </a:r>
            <a:r>
              <a:rPr kumimoji="1" lang="zh-CN" altLang="en-US" sz="2200">
                <a:solidFill>
                  <a:schemeClr val="tx1"/>
                </a:solidFill>
                <a:ea typeface="黑体" panose="02010609060101010101" pitchFamily="49" charset="-122"/>
              </a:rPr>
              <a:t>为∑∪</a:t>
            </a:r>
            <a:r>
              <a:rPr kumimoji="1" lang="en-US" altLang="zh-CN" sz="2200">
                <a:solidFill>
                  <a:schemeClr val="tx1"/>
                </a:solidFill>
                <a:ea typeface="黑体" panose="02010609060101010101" pitchFamily="49" charset="-122"/>
              </a:rPr>
              <a:t>{d</a:t>
            </a:r>
            <a:r>
              <a:rPr kumimoji="1" lang="en-US" altLang="zh-CN" sz="2200" baseline="-25000">
                <a:solidFill>
                  <a:schemeClr val="tx1"/>
                </a:solidFill>
                <a:ea typeface="黑体" panose="02010609060101010101" pitchFamily="49" charset="-122"/>
              </a:rPr>
              <a:t>1</a:t>
            </a:r>
            <a:r>
              <a:rPr kumimoji="1" lang="en-US" altLang="zh-CN" sz="2200">
                <a:solidFill>
                  <a:schemeClr val="tx1"/>
                </a:solidFill>
                <a:ea typeface="黑体" panose="02010609060101010101" pitchFamily="49" charset="-122"/>
              </a:rPr>
              <a:t>, d</a:t>
            </a:r>
            <a:r>
              <a:rPr kumimoji="1" lang="en-US" altLang="zh-CN" sz="2200" baseline="-25000">
                <a:solidFill>
                  <a:schemeClr val="tx1"/>
                </a:solidFill>
                <a:ea typeface="黑体" panose="02010609060101010101" pitchFamily="49" charset="-122"/>
              </a:rPr>
              <a:t>2</a:t>
            </a:r>
            <a:r>
              <a:rPr kumimoji="1" lang="en-US" altLang="zh-CN" sz="2200">
                <a:solidFill>
                  <a:schemeClr val="tx1"/>
                </a:solidFill>
                <a:ea typeface="黑体" panose="02010609060101010101" pitchFamily="49" charset="-122"/>
              </a:rPr>
              <a:t>, . . . ,d</a:t>
            </a:r>
            <a:r>
              <a:rPr kumimoji="1" lang="en-US" altLang="zh-CN" sz="2200" baseline="-25000">
                <a:solidFill>
                  <a:schemeClr val="tx1"/>
                </a:solidFill>
                <a:ea typeface="黑体" panose="02010609060101010101" pitchFamily="49" charset="-122"/>
              </a:rPr>
              <a:t>n</a:t>
            </a:r>
            <a:r>
              <a:rPr kumimoji="1" lang="en-US" altLang="zh-CN" sz="2200">
                <a:solidFill>
                  <a:schemeClr val="tx1"/>
                </a:solidFill>
                <a:ea typeface="黑体" panose="02010609060101010101" pitchFamily="49" charset="-122"/>
              </a:rPr>
              <a:t>}</a:t>
            </a:r>
            <a:r>
              <a:rPr kumimoji="1" lang="zh-CN" altLang="en-US" sz="2200">
                <a:solidFill>
                  <a:schemeClr val="tx1"/>
                </a:solidFill>
                <a:ea typeface="黑体" panose="02010609060101010101" pitchFamily="49" charset="-122"/>
              </a:rPr>
              <a:t>上的正规式； </a:t>
            </a:r>
          </a:p>
          <a:p>
            <a:pPr eaLnBrk="1" hangingPunct="1">
              <a:spcBef>
                <a:spcPct val="0"/>
              </a:spcBef>
              <a:buClrTx/>
              <a:buSzTx/>
              <a:buFontTx/>
              <a:buNone/>
            </a:pPr>
            <a:r>
              <a:rPr kumimoji="1" lang="en-US" altLang="zh-CN" sz="2200">
                <a:solidFill>
                  <a:schemeClr val="tx1"/>
                </a:solidFill>
                <a:ea typeface="黑体" panose="02010609060101010101" pitchFamily="49" charset="-122"/>
              </a:rPr>
              <a:t>A</a:t>
            </a:r>
            <a:r>
              <a:rPr kumimoji="1" lang="en-US" altLang="zh-CN" sz="2200" baseline="-25000">
                <a:solidFill>
                  <a:schemeClr val="tx1"/>
                </a:solidFill>
                <a:ea typeface="黑体" panose="02010609060101010101" pitchFamily="49" charset="-122"/>
              </a:rPr>
              <a:t>i</a:t>
            </a:r>
            <a:r>
              <a:rPr kumimoji="1" lang="en-US" altLang="zh-CN" sz="2200">
                <a:solidFill>
                  <a:schemeClr val="tx1"/>
                </a:solidFill>
                <a:ea typeface="黑体" panose="02010609060101010101" pitchFamily="49" charset="-122"/>
              </a:rPr>
              <a:t> </a:t>
            </a:r>
            <a:r>
              <a:rPr kumimoji="1" lang="zh-CN" altLang="en-US" sz="2200">
                <a:solidFill>
                  <a:schemeClr val="tx1"/>
                </a:solidFill>
                <a:ea typeface="黑体" panose="02010609060101010101" pitchFamily="49" charset="-122"/>
              </a:rPr>
              <a:t>为识别出</a:t>
            </a:r>
            <a:r>
              <a:rPr kumimoji="1" lang="zh-CN" altLang="en-US" sz="2200">
                <a:solidFill>
                  <a:srgbClr val="990000"/>
                </a:solidFill>
                <a:ea typeface="黑体" panose="02010609060101010101" pitchFamily="49" charset="-122"/>
              </a:rPr>
              <a:t>词形</a:t>
            </a:r>
            <a:r>
              <a:rPr kumimoji="1" lang="zh-CN" altLang="en-US" sz="2200">
                <a:solidFill>
                  <a:schemeClr val="tx1"/>
                </a:solidFill>
                <a:ea typeface="黑体" panose="02010609060101010101" pitchFamily="49" charset="-122"/>
              </a:rPr>
              <a:t> </a:t>
            </a:r>
            <a:r>
              <a:rPr kumimoji="1" lang="en-US" altLang="zh-CN" sz="2200">
                <a:solidFill>
                  <a:schemeClr val="tx1"/>
                </a:solidFill>
                <a:ea typeface="黑体" panose="02010609060101010101" pitchFamily="49" charset="-122"/>
              </a:rPr>
              <a:t>P</a:t>
            </a:r>
            <a:r>
              <a:rPr kumimoji="1" lang="en-US" altLang="zh-CN" sz="2200" baseline="-25000">
                <a:solidFill>
                  <a:schemeClr val="tx1"/>
                </a:solidFill>
                <a:ea typeface="黑体" panose="02010609060101010101" pitchFamily="49" charset="-122"/>
              </a:rPr>
              <a:t>i</a:t>
            </a:r>
            <a:r>
              <a:rPr kumimoji="1" lang="zh-CN" altLang="en-US" sz="2200">
                <a:solidFill>
                  <a:schemeClr val="tx1"/>
                </a:solidFill>
                <a:ea typeface="黑体" panose="02010609060101010101" pitchFamily="49" charset="-122"/>
              </a:rPr>
              <a:t>后应采取的动作，是一小段程序代码。</a:t>
            </a:r>
          </a:p>
        </p:txBody>
      </p:sp>
      <p:sp>
        <p:nvSpPr>
          <p:cNvPr id="97286" name="灯片编号占位符 5">
            <a:extLst>
              <a:ext uri="{FF2B5EF4-FFF2-40B4-BE49-F238E27FC236}">
                <a16:creationId xmlns:a16="http://schemas.microsoft.com/office/drawing/2014/main" id="{53E5DE17-6B8E-837B-BB4E-038F654A9E7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207E713B-CFA7-FD44-8795-6B569953DE07}"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84</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68357"/>
                                        </p:tgtEl>
                                        <p:attrNameLst>
                                          <p:attrName>style.visibility</p:attrName>
                                        </p:attrNameLst>
                                      </p:cBhvr>
                                      <p:to>
                                        <p:strVal val="visible"/>
                                      </p:to>
                                    </p:set>
                                    <p:animEffect transition="in" filter="blinds(horizontal)">
                                      <p:cBhvr>
                                        <p:cTn id="7" dur="500"/>
                                        <p:tgtEl>
                                          <p:spTgt spid="8683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8357"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4E31E368-94A1-7C9B-E0A5-54FA425766C9}"/>
              </a:ext>
            </a:extLst>
          </p:cNvPr>
          <p:cNvSpPr>
            <a:spLocks noGrp="1" noChangeArrowheads="1"/>
          </p:cNvSpPr>
          <p:nvPr>
            <p:ph type="title"/>
          </p:nvPr>
        </p:nvSpPr>
        <p:spPr>
          <a:xfrm>
            <a:off x="395288" y="404813"/>
            <a:ext cx="7772400" cy="792162"/>
          </a:xfrm>
        </p:spPr>
        <p:txBody>
          <a:bodyPr/>
          <a:lstStyle/>
          <a:p>
            <a:pPr eaLnBrk="1" hangingPunct="1"/>
            <a:r>
              <a:rPr kumimoji="1" lang="zh-CN" altLang="en-US" sz="2800" b="1">
                <a:solidFill>
                  <a:srgbClr val="CC6600"/>
                </a:solidFill>
              </a:rPr>
              <a:t>例</a:t>
            </a:r>
            <a:r>
              <a:rPr kumimoji="1" lang="en-US" altLang="zh-CN" sz="2800" b="1">
                <a:solidFill>
                  <a:srgbClr val="003366"/>
                </a:solidFill>
              </a:rPr>
              <a:t>. </a:t>
            </a:r>
            <a:r>
              <a:rPr kumimoji="1" lang="zh-CN" altLang="en-US" sz="2800" b="1">
                <a:solidFill>
                  <a:srgbClr val="003366"/>
                </a:solidFill>
              </a:rPr>
              <a:t>正规式辅助定义式</a:t>
            </a:r>
          </a:p>
        </p:txBody>
      </p:sp>
      <p:sp>
        <p:nvSpPr>
          <p:cNvPr id="852995" name="Rectangle 3">
            <a:extLst>
              <a:ext uri="{FF2B5EF4-FFF2-40B4-BE49-F238E27FC236}">
                <a16:creationId xmlns:a16="http://schemas.microsoft.com/office/drawing/2014/main" id="{19195812-F948-C964-93B7-1C4ADCA0F031}"/>
              </a:ext>
            </a:extLst>
          </p:cNvPr>
          <p:cNvSpPr>
            <a:spLocks noGrp="1" noChangeArrowheads="1"/>
          </p:cNvSpPr>
          <p:nvPr>
            <p:ph type="body" idx="1"/>
          </p:nvPr>
        </p:nvSpPr>
        <p:spPr>
          <a:xfrm>
            <a:off x="468313" y="1152525"/>
            <a:ext cx="8137525" cy="5229225"/>
          </a:xfrm>
        </p:spPr>
        <p:txBody>
          <a:bodyPr/>
          <a:lstStyle/>
          <a:p>
            <a:pPr eaLnBrk="1" hangingPunct="1">
              <a:lnSpc>
                <a:spcPct val="90000"/>
              </a:lnSpc>
              <a:buFont typeface="Wingdings" pitchFamily="2" charset="2"/>
              <a:buNone/>
            </a:pPr>
            <a:r>
              <a:rPr kumimoji="1" lang="zh-CN" altLang="en-US" sz="2400">
                <a:ea typeface="宋体" panose="02010600030101010101" pitchFamily="2" charset="-122"/>
              </a:rPr>
              <a:t>标识符</a:t>
            </a:r>
            <a:r>
              <a:rPr kumimoji="1" lang="en-US" altLang="zh-CN" sz="2400">
                <a:ea typeface="宋体" panose="02010600030101010101" pitchFamily="2" charset="-122"/>
              </a:rPr>
              <a:t>:    letter →A│B│ … │Z</a:t>
            </a:r>
          </a:p>
          <a:p>
            <a:pPr eaLnBrk="1" hangingPunct="1">
              <a:lnSpc>
                <a:spcPct val="90000"/>
              </a:lnSpc>
              <a:buFont typeface="Wingdings" pitchFamily="2" charset="2"/>
              <a:buNone/>
            </a:pPr>
            <a:r>
              <a:rPr kumimoji="1" lang="en-US" altLang="zh-CN" sz="2400">
                <a:ea typeface="宋体" panose="02010600030101010101" pitchFamily="2" charset="-122"/>
              </a:rPr>
              <a:t>                 digit → 0│1│ … │9</a:t>
            </a:r>
          </a:p>
          <a:p>
            <a:pPr eaLnBrk="1" hangingPunct="1">
              <a:lnSpc>
                <a:spcPct val="90000"/>
              </a:lnSpc>
              <a:buFont typeface="Wingdings" pitchFamily="2" charset="2"/>
              <a:buNone/>
            </a:pPr>
            <a:r>
              <a:rPr kumimoji="1" lang="en-US" altLang="zh-CN" sz="2400">
                <a:ea typeface="宋体" panose="02010600030101010101" pitchFamily="2" charset="-122"/>
              </a:rPr>
              <a:t>                 iden →letter (letter │digit)*</a:t>
            </a:r>
          </a:p>
          <a:p>
            <a:pPr eaLnBrk="1" hangingPunct="1">
              <a:lnSpc>
                <a:spcPct val="90000"/>
              </a:lnSpc>
              <a:buFont typeface="Wingdings" pitchFamily="2" charset="2"/>
              <a:buNone/>
            </a:pPr>
            <a:r>
              <a:rPr kumimoji="1" lang="zh-CN" altLang="en-US" sz="2400">
                <a:ea typeface="宋体" panose="02010600030101010101" pitchFamily="2" charset="-122"/>
              </a:rPr>
              <a:t>整常数</a:t>
            </a:r>
            <a:r>
              <a:rPr kumimoji="1" lang="en-US" altLang="zh-CN" sz="2400">
                <a:ea typeface="宋体" panose="02010600030101010101" pitchFamily="2" charset="-122"/>
              </a:rPr>
              <a:t>:   integer→ digit(digit)*</a:t>
            </a:r>
          </a:p>
          <a:p>
            <a:pPr eaLnBrk="1" hangingPunct="1">
              <a:lnSpc>
                <a:spcPct val="90000"/>
              </a:lnSpc>
              <a:buFont typeface="Wingdings" pitchFamily="2" charset="2"/>
              <a:buNone/>
            </a:pPr>
            <a:r>
              <a:rPr kumimoji="1" lang="en-US" altLang="zh-CN" sz="2400">
                <a:ea typeface="宋体" panose="02010600030101010101" pitchFamily="2" charset="-122"/>
              </a:rPr>
              <a:t>                   sign →+│-│ε</a:t>
            </a:r>
          </a:p>
          <a:p>
            <a:pPr eaLnBrk="1" hangingPunct="1">
              <a:lnSpc>
                <a:spcPct val="90000"/>
              </a:lnSpc>
              <a:buFont typeface="Wingdings" pitchFamily="2" charset="2"/>
              <a:buNone/>
            </a:pPr>
            <a:r>
              <a:rPr kumimoji="1" lang="en-US" altLang="zh-CN" sz="2400">
                <a:ea typeface="宋体" panose="02010600030101010101" pitchFamily="2" charset="-122"/>
              </a:rPr>
              <a:t>   signedinteger →sign integer</a:t>
            </a:r>
          </a:p>
          <a:p>
            <a:pPr eaLnBrk="1" hangingPunct="1">
              <a:lnSpc>
                <a:spcPct val="85000"/>
              </a:lnSpc>
              <a:spcBef>
                <a:spcPct val="50000"/>
              </a:spcBef>
              <a:buFont typeface="Wingdings" pitchFamily="2" charset="2"/>
              <a:buNone/>
            </a:pPr>
            <a:r>
              <a:rPr kumimoji="1" lang="zh-CN" altLang="en-US" sz="2400">
                <a:ea typeface="宋体" panose="02010600030101010101" pitchFamily="2" charset="-122"/>
              </a:rPr>
              <a:t>不带指数部分的实常数</a:t>
            </a:r>
            <a:r>
              <a:rPr kumimoji="1" lang="en-US" altLang="zh-CN" sz="2400">
                <a:ea typeface="宋体" panose="02010600030101010101" pitchFamily="2" charset="-122"/>
              </a:rPr>
              <a:t>: </a:t>
            </a:r>
          </a:p>
          <a:p>
            <a:pPr eaLnBrk="1" hangingPunct="1">
              <a:lnSpc>
                <a:spcPct val="90000"/>
              </a:lnSpc>
              <a:buFont typeface="Wingdings" pitchFamily="2" charset="2"/>
              <a:buNone/>
            </a:pPr>
            <a:r>
              <a:rPr kumimoji="1" lang="en-US" altLang="zh-CN" sz="2400">
                <a:ea typeface="宋体" panose="02010600030101010101" pitchFamily="2" charset="-122"/>
              </a:rPr>
              <a:t>		   decimal →signedinteger . integer                                                                   			│signedinteger . │sign . Integer</a:t>
            </a:r>
          </a:p>
          <a:p>
            <a:pPr eaLnBrk="1" hangingPunct="1">
              <a:lnSpc>
                <a:spcPct val="90000"/>
              </a:lnSpc>
              <a:spcBef>
                <a:spcPct val="50000"/>
              </a:spcBef>
              <a:buFont typeface="Wingdings" pitchFamily="2" charset="2"/>
              <a:buNone/>
            </a:pPr>
            <a:r>
              <a:rPr kumimoji="1" lang="zh-CN" altLang="en-US" sz="2400">
                <a:ea typeface="宋体" panose="02010600030101010101" pitchFamily="2" charset="-122"/>
              </a:rPr>
              <a:t>带指数部分的实常数</a:t>
            </a:r>
            <a:r>
              <a:rPr kumimoji="1" lang="en-US" altLang="zh-CN" sz="2400">
                <a:ea typeface="宋体" panose="02010600030101010101" pitchFamily="2" charset="-122"/>
              </a:rPr>
              <a:t>: </a:t>
            </a:r>
          </a:p>
          <a:p>
            <a:pPr eaLnBrk="1" hangingPunct="1">
              <a:lnSpc>
                <a:spcPct val="90000"/>
              </a:lnSpc>
              <a:buFont typeface="Wingdings" pitchFamily="2" charset="2"/>
              <a:buNone/>
            </a:pPr>
            <a:r>
              <a:rPr kumimoji="1" lang="en-US" altLang="zh-CN" sz="2400">
                <a:ea typeface="宋体" panose="02010600030101010101" pitchFamily="2" charset="-122"/>
              </a:rPr>
              <a:t>      exponential →(decimal 	  	       </a:t>
            </a:r>
          </a:p>
          <a:p>
            <a:pPr eaLnBrk="1" hangingPunct="1">
              <a:lnSpc>
                <a:spcPct val="90000"/>
              </a:lnSpc>
              <a:buFont typeface="Wingdings" pitchFamily="2" charset="2"/>
              <a:buNone/>
            </a:pPr>
            <a:r>
              <a:rPr kumimoji="1" lang="en-US" altLang="zh-CN" sz="2400">
                <a:ea typeface="宋体" panose="02010600030101010101" pitchFamily="2" charset="-122"/>
              </a:rPr>
              <a:t>             	          │signedinteger) E signedinteger</a:t>
            </a:r>
            <a:endParaRPr lang="en-US" altLang="zh-CN" sz="2400">
              <a:ea typeface="宋体" panose="02010600030101010101" pitchFamily="2" charset="-122"/>
            </a:endParaRPr>
          </a:p>
        </p:txBody>
      </p:sp>
      <p:sp>
        <p:nvSpPr>
          <p:cNvPr id="98308" name="灯片编号占位符 3">
            <a:extLst>
              <a:ext uri="{FF2B5EF4-FFF2-40B4-BE49-F238E27FC236}">
                <a16:creationId xmlns:a16="http://schemas.microsoft.com/office/drawing/2014/main" id="{D464B71E-324B-0564-465B-F9BFC83E514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36FA5AE8-D47D-B34A-9987-44FD8549E02F}"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85</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52995">
                                            <p:txEl>
                                              <p:pRg st="0" end="0"/>
                                            </p:txEl>
                                          </p:spTgt>
                                        </p:tgtEl>
                                        <p:attrNameLst>
                                          <p:attrName>style.visibility</p:attrName>
                                        </p:attrNameLst>
                                      </p:cBhvr>
                                      <p:to>
                                        <p:strVal val="visible"/>
                                      </p:to>
                                    </p:set>
                                    <p:animEffect transition="in" filter="wipe(left)">
                                      <p:cBhvr>
                                        <p:cTn id="7" dur="500"/>
                                        <p:tgtEl>
                                          <p:spTgt spid="852995">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852995">
                                            <p:txEl>
                                              <p:pRg st="1" end="1"/>
                                            </p:txEl>
                                          </p:spTgt>
                                        </p:tgtEl>
                                        <p:attrNameLst>
                                          <p:attrName>style.visibility</p:attrName>
                                        </p:attrNameLst>
                                      </p:cBhvr>
                                      <p:to>
                                        <p:strVal val="visible"/>
                                      </p:to>
                                    </p:set>
                                    <p:animEffect transition="in" filter="wipe(left)">
                                      <p:cBhvr>
                                        <p:cTn id="10" dur="500"/>
                                        <p:tgtEl>
                                          <p:spTgt spid="852995">
                                            <p:txEl>
                                              <p:pRg st="1" end="1"/>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852995">
                                            <p:txEl>
                                              <p:pRg st="2" end="2"/>
                                            </p:txEl>
                                          </p:spTgt>
                                        </p:tgtEl>
                                        <p:attrNameLst>
                                          <p:attrName>style.visibility</p:attrName>
                                        </p:attrNameLst>
                                      </p:cBhvr>
                                      <p:to>
                                        <p:strVal val="visible"/>
                                      </p:to>
                                    </p:set>
                                    <p:animEffect transition="in" filter="wipe(left)">
                                      <p:cBhvr>
                                        <p:cTn id="13" dur="500"/>
                                        <p:tgtEl>
                                          <p:spTgt spid="852995">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852995">
                                            <p:txEl>
                                              <p:pRg st="3" end="3"/>
                                            </p:txEl>
                                          </p:spTgt>
                                        </p:tgtEl>
                                        <p:attrNameLst>
                                          <p:attrName>style.visibility</p:attrName>
                                        </p:attrNameLst>
                                      </p:cBhvr>
                                      <p:to>
                                        <p:strVal val="visible"/>
                                      </p:to>
                                    </p:set>
                                    <p:animEffect transition="in" filter="wipe(left)">
                                      <p:cBhvr>
                                        <p:cTn id="18" dur="500"/>
                                        <p:tgtEl>
                                          <p:spTgt spid="852995">
                                            <p:txEl>
                                              <p:pRg st="3" end="3"/>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852995">
                                            <p:txEl>
                                              <p:pRg st="4" end="4"/>
                                            </p:txEl>
                                          </p:spTgt>
                                        </p:tgtEl>
                                        <p:attrNameLst>
                                          <p:attrName>style.visibility</p:attrName>
                                        </p:attrNameLst>
                                      </p:cBhvr>
                                      <p:to>
                                        <p:strVal val="visible"/>
                                      </p:to>
                                    </p:set>
                                    <p:animEffect transition="in" filter="wipe(left)">
                                      <p:cBhvr>
                                        <p:cTn id="21" dur="500"/>
                                        <p:tgtEl>
                                          <p:spTgt spid="852995">
                                            <p:txEl>
                                              <p:pRg st="4" end="4"/>
                                            </p:txEl>
                                          </p:spTgt>
                                        </p:tgtEl>
                                      </p:cBhvr>
                                    </p:animEffect>
                                  </p:childTnLst>
                                </p:cTn>
                              </p:par>
                              <p:par>
                                <p:cTn id="22" presetID="22" presetClass="entr" presetSubtype="8" fill="hold" nodeType="withEffect">
                                  <p:stCondLst>
                                    <p:cond delay="0"/>
                                  </p:stCondLst>
                                  <p:childTnLst>
                                    <p:set>
                                      <p:cBhvr>
                                        <p:cTn id="23" dur="1" fill="hold">
                                          <p:stCondLst>
                                            <p:cond delay="0"/>
                                          </p:stCondLst>
                                        </p:cTn>
                                        <p:tgtEl>
                                          <p:spTgt spid="852995">
                                            <p:txEl>
                                              <p:pRg st="5" end="5"/>
                                            </p:txEl>
                                          </p:spTgt>
                                        </p:tgtEl>
                                        <p:attrNameLst>
                                          <p:attrName>style.visibility</p:attrName>
                                        </p:attrNameLst>
                                      </p:cBhvr>
                                      <p:to>
                                        <p:strVal val="visible"/>
                                      </p:to>
                                    </p:set>
                                    <p:animEffect transition="in" filter="wipe(left)">
                                      <p:cBhvr>
                                        <p:cTn id="24" dur="500"/>
                                        <p:tgtEl>
                                          <p:spTgt spid="852995">
                                            <p:txEl>
                                              <p:pRg st="5" end="5"/>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852995">
                                            <p:txEl>
                                              <p:pRg st="6" end="6"/>
                                            </p:txEl>
                                          </p:spTgt>
                                        </p:tgtEl>
                                        <p:attrNameLst>
                                          <p:attrName>style.visibility</p:attrName>
                                        </p:attrNameLst>
                                      </p:cBhvr>
                                      <p:to>
                                        <p:strVal val="visible"/>
                                      </p:to>
                                    </p:set>
                                    <p:animEffect transition="in" filter="wipe(left)">
                                      <p:cBhvr>
                                        <p:cTn id="29" dur="500"/>
                                        <p:tgtEl>
                                          <p:spTgt spid="852995">
                                            <p:txEl>
                                              <p:pRg st="6" end="6"/>
                                            </p:txEl>
                                          </p:spTgt>
                                        </p:tgtEl>
                                      </p:cBhvr>
                                    </p:animEffect>
                                  </p:childTnLst>
                                </p:cTn>
                              </p:par>
                              <p:par>
                                <p:cTn id="30" presetID="22" presetClass="entr" presetSubtype="8" fill="hold" nodeType="withEffect">
                                  <p:stCondLst>
                                    <p:cond delay="0"/>
                                  </p:stCondLst>
                                  <p:childTnLst>
                                    <p:set>
                                      <p:cBhvr>
                                        <p:cTn id="31" dur="1" fill="hold">
                                          <p:stCondLst>
                                            <p:cond delay="0"/>
                                          </p:stCondLst>
                                        </p:cTn>
                                        <p:tgtEl>
                                          <p:spTgt spid="852995">
                                            <p:txEl>
                                              <p:pRg st="7" end="7"/>
                                            </p:txEl>
                                          </p:spTgt>
                                        </p:tgtEl>
                                        <p:attrNameLst>
                                          <p:attrName>style.visibility</p:attrName>
                                        </p:attrNameLst>
                                      </p:cBhvr>
                                      <p:to>
                                        <p:strVal val="visible"/>
                                      </p:to>
                                    </p:set>
                                    <p:animEffect transition="in" filter="wipe(left)">
                                      <p:cBhvr>
                                        <p:cTn id="32" dur="500"/>
                                        <p:tgtEl>
                                          <p:spTgt spid="852995">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852995">
                                            <p:txEl>
                                              <p:pRg st="8" end="8"/>
                                            </p:txEl>
                                          </p:spTgt>
                                        </p:tgtEl>
                                        <p:attrNameLst>
                                          <p:attrName>style.visibility</p:attrName>
                                        </p:attrNameLst>
                                      </p:cBhvr>
                                      <p:to>
                                        <p:strVal val="visible"/>
                                      </p:to>
                                    </p:set>
                                    <p:animEffect transition="in" filter="wipe(left)">
                                      <p:cBhvr>
                                        <p:cTn id="37" dur="500"/>
                                        <p:tgtEl>
                                          <p:spTgt spid="852995">
                                            <p:txEl>
                                              <p:pRg st="8" end="8"/>
                                            </p:txEl>
                                          </p:spTgt>
                                        </p:tgtEl>
                                      </p:cBhvr>
                                    </p:animEffect>
                                  </p:childTnLst>
                                </p:cTn>
                              </p:par>
                              <p:par>
                                <p:cTn id="38" presetID="22" presetClass="entr" presetSubtype="8" fill="hold" nodeType="withEffect">
                                  <p:stCondLst>
                                    <p:cond delay="0"/>
                                  </p:stCondLst>
                                  <p:childTnLst>
                                    <p:set>
                                      <p:cBhvr>
                                        <p:cTn id="39" dur="1" fill="hold">
                                          <p:stCondLst>
                                            <p:cond delay="0"/>
                                          </p:stCondLst>
                                        </p:cTn>
                                        <p:tgtEl>
                                          <p:spTgt spid="852995">
                                            <p:txEl>
                                              <p:pRg st="9" end="9"/>
                                            </p:txEl>
                                          </p:spTgt>
                                        </p:tgtEl>
                                        <p:attrNameLst>
                                          <p:attrName>style.visibility</p:attrName>
                                        </p:attrNameLst>
                                      </p:cBhvr>
                                      <p:to>
                                        <p:strVal val="visible"/>
                                      </p:to>
                                    </p:set>
                                    <p:animEffect transition="in" filter="wipe(left)">
                                      <p:cBhvr>
                                        <p:cTn id="40" dur="500"/>
                                        <p:tgtEl>
                                          <p:spTgt spid="852995">
                                            <p:txEl>
                                              <p:pRg st="9" end="9"/>
                                            </p:txEl>
                                          </p:spTgt>
                                        </p:tgtEl>
                                      </p:cBhvr>
                                    </p:animEffect>
                                  </p:childTnLst>
                                </p:cTn>
                              </p:par>
                              <p:par>
                                <p:cTn id="41" presetID="22" presetClass="entr" presetSubtype="8" fill="hold" nodeType="withEffect">
                                  <p:stCondLst>
                                    <p:cond delay="0"/>
                                  </p:stCondLst>
                                  <p:childTnLst>
                                    <p:set>
                                      <p:cBhvr>
                                        <p:cTn id="42" dur="1" fill="hold">
                                          <p:stCondLst>
                                            <p:cond delay="0"/>
                                          </p:stCondLst>
                                        </p:cTn>
                                        <p:tgtEl>
                                          <p:spTgt spid="852995">
                                            <p:txEl>
                                              <p:pRg st="10" end="10"/>
                                            </p:txEl>
                                          </p:spTgt>
                                        </p:tgtEl>
                                        <p:attrNameLst>
                                          <p:attrName>style.visibility</p:attrName>
                                        </p:attrNameLst>
                                      </p:cBhvr>
                                      <p:to>
                                        <p:strVal val="visible"/>
                                      </p:to>
                                    </p:set>
                                    <p:animEffect transition="in" filter="wipe(left)">
                                      <p:cBhvr>
                                        <p:cTn id="43" dur="500"/>
                                        <p:tgtEl>
                                          <p:spTgt spid="85299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68299133-A401-F32E-5A7D-EBE5C6124EA5}"/>
              </a:ext>
            </a:extLst>
          </p:cNvPr>
          <p:cNvSpPr>
            <a:spLocks noGrp="1" noChangeArrowheads="1"/>
          </p:cNvSpPr>
          <p:nvPr>
            <p:ph type="body" idx="1"/>
          </p:nvPr>
        </p:nvSpPr>
        <p:spPr>
          <a:xfrm>
            <a:off x="323850" y="622300"/>
            <a:ext cx="8820150" cy="6119813"/>
          </a:xfrm>
        </p:spPr>
        <p:txBody>
          <a:bodyPr/>
          <a:lstStyle/>
          <a:p>
            <a:pPr eaLnBrk="1" hangingPunct="1">
              <a:lnSpc>
                <a:spcPct val="80000"/>
              </a:lnSpc>
              <a:spcAft>
                <a:spcPct val="35000"/>
              </a:spcAft>
              <a:buFont typeface="Wingdings" pitchFamily="2" charset="2"/>
              <a:buNone/>
            </a:pPr>
            <a:r>
              <a:rPr kumimoji="1" lang="zh-CN" altLang="en-US" sz="2400">
                <a:solidFill>
                  <a:srgbClr val="CC6600"/>
                </a:solidFill>
                <a:ea typeface="宋体" panose="02010600030101010101" pitchFamily="2" charset="-122"/>
              </a:rPr>
              <a:t>例</a:t>
            </a:r>
            <a:r>
              <a:rPr kumimoji="1" lang="en-US" altLang="zh-CN" sz="2400">
                <a:ea typeface="宋体" panose="02010600030101010101" pitchFamily="2" charset="-122"/>
              </a:rPr>
              <a:t>. </a:t>
            </a:r>
            <a:r>
              <a:rPr kumimoji="1" lang="zh-CN" altLang="en-US" sz="2400">
                <a:ea typeface="宋体" panose="02010600030101010101" pitchFamily="2" charset="-122"/>
              </a:rPr>
              <a:t>识别小语言单词符号的 </a:t>
            </a:r>
            <a:r>
              <a:rPr kumimoji="1" lang="en-US" altLang="zh-CN" sz="2400">
                <a:ea typeface="宋体" panose="02010600030101010101" pitchFamily="2" charset="-122"/>
              </a:rPr>
              <a:t>LEX </a:t>
            </a:r>
            <a:r>
              <a:rPr kumimoji="1" lang="zh-CN" altLang="en-US" sz="2400">
                <a:ea typeface="宋体" panose="02010600030101010101" pitchFamily="2" charset="-122"/>
              </a:rPr>
              <a:t>程序</a:t>
            </a:r>
          </a:p>
          <a:p>
            <a:pPr eaLnBrk="1" hangingPunct="1">
              <a:lnSpc>
                <a:spcPct val="80000"/>
              </a:lnSpc>
              <a:buFont typeface="Wingdings" pitchFamily="2" charset="2"/>
              <a:buNone/>
            </a:pPr>
            <a:r>
              <a:rPr kumimoji="1" lang="en-US" altLang="zh-CN" sz="2000">
                <a:ea typeface="宋体" panose="02010600030101010101" pitchFamily="2" charset="-122"/>
              </a:rPr>
              <a:t>AUXILIARY DEFINITIONS   /*  </a:t>
            </a:r>
            <a:r>
              <a:rPr kumimoji="1" lang="zh-CN" altLang="en-US" sz="2000">
                <a:ea typeface="宋体" panose="02010600030101010101" pitchFamily="2" charset="-122"/>
              </a:rPr>
              <a:t>辅助定义  *</a:t>
            </a:r>
            <a:r>
              <a:rPr kumimoji="1" lang="en-US" altLang="zh-CN" sz="2000">
                <a:ea typeface="宋体" panose="02010600030101010101" pitchFamily="2" charset="-122"/>
              </a:rPr>
              <a:t>/</a:t>
            </a:r>
          </a:p>
          <a:p>
            <a:pPr eaLnBrk="1" hangingPunct="1">
              <a:lnSpc>
                <a:spcPct val="80000"/>
              </a:lnSpc>
              <a:buFont typeface="Wingdings" pitchFamily="2" charset="2"/>
              <a:buNone/>
            </a:pPr>
            <a:r>
              <a:rPr kumimoji="1" lang="en-US" altLang="zh-CN" sz="2000">
                <a:ea typeface="宋体" panose="02010600030101010101" pitchFamily="2" charset="-122"/>
              </a:rPr>
              <a:t>	      letter→ A│B│ . . .│Z</a:t>
            </a:r>
          </a:p>
          <a:p>
            <a:pPr eaLnBrk="1" hangingPunct="1">
              <a:lnSpc>
                <a:spcPct val="80000"/>
              </a:lnSpc>
              <a:buFont typeface="Wingdings" pitchFamily="2" charset="2"/>
              <a:buNone/>
            </a:pPr>
            <a:r>
              <a:rPr kumimoji="1" lang="en-US" altLang="zh-CN" sz="2000">
                <a:ea typeface="宋体" panose="02010600030101010101" pitchFamily="2" charset="-122"/>
              </a:rPr>
              <a:t> 	      digit→ 0│1│ . . . │9</a:t>
            </a:r>
          </a:p>
          <a:p>
            <a:pPr eaLnBrk="1" hangingPunct="1">
              <a:lnSpc>
                <a:spcPct val="80000"/>
              </a:lnSpc>
              <a:buFont typeface="Wingdings" pitchFamily="2" charset="2"/>
              <a:buNone/>
            </a:pPr>
            <a:r>
              <a:rPr kumimoji="1" lang="en-US" altLang="zh-CN" sz="2000">
                <a:ea typeface="宋体" panose="02010600030101010101" pitchFamily="2" charset="-122"/>
              </a:rPr>
              <a:t>RECOGNITION RULES  /*  </a:t>
            </a:r>
            <a:r>
              <a:rPr kumimoji="1" lang="zh-CN" altLang="en-US" sz="2000">
                <a:ea typeface="宋体" panose="02010600030101010101" pitchFamily="2" charset="-122"/>
              </a:rPr>
              <a:t>识别规则  *</a:t>
            </a:r>
            <a:r>
              <a:rPr kumimoji="1" lang="en-US" altLang="zh-CN" sz="2000">
                <a:ea typeface="宋体" panose="02010600030101010101" pitchFamily="2" charset="-122"/>
              </a:rPr>
              <a:t>/</a:t>
            </a:r>
          </a:p>
          <a:p>
            <a:pPr eaLnBrk="1" hangingPunct="1">
              <a:lnSpc>
                <a:spcPct val="80000"/>
              </a:lnSpc>
              <a:buFont typeface="Wingdings" pitchFamily="2" charset="2"/>
              <a:buNone/>
            </a:pPr>
            <a:r>
              <a:rPr kumimoji="1" lang="en-US" altLang="zh-CN" sz="2000">
                <a:ea typeface="宋体" panose="02010600030101010101" pitchFamily="2" charset="-122"/>
              </a:rPr>
              <a:t>1	    DIM		     {RETURN (1, _ )}</a:t>
            </a:r>
          </a:p>
          <a:p>
            <a:pPr eaLnBrk="1" hangingPunct="1">
              <a:lnSpc>
                <a:spcPct val="80000"/>
              </a:lnSpc>
              <a:buFont typeface="Wingdings" pitchFamily="2" charset="2"/>
              <a:buNone/>
            </a:pPr>
            <a:r>
              <a:rPr kumimoji="1" lang="en-US" altLang="zh-CN" sz="2000">
                <a:ea typeface="宋体" panose="02010600030101010101" pitchFamily="2" charset="-122"/>
              </a:rPr>
              <a:t>2	    IF		                  {RETURN (2, _ )}</a:t>
            </a:r>
          </a:p>
          <a:p>
            <a:pPr eaLnBrk="1" hangingPunct="1">
              <a:lnSpc>
                <a:spcPct val="80000"/>
              </a:lnSpc>
              <a:buFont typeface="Wingdings" pitchFamily="2" charset="2"/>
              <a:buNone/>
            </a:pPr>
            <a:r>
              <a:rPr kumimoji="1" lang="en-US" altLang="zh-CN" sz="2000">
                <a:ea typeface="宋体" panose="02010600030101010101" pitchFamily="2" charset="-122"/>
              </a:rPr>
              <a:t>3	    DO		     {RETURN (3, _ )}</a:t>
            </a:r>
          </a:p>
          <a:p>
            <a:pPr eaLnBrk="1" hangingPunct="1">
              <a:lnSpc>
                <a:spcPct val="80000"/>
              </a:lnSpc>
              <a:buFont typeface="Wingdings" pitchFamily="2" charset="2"/>
              <a:buNone/>
            </a:pPr>
            <a:r>
              <a:rPr kumimoji="1" lang="en-US" altLang="zh-CN" sz="2000">
                <a:ea typeface="宋体" panose="02010600030101010101" pitchFamily="2" charset="-122"/>
              </a:rPr>
              <a:t>4	    STOP		     {RETURN (4, _ )}</a:t>
            </a:r>
          </a:p>
          <a:p>
            <a:pPr eaLnBrk="1" hangingPunct="1">
              <a:lnSpc>
                <a:spcPct val="80000"/>
              </a:lnSpc>
              <a:buFont typeface="Wingdings" pitchFamily="2" charset="2"/>
              <a:buNone/>
            </a:pPr>
            <a:r>
              <a:rPr kumimoji="1" lang="en-US" altLang="zh-CN" sz="2000">
                <a:ea typeface="宋体" panose="02010600030101010101" pitchFamily="2" charset="-122"/>
              </a:rPr>
              <a:t>5	    END	                  {RETURN (5, _ )}</a:t>
            </a:r>
          </a:p>
          <a:p>
            <a:pPr eaLnBrk="1" hangingPunct="1">
              <a:lnSpc>
                <a:spcPct val="80000"/>
              </a:lnSpc>
              <a:buFont typeface="Wingdings" pitchFamily="2" charset="2"/>
              <a:buNone/>
            </a:pPr>
            <a:r>
              <a:rPr kumimoji="1" lang="en-US" altLang="zh-CN" sz="2000">
                <a:ea typeface="宋体" panose="02010600030101010101" pitchFamily="2" charset="-122"/>
              </a:rPr>
              <a:t>6	    letter(letter | digit)*   {RETURN (6, getSymbolTableEntryPoint() )}</a:t>
            </a:r>
          </a:p>
          <a:p>
            <a:pPr eaLnBrk="1" hangingPunct="1">
              <a:lnSpc>
                <a:spcPct val="80000"/>
              </a:lnSpc>
              <a:buFont typeface="Wingdings" pitchFamily="2" charset="2"/>
              <a:buNone/>
            </a:pPr>
            <a:r>
              <a:rPr kumimoji="1" lang="en-US" altLang="zh-CN" sz="2000">
                <a:ea typeface="宋体" panose="02010600030101010101" pitchFamily="2" charset="-122"/>
              </a:rPr>
              <a:t>7	    digit (digit)*               {RETURN (7, getConstTableEntryPoint() )}</a:t>
            </a:r>
          </a:p>
          <a:p>
            <a:pPr eaLnBrk="1" hangingPunct="1">
              <a:lnSpc>
                <a:spcPct val="80000"/>
              </a:lnSpc>
              <a:buFont typeface="Wingdings" pitchFamily="2" charset="2"/>
              <a:buNone/>
            </a:pPr>
            <a:r>
              <a:rPr kumimoji="1" lang="en-US" altLang="zh-CN" sz="2000">
                <a:ea typeface="宋体" panose="02010600030101010101" pitchFamily="2" charset="-122"/>
              </a:rPr>
              <a:t>8	    =		                  {RETURN (8, _ )}</a:t>
            </a:r>
          </a:p>
          <a:p>
            <a:pPr eaLnBrk="1" hangingPunct="1">
              <a:lnSpc>
                <a:spcPct val="80000"/>
              </a:lnSpc>
              <a:buFont typeface="Wingdings" pitchFamily="2" charset="2"/>
              <a:buNone/>
            </a:pPr>
            <a:r>
              <a:rPr kumimoji="1" lang="en-US" altLang="zh-CN" sz="2000">
                <a:ea typeface="宋体" panose="02010600030101010101" pitchFamily="2" charset="-122"/>
              </a:rPr>
              <a:t>9	    +		                  {RETURN (9, _ )}</a:t>
            </a:r>
          </a:p>
          <a:p>
            <a:pPr eaLnBrk="1" hangingPunct="1">
              <a:lnSpc>
                <a:spcPct val="80000"/>
              </a:lnSpc>
              <a:buFont typeface="Wingdings" pitchFamily="2" charset="2"/>
              <a:buNone/>
            </a:pPr>
            <a:r>
              <a:rPr kumimoji="1" lang="en-US" altLang="zh-CN" sz="2000">
                <a:ea typeface="宋体" panose="02010600030101010101" pitchFamily="2" charset="-122"/>
              </a:rPr>
              <a:t>10	    *		                  {RETURN (10, _ )}</a:t>
            </a:r>
          </a:p>
          <a:p>
            <a:pPr eaLnBrk="1" hangingPunct="1">
              <a:lnSpc>
                <a:spcPct val="80000"/>
              </a:lnSpc>
              <a:buFont typeface="Wingdings" pitchFamily="2" charset="2"/>
              <a:buNone/>
            </a:pPr>
            <a:r>
              <a:rPr kumimoji="1" lang="en-US" altLang="zh-CN" sz="2000">
                <a:ea typeface="宋体" panose="02010600030101010101" pitchFamily="2" charset="-122"/>
              </a:rPr>
              <a:t>11	    **		                  {RETURN (11, _ )}</a:t>
            </a:r>
          </a:p>
          <a:p>
            <a:pPr eaLnBrk="1" hangingPunct="1">
              <a:lnSpc>
                <a:spcPct val="80000"/>
              </a:lnSpc>
              <a:buFont typeface="Wingdings" pitchFamily="2" charset="2"/>
              <a:buNone/>
            </a:pPr>
            <a:r>
              <a:rPr kumimoji="1" lang="en-US" altLang="zh-CN" sz="2000">
                <a:ea typeface="宋体" panose="02010600030101010101" pitchFamily="2" charset="-122"/>
              </a:rPr>
              <a:t>12	    ,		                  {RETURN (12, _ )}</a:t>
            </a:r>
          </a:p>
          <a:p>
            <a:pPr eaLnBrk="1" hangingPunct="1">
              <a:lnSpc>
                <a:spcPct val="80000"/>
              </a:lnSpc>
              <a:buFont typeface="Wingdings" pitchFamily="2" charset="2"/>
              <a:buNone/>
            </a:pPr>
            <a:r>
              <a:rPr kumimoji="1" lang="en-US" altLang="zh-CN" sz="2000">
                <a:ea typeface="宋体" panose="02010600030101010101" pitchFamily="2" charset="-122"/>
              </a:rPr>
              <a:t>13	    (		                  {RETURN (13, _ )}</a:t>
            </a:r>
          </a:p>
          <a:p>
            <a:pPr eaLnBrk="1" hangingPunct="1">
              <a:lnSpc>
                <a:spcPct val="80000"/>
              </a:lnSpc>
              <a:buFont typeface="Wingdings" pitchFamily="2" charset="2"/>
              <a:buNone/>
            </a:pPr>
            <a:r>
              <a:rPr kumimoji="1" lang="en-US" altLang="zh-CN" sz="2000">
                <a:ea typeface="宋体" panose="02010600030101010101" pitchFamily="2" charset="-122"/>
              </a:rPr>
              <a:t>14	    ) 		                  {RETURN (14, _ )}</a:t>
            </a:r>
          </a:p>
        </p:txBody>
      </p:sp>
      <p:sp>
        <p:nvSpPr>
          <p:cNvPr id="854022" name="Rectangle 6">
            <a:extLst>
              <a:ext uri="{FF2B5EF4-FFF2-40B4-BE49-F238E27FC236}">
                <a16:creationId xmlns:a16="http://schemas.microsoft.com/office/drawing/2014/main" id="{C2199482-DF6E-2688-97D4-1FD6AE10E301}"/>
              </a:ext>
            </a:extLst>
          </p:cNvPr>
          <p:cNvSpPr>
            <a:spLocks noChangeArrowheads="1"/>
          </p:cNvSpPr>
          <p:nvPr/>
        </p:nvSpPr>
        <p:spPr bwMode="auto">
          <a:xfrm>
            <a:off x="755650" y="2276475"/>
            <a:ext cx="2663825" cy="4465638"/>
          </a:xfrm>
          <a:prstGeom prst="rect">
            <a:avLst/>
          </a:prstGeom>
          <a:solidFill>
            <a:srgbClr val="FF9900">
              <a:alpha val="20000"/>
            </a:srgbClr>
          </a:solidFill>
          <a:ln w="28575">
            <a:solidFill>
              <a:srgbClr val="FF0000"/>
            </a:solidFill>
            <a:miter lim="800000"/>
            <a:headEnd/>
            <a:tailEnd type="none" w="lg" len="lg"/>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54023" name="AutoShape 7">
            <a:extLst>
              <a:ext uri="{FF2B5EF4-FFF2-40B4-BE49-F238E27FC236}">
                <a16:creationId xmlns:a16="http://schemas.microsoft.com/office/drawing/2014/main" id="{F0161789-B776-36EE-02F5-CD8DB184E50A}"/>
              </a:ext>
            </a:extLst>
          </p:cNvPr>
          <p:cNvSpPr>
            <a:spLocks noChangeArrowheads="1"/>
          </p:cNvSpPr>
          <p:nvPr/>
        </p:nvSpPr>
        <p:spPr bwMode="auto">
          <a:xfrm>
            <a:off x="5508625" y="1341438"/>
            <a:ext cx="1439863" cy="574675"/>
          </a:xfrm>
          <a:prstGeom prst="wedgeRectCallout">
            <a:avLst>
              <a:gd name="adj1" fmla="val -195426"/>
              <a:gd name="adj2" fmla="val 127347"/>
            </a:avLst>
          </a:prstGeom>
          <a:solidFill>
            <a:srgbClr val="FFCC00"/>
          </a:solidFill>
          <a:ln w="12700">
            <a:solidFill>
              <a:schemeClr val="tx1"/>
            </a:solidFill>
            <a:miter lim="800000"/>
            <a:headEnd/>
            <a:tailEnd type="none" w="lg" len="lg"/>
          </a:ln>
        </p:spPr>
        <p:txBody>
          <a:bodyPr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zh-CN" altLang="en-GB" sz="2800">
                <a:ea typeface="黑体" panose="02010609060101010101" pitchFamily="49" charset="-122"/>
              </a:rPr>
              <a:t>正规式</a:t>
            </a:r>
            <a:endParaRPr lang="en-GB" altLang="zh-CN" sz="2800">
              <a:ea typeface="黑体" panose="02010609060101010101" pitchFamily="49" charset="-122"/>
            </a:endParaRPr>
          </a:p>
        </p:txBody>
      </p:sp>
      <p:sp>
        <p:nvSpPr>
          <p:cNvPr id="99333" name="灯片编号占位符 4">
            <a:extLst>
              <a:ext uri="{FF2B5EF4-FFF2-40B4-BE49-F238E27FC236}">
                <a16:creationId xmlns:a16="http://schemas.microsoft.com/office/drawing/2014/main" id="{29059571-7F8A-3C20-BE3D-26915A2195D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5EDE9E99-9F49-EE46-9078-5833B7E0ED40}"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86</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54022"/>
                                        </p:tgtEl>
                                        <p:attrNameLst>
                                          <p:attrName>style.visibility</p:attrName>
                                        </p:attrNameLst>
                                      </p:cBhvr>
                                      <p:to>
                                        <p:strVal val="visible"/>
                                      </p:to>
                                    </p:set>
                                    <p:animEffect transition="in" filter="dissolve">
                                      <p:cBhvr>
                                        <p:cTn id="7" dur="500"/>
                                        <p:tgtEl>
                                          <p:spTgt spid="854022"/>
                                        </p:tgtEl>
                                      </p:cBhvr>
                                    </p:animEffect>
                                  </p:childTnLst>
                                </p:cTn>
                              </p:par>
                              <p:par>
                                <p:cTn id="8" presetID="22" presetClass="entr" presetSubtype="8" fill="hold" nodeType="withEffect">
                                  <p:stCondLst>
                                    <p:cond delay="0"/>
                                  </p:stCondLst>
                                  <p:childTnLst>
                                    <p:set>
                                      <p:cBhvr>
                                        <p:cTn id="9" dur="1" fill="hold">
                                          <p:stCondLst>
                                            <p:cond delay="0"/>
                                          </p:stCondLst>
                                        </p:cTn>
                                        <p:tgtEl>
                                          <p:spTgt spid="854023"/>
                                        </p:tgtEl>
                                        <p:attrNameLst>
                                          <p:attrName>style.visibility</p:attrName>
                                        </p:attrNameLst>
                                      </p:cBhvr>
                                      <p:to>
                                        <p:strVal val="visible"/>
                                      </p:to>
                                    </p:set>
                                    <p:animEffect transition="in" filter="wipe(left)">
                                      <p:cBhvr>
                                        <p:cTn id="10" dur="500"/>
                                        <p:tgtEl>
                                          <p:spTgt spid="8540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4022" grpId="0" animBg="1"/>
      <p:bldP spid="854023"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511D0549-1570-6D9B-2010-7EAC3206BC1F}"/>
              </a:ext>
            </a:extLst>
          </p:cNvPr>
          <p:cNvSpPr>
            <a:spLocks noGrp="1" noChangeArrowheads="1"/>
          </p:cNvSpPr>
          <p:nvPr>
            <p:ph type="title"/>
          </p:nvPr>
        </p:nvSpPr>
        <p:spPr/>
        <p:txBody>
          <a:bodyPr/>
          <a:lstStyle/>
          <a:p>
            <a:pPr eaLnBrk="1" hangingPunct="1"/>
            <a:r>
              <a:rPr lang="en-US" altLang="zh-CN"/>
              <a:t>LEX </a:t>
            </a:r>
            <a:r>
              <a:rPr lang="zh-CN" altLang="en-US"/>
              <a:t>的实现</a:t>
            </a:r>
          </a:p>
        </p:txBody>
      </p:sp>
      <p:sp>
        <p:nvSpPr>
          <p:cNvPr id="869379" name="Rectangle 3">
            <a:extLst>
              <a:ext uri="{FF2B5EF4-FFF2-40B4-BE49-F238E27FC236}">
                <a16:creationId xmlns:a16="http://schemas.microsoft.com/office/drawing/2014/main" id="{8D183A40-FE26-1545-8FFB-26FC6EDE7911}"/>
              </a:ext>
            </a:extLst>
          </p:cNvPr>
          <p:cNvSpPr>
            <a:spLocks noGrp="1" noChangeArrowheads="1"/>
          </p:cNvSpPr>
          <p:nvPr>
            <p:ph type="body" idx="1"/>
          </p:nvPr>
        </p:nvSpPr>
        <p:spPr>
          <a:xfrm>
            <a:off x="457200" y="2349500"/>
            <a:ext cx="8229600" cy="3886200"/>
          </a:xfrm>
        </p:spPr>
        <p:txBody>
          <a:bodyPr/>
          <a:lstStyle/>
          <a:p>
            <a:pPr eaLnBrk="1" hangingPunct="1">
              <a:lnSpc>
                <a:spcPct val="90000"/>
              </a:lnSpc>
            </a:pPr>
            <a:r>
              <a:rPr kumimoji="1" lang="zh-CN" altLang="en-US" sz="2400">
                <a:ea typeface="宋体" panose="02010600030101010101" pitchFamily="2" charset="-122"/>
              </a:rPr>
              <a:t>方法</a:t>
            </a:r>
          </a:p>
          <a:p>
            <a:pPr lvl="1" eaLnBrk="1" hangingPunct="1">
              <a:lnSpc>
                <a:spcPct val="90000"/>
              </a:lnSpc>
            </a:pPr>
            <a:r>
              <a:rPr kumimoji="1" lang="zh-CN" altLang="en-US" sz="2000">
                <a:ea typeface="宋体" panose="02010600030101010101" pitchFamily="2" charset="-122"/>
              </a:rPr>
              <a:t>由</a:t>
            </a:r>
            <a:r>
              <a:rPr kumimoji="1" lang="en-US" altLang="zh-CN" sz="2000">
                <a:ea typeface="宋体" panose="02010600030101010101" pitchFamily="2" charset="-122"/>
              </a:rPr>
              <a:t>LEX </a:t>
            </a:r>
            <a:r>
              <a:rPr kumimoji="1" lang="zh-CN" altLang="en-US" sz="2000">
                <a:ea typeface="宋体" panose="02010600030101010101" pitchFamily="2" charset="-122"/>
              </a:rPr>
              <a:t>编译程序将 </a:t>
            </a:r>
            <a:r>
              <a:rPr kumimoji="1" lang="en-US" altLang="zh-CN" sz="2000">
                <a:ea typeface="宋体" panose="02010600030101010101" pitchFamily="2" charset="-122"/>
              </a:rPr>
              <a:t>LEX </a:t>
            </a:r>
            <a:r>
              <a:rPr kumimoji="1" lang="zh-CN" altLang="en-US" sz="2000">
                <a:ea typeface="宋体" panose="02010600030101010101" pitchFamily="2" charset="-122"/>
              </a:rPr>
              <a:t>源程序改造为一个词法分析器，即构造相应的 </a:t>
            </a:r>
            <a:r>
              <a:rPr kumimoji="1" lang="en-US" altLang="zh-CN" sz="2000">
                <a:ea typeface="宋体" panose="02010600030101010101" pitchFamily="2" charset="-122"/>
              </a:rPr>
              <a:t>DFA</a:t>
            </a:r>
          </a:p>
          <a:p>
            <a:pPr eaLnBrk="1" hangingPunct="1">
              <a:lnSpc>
                <a:spcPct val="90000"/>
              </a:lnSpc>
            </a:pPr>
            <a:r>
              <a:rPr kumimoji="1" lang="zh-CN" altLang="en-US" sz="2400">
                <a:ea typeface="宋体" panose="02010600030101010101" pitchFamily="2" charset="-122"/>
              </a:rPr>
              <a:t>步骤</a:t>
            </a:r>
          </a:p>
          <a:p>
            <a:pPr lvl="1" eaLnBrk="1" hangingPunct="1">
              <a:lnSpc>
                <a:spcPct val="90000"/>
              </a:lnSpc>
            </a:pPr>
            <a:r>
              <a:rPr kumimoji="1" lang="zh-CN" altLang="en-US" sz="2000">
                <a:ea typeface="宋体" panose="02010600030101010101" pitchFamily="2" charset="-122"/>
              </a:rPr>
              <a:t>对每条识别规则</a:t>
            </a:r>
            <a:r>
              <a:rPr kumimoji="1" lang="en-US" altLang="zh-CN" sz="2000">
                <a:ea typeface="宋体" panose="02010600030101010101" pitchFamily="2" charset="-122"/>
              </a:rPr>
              <a:t>P</a:t>
            </a:r>
            <a:r>
              <a:rPr kumimoji="1" lang="en-US" altLang="zh-CN" sz="2000" baseline="-25000">
                <a:ea typeface="宋体" panose="02010600030101010101" pitchFamily="2" charset="-122"/>
              </a:rPr>
              <a:t>i</a:t>
            </a:r>
            <a:r>
              <a:rPr kumimoji="1" lang="zh-CN" altLang="en-US" sz="2000">
                <a:ea typeface="宋体" panose="02010600030101010101" pitchFamily="2" charset="-122"/>
              </a:rPr>
              <a:t>构造一个相应的 </a:t>
            </a:r>
            <a:r>
              <a:rPr kumimoji="1" lang="en-US" altLang="zh-CN" sz="2000">
                <a:ea typeface="宋体" panose="02010600030101010101" pitchFamily="2" charset="-122"/>
              </a:rPr>
              <a:t>NFA M</a:t>
            </a:r>
            <a:r>
              <a:rPr kumimoji="1" lang="en-US" altLang="zh-CN" sz="2000" baseline="-25000">
                <a:ea typeface="宋体" panose="02010600030101010101" pitchFamily="2" charset="-122"/>
              </a:rPr>
              <a:t>i</a:t>
            </a:r>
          </a:p>
          <a:p>
            <a:pPr lvl="1" eaLnBrk="1" hangingPunct="1">
              <a:lnSpc>
                <a:spcPct val="90000"/>
              </a:lnSpc>
            </a:pPr>
            <a:r>
              <a:rPr kumimoji="1" lang="zh-CN" altLang="en-US" sz="2000">
                <a:ea typeface="宋体" panose="02010600030101010101" pitchFamily="2" charset="-122"/>
              </a:rPr>
              <a:t>引入一个新的初态</a:t>
            </a:r>
            <a:r>
              <a:rPr kumimoji="1" lang="en-US" altLang="zh-CN" sz="2000">
                <a:ea typeface="宋体" panose="02010600030101010101" pitchFamily="2" charset="-122"/>
              </a:rPr>
              <a:t>X, </a:t>
            </a:r>
            <a:r>
              <a:rPr kumimoji="1" lang="zh-CN" altLang="en-US" sz="2000">
                <a:ea typeface="宋体" panose="02010600030101010101" pitchFamily="2" charset="-122"/>
              </a:rPr>
              <a:t>连接成 </a:t>
            </a:r>
            <a:r>
              <a:rPr kumimoji="1" lang="en-US" altLang="zh-CN" sz="2000">
                <a:ea typeface="宋体" panose="02010600030101010101" pitchFamily="2" charset="-122"/>
              </a:rPr>
              <a:t>NFA M</a:t>
            </a:r>
          </a:p>
          <a:p>
            <a:pPr lvl="1" eaLnBrk="1" hangingPunct="1">
              <a:lnSpc>
                <a:spcPct val="90000"/>
              </a:lnSpc>
            </a:pPr>
            <a:r>
              <a:rPr kumimoji="1" lang="zh-CN" altLang="en-US" sz="2000">
                <a:ea typeface="宋体" panose="02010600030101010101" pitchFamily="2" charset="-122"/>
              </a:rPr>
              <a:t>用子集法将其确定化并化简</a:t>
            </a:r>
          </a:p>
          <a:p>
            <a:pPr lvl="1" eaLnBrk="1" hangingPunct="1">
              <a:lnSpc>
                <a:spcPct val="90000"/>
              </a:lnSpc>
            </a:pPr>
            <a:r>
              <a:rPr kumimoji="1" lang="zh-CN" altLang="en-US" sz="2000">
                <a:ea typeface="宋体" panose="02010600030101010101" pitchFamily="2" charset="-122"/>
              </a:rPr>
              <a:t>将 </a:t>
            </a:r>
            <a:r>
              <a:rPr kumimoji="1" lang="en-US" altLang="zh-CN" sz="2000">
                <a:ea typeface="宋体" panose="02010600030101010101" pitchFamily="2" charset="-122"/>
              </a:rPr>
              <a:t>DFA </a:t>
            </a:r>
            <a:r>
              <a:rPr kumimoji="1" lang="zh-CN" altLang="en-US" sz="2000">
                <a:ea typeface="宋体" panose="02010600030101010101" pitchFamily="2" charset="-122"/>
              </a:rPr>
              <a:t>转换为词法分析程序</a:t>
            </a:r>
          </a:p>
          <a:p>
            <a:pPr eaLnBrk="1" hangingPunct="1">
              <a:lnSpc>
                <a:spcPct val="90000"/>
              </a:lnSpc>
            </a:pPr>
            <a:r>
              <a:rPr kumimoji="1" lang="zh-CN" altLang="en-US" sz="2400">
                <a:ea typeface="宋体" panose="02010600030101010101" pitchFamily="2" charset="-122"/>
              </a:rPr>
              <a:t>注意</a:t>
            </a:r>
          </a:p>
          <a:p>
            <a:pPr lvl="1" eaLnBrk="1" hangingPunct="1">
              <a:lnSpc>
                <a:spcPct val="90000"/>
              </a:lnSpc>
            </a:pPr>
            <a:r>
              <a:rPr kumimoji="1" lang="zh-CN" altLang="en-US" sz="2000">
                <a:ea typeface="宋体" panose="02010600030101010101" pitchFamily="2" charset="-122"/>
              </a:rPr>
              <a:t>匹配最长子串</a:t>
            </a:r>
            <a:r>
              <a:rPr kumimoji="1" lang="en-US" altLang="zh-CN" sz="2000">
                <a:ea typeface="宋体" panose="02010600030101010101" pitchFamily="2" charset="-122"/>
              </a:rPr>
              <a:t>(</a:t>
            </a:r>
            <a:r>
              <a:rPr kumimoji="1" lang="zh-CN" altLang="en-US" sz="2000">
                <a:ea typeface="宋体" panose="02010600030101010101" pitchFamily="2" charset="-122"/>
              </a:rPr>
              <a:t>最长匹配原则</a:t>
            </a:r>
            <a:r>
              <a:rPr kumimoji="1" lang="en-US" altLang="zh-CN" sz="2000">
                <a:ea typeface="宋体" panose="02010600030101010101" pitchFamily="2" charset="-122"/>
              </a:rPr>
              <a:t>)</a:t>
            </a:r>
          </a:p>
          <a:p>
            <a:pPr lvl="1" eaLnBrk="1" hangingPunct="1">
              <a:lnSpc>
                <a:spcPct val="90000"/>
              </a:lnSpc>
            </a:pPr>
            <a:r>
              <a:rPr kumimoji="1" lang="zh-CN" altLang="en-US" sz="2000">
                <a:ea typeface="宋体" panose="02010600030101010101" pitchFamily="2" charset="-122"/>
              </a:rPr>
              <a:t>多个最长子串匹配</a:t>
            </a:r>
            <a:r>
              <a:rPr kumimoji="1" lang="en-US" altLang="zh-CN" sz="2000">
                <a:ea typeface="宋体" panose="02010600030101010101" pitchFamily="2" charset="-122"/>
              </a:rPr>
              <a:t>P</a:t>
            </a:r>
            <a:r>
              <a:rPr kumimoji="1" lang="en-US" altLang="zh-CN" sz="2000" baseline="-25000">
                <a:ea typeface="宋体" panose="02010600030101010101" pitchFamily="2" charset="-122"/>
              </a:rPr>
              <a:t>i</a:t>
            </a:r>
            <a:r>
              <a:rPr kumimoji="1" lang="en-US" altLang="zh-CN" sz="2000">
                <a:ea typeface="宋体" panose="02010600030101010101" pitchFamily="2" charset="-122"/>
              </a:rPr>
              <a:t>, </a:t>
            </a:r>
            <a:r>
              <a:rPr kumimoji="1" lang="zh-CN" altLang="en-US" sz="2000">
                <a:ea typeface="宋体" panose="02010600030101010101" pitchFamily="2" charset="-122"/>
              </a:rPr>
              <a:t>以前面的</a:t>
            </a:r>
            <a:r>
              <a:rPr kumimoji="1" lang="en-US" altLang="zh-CN" sz="2000">
                <a:ea typeface="宋体" panose="02010600030101010101" pitchFamily="2" charset="-122"/>
              </a:rPr>
              <a:t>P</a:t>
            </a:r>
            <a:r>
              <a:rPr kumimoji="1" lang="en-US" altLang="zh-CN" sz="2000" baseline="-25000">
                <a:ea typeface="宋体" panose="02010600030101010101" pitchFamily="2" charset="-122"/>
              </a:rPr>
              <a:t>i</a:t>
            </a:r>
            <a:r>
              <a:rPr kumimoji="1" lang="zh-CN" altLang="en-US" sz="2000">
                <a:ea typeface="宋体" panose="02010600030101010101" pitchFamily="2" charset="-122"/>
              </a:rPr>
              <a:t>为准</a:t>
            </a:r>
            <a:r>
              <a:rPr kumimoji="1" lang="en-US" altLang="zh-CN" sz="2000">
                <a:ea typeface="宋体" panose="02010600030101010101" pitchFamily="2" charset="-122"/>
              </a:rPr>
              <a:t>(</a:t>
            </a:r>
            <a:r>
              <a:rPr kumimoji="1" lang="zh-CN" altLang="en-US" sz="2000">
                <a:ea typeface="宋体" panose="02010600030101010101" pitchFamily="2" charset="-122"/>
              </a:rPr>
              <a:t>优先匹配原则</a:t>
            </a:r>
            <a:r>
              <a:rPr kumimoji="1" lang="en-US" altLang="zh-CN" sz="2000">
                <a:ea typeface="宋体" panose="02010600030101010101" pitchFamily="2" charset="-122"/>
              </a:rPr>
              <a:t>)</a:t>
            </a:r>
          </a:p>
        </p:txBody>
      </p:sp>
      <p:sp>
        <p:nvSpPr>
          <p:cNvPr id="869380" name="Oval 4">
            <a:extLst>
              <a:ext uri="{FF2B5EF4-FFF2-40B4-BE49-F238E27FC236}">
                <a16:creationId xmlns:a16="http://schemas.microsoft.com/office/drawing/2014/main" id="{B5CE4E01-E860-14C4-D17F-E6A438D66A46}"/>
              </a:ext>
            </a:extLst>
          </p:cNvPr>
          <p:cNvSpPr>
            <a:spLocks noChangeArrowheads="1"/>
          </p:cNvSpPr>
          <p:nvPr/>
        </p:nvSpPr>
        <p:spPr bwMode="auto">
          <a:xfrm>
            <a:off x="4735513" y="1149350"/>
            <a:ext cx="434975" cy="4318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b="0">
                <a:solidFill>
                  <a:schemeClr val="tx1"/>
                </a:solidFill>
                <a:ea typeface="宋体" panose="02010600030101010101" pitchFamily="2" charset="-122"/>
              </a:rPr>
              <a:t>X</a:t>
            </a:r>
          </a:p>
        </p:txBody>
      </p:sp>
      <p:sp>
        <p:nvSpPr>
          <p:cNvPr id="869381" name="Oval 5">
            <a:extLst>
              <a:ext uri="{FF2B5EF4-FFF2-40B4-BE49-F238E27FC236}">
                <a16:creationId xmlns:a16="http://schemas.microsoft.com/office/drawing/2014/main" id="{DD42A9A5-09A5-397A-2A99-CA987350BF69}"/>
              </a:ext>
            </a:extLst>
          </p:cNvPr>
          <p:cNvSpPr>
            <a:spLocks noChangeArrowheads="1"/>
          </p:cNvSpPr>
          <p:nvPr/>
        </p:nvSpPr>
        <p:spPr bwMode="auto">
          <a:xfrm>
            <a:off x="5773738" y="692150"/>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69382" name="Oval 6">
            <a:extLst>
              <a:ext uri="{FF2B5EF4-FFF2-40B4-BE49-F238E27FC236}">
                <a16:creationId xmlns:a16="http://schemas.microsoft.com/office/drawing/2014/main" id="{DF49B459-1BAB-3945-A74A-ABB8DE748B86}"/>
              </a:ext>
            </a:extLst>
          </p:cNvPr>
          <p:cNvSpPr>
            <a:spLocks noChangeArrowheads="1"/>
          </p:cNvSpPr>
          <p:nvPr/>
        </p:nvSpPr>
        <p:spPr bwMode="auto">
          <a:xfrm>
            <a:off x="5773738" y="1377950"/>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69383" name="Oval 7">
            <a:extLst>
              <a:ext uri="{FF2B5EF4-FFF2-40B4-BE49-F238E27FC236}">
                <a16:creationId xmlns:a16="http://schemas.microsoft.com/office/drawing/2014/main" id="{3166BABD-AB21-85DE-B2DD-F14D1D1DA538}"/>
              </a:ext>
            </a:extLst>
          </p:cNvPr>
          <p:cNvSpPr>
            <a:spLocks noChangeArrowheads="1"/>
          </p:cNvSpPr>
          <p:nvPr/>
        </p:nvSpPr>
        <p:spPr bwMode="auto">
          <a:xfrm>
            <a:off x="5773738" y="2139950"/>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69385" name="Rectangle 9">
            <a:extLst>
              <a:ext uri="{FF2B5EF4-FFF2-40B4-BE49-F238E27FC236}">
                <a16:creationId xmlns:a16="http://schemas.microsoft.com/office/drawing/2014/main" id="{60B31915-75FF-BD8A-B0F8-0B42CF43DBC7}"/>
              </a:ext>
            </a:extLst>
          </p:cNvPr>
          <p:cNvSpPr>
            <a:spLocks noChangeArrowheads="1"/>
          </p:cNvSpPr>
          <p:nvPr/>
        </p:nvSpPr>
        <p:spPr bwMode="auto">
          <a:xfrm>
            <a:off x="6535738" y="1377950"/>
            <a:ext cx="673100" cy="292100"/>
          </a:xfrm>
          <a:prstGeom prst="rect">
            <a:avLst/>
          </a:prstGeom>
          <a:solidFill>
            <a:schemeClr val="accent1"/>
          </a:solidFill>
          <a:ln w="12700">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ea typeface="宋体" panose="02010600030101010101" pitchFamily="2" charset="-122"/>
              </a:rPr>
              <a:t>M</a:t>
            </a:r>
            <a:r>
              <a:rPr lang="en-US" altLang="zh-CN" sz="1800" baseline="-25000">
                <a:solidFill>
                  <a:schemeClr val="tx1"/>
                </a:solidFill>
                <a:ea typeface="宋体" panose="02010600030101010101" pitchFamily="2" charset="-122"/>
              </a:rPr>
              <a:t>2</a:t>
            </a:r>
          </a:p>
        </p:txBody>
      </p:sp>
      <p:sp>
        <p:nvSpPr>
          <p:cNvPr id="869387" name="Oval 11">
            <a:extLst>
              <a:ext uri="{FF2B5EF4-FFF2-40B4-BE49-F238E27FC236}">
                <a16:creationId xmlns:a16="http://schemas.microsoft.com/office/drawing/2014/main" id="{30624261-5037-3F1A-9B03-98C94FEEC14C}"/>
              </a:ext>
            </a:extLst>
          </p:cNvPr>
          <p:cNvSpPr>
            <a:spLocks noChangeArrowheads="1"/>
          </p:cNvSpPr>
          <p:nvPr/>
        </p:nvSpPr>
        <p:spPr bwMode="auto">
          <a:xfrm>
            <a:off x="7981950" y="592138"/>
            <a:ext cx="468313" cy="492125"/>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ea typeface="宋体" panose="02010600030101010101" pitchFamily="2" charset="-122"/>
              </a:rPr>
              <a:t>P</a:t>
            </a:r>
            <a:r>
              <a:rPr lang="en-US" altLang="zh-CN" sz="1800" baseline="-25000">
                <a:solidFill>
                  <a:schemeClr val="tx1"/>
                </a:solidFill>
                <a:ea typeface="宋体" panose="02010600030101010101" pitchFamily="2" charset="-122"/>
              </a:rPr>
              <a:t>1</a:t>
            </a:r>
          </a:p>
        </p:txBody>
      </p:sp>
      <p:sp>
        <p:nvSpPr>
          <p:cNvPr id="869390" name="Line 14">
            <a:extLst>
              <a:ext uri="{FF2B5EF4-FFF2-40B4-BE49-F238E27FC236}">
                <a16:creationId xmlns:a16="http://schemas.microsoft.com/office/drawing/2014/main" id="{A7E84C27-3E52-94B9-A1F8-74F03B6B2583}"/>
              </a:ext>
            </a:extLst>
          </p:cNvPr>
          <p:cNvSpPr>
            <a:spLocks noChangeShapeType="1"/>
          </p:cNvSpPr>
          <p:nvPr/>
        </p:nvSpPr>
        <p:spPr bwMode="auto">
          <a:xfrm>
            <a:off x="6072188" y="838200"/>
            <a:ext cx="4572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9391" name="Line 15">
            <a:extLst>
              <a:ext uri="{FF2B5EF4-FFF2-40B4-BE49-F238E27FC236}">
                <a16:creationId xmlns:a16="http://schemas.microsoft.com/office/drawing/2014/main" id="{959F50CF-22F9-47D6-A413-26EF3A915E3E}"/>
              </a:ext>
            </a:extLst>
          </p:cNvPr>
          <p:cNvSpPr>
            <a:spLocks noChangeShapeType="1"/>
          </p:cNvSpPr>
          <p:nvPr/>
        </p:nvSpPr>
        <p:spPr bwMode="auto">
          <a:xfrm flipV="1">
            <a:off x="7215188" y="836613"/>
            <a:ext cx="741362" cy="1587"/>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9392" name="Line 16">
            <a:extLst>
              <a:ext uri="{FF2B5EF4-FFF2-40B4-BE49-F238E27FC236}">
                <a16:creationId xmlns:a16="http://schemas.microsoft.com/office/drawing/2014/main" id="{124E1373-AFA4-B6D7-804C-4697C7525FF7}"/>
              </a:ext>
            </a:extLst>
          </p:cNvPr>
          <p:cNvSpPr>
            <a:spLocks noChangeShapeType="1"/>
          </p:cNvSpPr>
          <p:nvPr/>
        </p:nvSpPr>
        <p:spPr bwMode="auto">
          <a:xfrm>
            <a:off x="6072188" y="1524000"/>
            <a:ext cx="4572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9393" name="Line 17">
            <a:extLst>
              <a:ext uri="{FF2B5EF4-FFF2-40B4-BE49-F238E27FC236}">
                <a16:creationId xmlns:a16="http://schemas.microsoft.com/office/drawing/2014/main" id="{A05630D1-080C-E63F-D6B8-B377AF0D8E5B}"/>
              </a:ext>
            </a:extLst>
          </p:cNvPr>
          <p:cNvSpPr>
            <a:spLocks noChangeShapeType="1"/>
          </p:cNvSpPr>
          <p:nvPr/>
        </p:nvSpPr>
        <p:spPr bwMode="auto">
          <a:xfrm>
            <a:off x="7215188" y="1524000"/>
            <a:ext cx="7620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9394" name="Line 18">
            <a:extLst>
              <a:ext uri="{FF2B5EF4-FFF2-40B4-BE49-F238E27FC236}">
                <a16:creationId xmlns:a16="http://schemas.microsoft.com/office/drawing/2014/main" id="{66DE5D39-8101-4A21-6832-B45319A14262}"/>
              </a:ext>
            </a:extLst>
          </p:cNvPr>
          <p:cNvSpPr>
            <a:spLocks noChangeShapeType="1"/>
          </p:cNvSpPr>
          <p:nvPr/>
        </p:nvSpPr>
        <p:spPr bwMode="auto">
          <a:xfrm>
            <a:off x="6072188" y="2286000"/>
            <a:ext cx="4572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9395" name="Line 19">
            <a:extLst>
              <a:ext uri="{FF2B5EF4-FFF2-40B4-BE49-F238E27FC236}">
                <a16:creationId xmlns:a16="http://schemas.microsoft.com/office/drawing/2014/main" id="{A7003295-0655-12BD-FC85-A1D7704A9384}"/>
              </a:ext>
            </a:extLst>
          </p:cNvPr>
          <p:cNvSpPr>
            <a:spLocks noChangeShapeType="1"/>
          </p:cNvSpPr>
          <p:nvPr/>
        </p:nvSpPr>
        <p:spPr bwMode="auto">
          <a:xfrm>
            <a:off x="7215188" y="2286000"/>
            <a:ext cx="7620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9396" name="Line 20">
            <a:extLst>
              <a:ext uri="{FF2B5EF4-FFF2-40B4-BE49-F238E27FC236}">
                <a16:creationId xmlns:a16="http://schemas.microsoft.com/office/drawing/2014/main" id="{BA81AF8F-830C-BD8B-C158-210611E06F23}"/>
              </a:ext>
            </a:extLst>
          </p:cNvPr>
          <p:cNvSpPr>
            <a:spLocks noChangeShapeType="1"/>
          </p:cNvSpPr>
          <p:nvPr/>
        </p:nvSpPr>
        <p:spPr bwMode="auto">
          <a:xfrm flipV="1">
            <a:off x="5157788" y="838200"/>
            <a:ext cx="609600" cy="4572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9397" name="Line 21">
            <a:extLst>
              <a:ext uri="{FF2B5EF4-FFF2-40B4-BE49-F238E27FC236}">
                <a16:creationId xmlns:a16="http://schemas.microsoft.com/office/drawing/2014/main" id="{5384A1ED-EE59-BA6F-1DEB-19B15DC6DE40}"/>
              </a:ext>
            </a:extLst>
          </p:cNvPr>
          <p:cNvSpPr>
            <a:spLocks noChangeShapeType="1"/>
          </p:cNvSpPr>
          <p:nvPr/>
        </p:nvSpPr>
        <p:spPr bwMode="auto">
          <a:xfrm>
            <a:off x="5157788" y="1371600"/>
            <a:ext cx="609600" cy="1524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9398" name="Line 22">
            <a:extLst>
              <a:ext uri="{FF2B5EF4-FFF2-40B4-BE49-F238E27FC236}">
                <a16:creationId xmlns:a16="http://schemas.microsoft.com/office/drawing/2014/main" id="{D1E276A8-67D2-240D-85FE-7835CF94639A}"/>
              </a:ext>
            </a:extLst>
          </p:cNvPr>
          <p:cNvSpPr>
            <a:spLocks noChangeShapeType="1"/>
          </p:cNvSpPr>
          <p:nvPr/>
        </p:nvSpPr>
        <p:spPr bwMode="auto">
          <a:xfrm>
            <a:off x="5157788" y="1447800"/>
            <a:ext cx="609600" cy="8382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9406" name="Rectangle 30">
            <a:extLst>
              <a:ext uri="{FF2B5EF4-FFF2-40B4-BE49-F238E27FC236}">
                <a16:creationId xmlns:a16="http://schemas.microsoft.com/office/drawing/2014/main" id="{9D208B7D-2B6F-C732-A199-03CB8967D5AA}"/>
              </a:ext>
            </a:extLst>
          </p:cNvPr>
          <p:cNvSpPr>
            <a:spLocks noChangeArrowheads="1"/>
          </p:cNvSpPr>
          <p:nvPr/>
        </p:nvSpPr>
        <p:spPr bwMode="auto">
          <a:xfrm>
            <a:off x="5651500" y="1663700"/>
            <a:ext cx="69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2000">
                <a:solidFill>
                  <a:schemeClr val="tx2"/>
                </a:solidFill>
                <a:latin typeface="Times New Roman" panose="02020603050405020304" pitchFamily="18" charset="0"/>
                <a:ea typeface="宋体" panose="02010600030101010101" pitchFamily="2" charset="-122"/>
              </a:rPr>
              <a:t>   . . .</a:t>
            </a:r>
          </a:p>
        </p:txBody>
      </p:sp>
      <p:sp>
        <p:nvSpPr>
          <p:cNvPr id="869407" name="Rectangle 31">
            <a:extLst>
              <a:ext uri="{FF2B5EF4-FFF2-40B4-BE49-F238E27FC236}">
                <a16:creationId xmlns:a16="http://schemas.microsoft.com/office/drawing/2014/main" id="{374FC5CF-D0D6-5183-AD34-969E5B94F2AA}"/>
              </a:ext>
            </a:extLst>
          </p:cNvPr>
          <p:cNvSpPr>
            <a:spLocks noChangeArrowheads="1"/>
          </p:cNvSpPr>
          <p:nvPr/>
        </p:nvSpPr>
        <p:spPr bwMode="auto">
          <a:xfrm>
            <a:off x="5383213" y="1693863"/>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latin typeface="Times New Roman" panose="02020603050405020304" pitchFamily="18" charset="0"/>
                <a:ea typeface="宋体" panose="02010600030101010101" pitchFamily="2" charset="-122"/>
              </a:rPr>
              <a:t>ε</a:t>
            </a:r>
          </a:p>
        </p:txBody>
      </p:sp>
      <p:sp>
        <p:nvSpPr>
          <p:cNvPr id="869408" name="Rectangle 32">
            <a:extLst>
              <a:ext uri="{FF2B5EF4-FFF2-40B4-BE49-F238E27FC236}">
                <a16:creationId xmlns:a16="http://schemas.microsoft.com/office/drawing/2014/main" id="{A6971327-8ACE-D955-1A5E-888AED15E96C}"/>
              </a:ext>
            </a:extLst>
          </p:cNvPr>
          <p:cNvSpPr>
            <a:spLocks noChangeArrowheads="1"/>
          </p:cNvSpPr>
          <p:nvPr/>
        </p:nvSpPr>
        <p:spPr bwMode="auto">
          <a:xfrm>
            <a:off x="6516688" y="688975"/>
            <a:ext cx="673100" cy="292100"/>
          </a:xfrm>
          <a:prstGeom prst="rect">
            <a:avLst/>
          </a:prstGeom>
          <a:solidFill>
            <a:schemeClr val="accent1"/>
          </a:solidFill>
          <a:ln w="12700">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ea typeface="宋体" panose="02010600030101010101" pitchFamily="2" charset="-122"/>
              </a:rPr>
              <a:t>M</a:t>
            </a:r>
            <a:r>
              <a:rPr lang="en-US" altLang="zh-CN" sz="1800" baseline="-25000">
                <a:solidFill>
                  <a:schemeClr val="tx1"/>
                </a:solidFill>
                <a:ea typeface="宋体" panose="02010600030101010101" pitchFamily="2" charset="-122"/>
              </a:rPr>
              <a:t>1</a:t>
            </a:r>
          </a:p>
        </p:txBody>
      </p:sp>
      <p:sp>
        <p:nvSpPr>
          <p:cNvPr id="869409" name="Rectangle 33">
            <a:extLst>
              <a:ext uri="{FF2B5EF4-FFF2-40B4-BE49-F238E27FC236}">
                <a16:creationId xmlns:a16="http://schemas.microsoft.com/office/drawing/2014/main" id="{4B1BD56E-51CB-42B0-E1B0-8E9010F4A715}"/>
              </a:ext>
            </a:extLst>
          </p:cNvPr>
          <p:cNvSpPr>
            <a:spLocks noChangeArrowheads="1"/>
          </p:cNvSpPr>
          <p:nvPr/>
        </p:nvSpPr>
        <p:spPr bwMode="auto">
          <a:xfrm>
            <a:off x="6516688" y="2133600"/>
            <a:ext cx="673100" cy="292100"/>
          </a:xfrm>
          <a:prstGeom prst="rect">
            <a:avLst/>
          </a:prstGeom>
          <a:solidFill>
            <a:schemeClr val="accent1"/>
          </a:solidFill>
          <a:ln w="12700">
            <a:solidFill>
              <a:schemeClr val="tx1"/>
            </a:solidFill>
            <a:miter lim="800000"/>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ea typeface="宋体" panose="02010600030101010101" pitchFamily="2" charset="-122"/>
              </a:rPr>
              <a:t>M</a:t>
            </a:r>
            <a:r>
              <a:rPr lang="en-US" altLang="zh-CN" sz="1800" baseline="-25000">
                <a:solidFill>
                  <a:schemeClr val="tx1"/>
                </a:solidFill>
                <a:ea typeface="宋体" panose="02010600030101010101" pitchFamily="2" charset="-122"/>
              </a:rPr>
              <a:t>n</a:t>
            </a:r>
          </a:p>
        </p:txBody>
      </p:sp>
      <p:sp>
        <p:nvSpPr>
          <p:cNvPr id="869410" name="Rectangle 34">
            <a:extLst>
              <a:ext uri="{FF2B5EF4-FFF2-40B4-BE49-F238E27FC236}">
                <a16:creationId xmlns:a16="http://schemas.microsoft.com/office/drawing/2014/main" id="{E6CD1E9A-5739-F0DC-CA2D-707B820C2ECC}"/>
              </a:ext>
            </a:extLst>
          </p:cNvPr>
          <p:cNvSpPr>
            <a:spLocks noChangeArrowheads="1"/>
          </p:cNvSpPr>
          <p:nvPr/>
        </p:nvSpPr>
        <p:spPr bwMode="auto">
          <a:xfrm>
            <a:off x="5364163" y="1196975"/>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latin typeface="Times New Roman" panose="02020603050405020304" pitchFamily="18" charset="0"/>
                <a:ea typeface="宋体" panose="02010600030101010101" pitchFamily="2" charset="-122"/>
              </a:rPr>
              <a:t>ε</a:t>
            </a:r>
          </a:p>
        </p:txBody>
      </p:sp>
      <p:sp>
        <p:nvSpPr>
          <p:cNvPr id="869411" name="Rectangle 35">
            <a:extLst>
              <a:ext uri="{FF2B5EF4-FFF2-40B4-BE49-F238E27FC236}">
                <a16:creationId xmlns:a16="http://schemas.microsoft.com/office/drawing/2014/main" id="{E83A5F27-F60E-9F19-FDFC-FD632BB38B99}"/>
              </a:ext>
            </a:extLst>
          </p:cNvPr>
          <p:cNvSpPr>
            <a:spLocks noChangeArrowheads="1"/>
          </p:cNvSpPr>
          <p:nvPr/>
        </p:nvSpPr>
        <p:spPr bwMode="auto">
          <a:xfrm>
            <a:off x="5383213" y="685800"/>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latin typeface="Times New Roman" panose="02020603050405020304" pitchFamily="18" charset="0"/>
                <a:ea typeface="宋体" panose="02010600030101010101" pitchFamily="2" charset="-122"/>
              </a:rPr>
              <a:t>ε</a:t>
            </a:r>
          </a:p>
        </p:txBody>
      </p:sp>
      <p:sp>
        <p:nvSpPr>
          <p:cNvPr id="869412" name="Oval 36">
            <a:extLst>
              <a:ext uri="{FF2B5EF4-FFF2-40B4-BE49-F238E27FC236}">
                <a16:creationId xmlns:a16="http://schemas.microsoft.com/office/drawing/2014/main" id="{546B2B7D-7457-A20B-B908-AE48447AA2A8}"/>
              </a:ext>
            </a:extLst>
          </p:cNvPr>
          <p:cNvSpPr>
            <a:spLocks noChangeArrowheads="1"/>
          </p:cNvSpPr>
          <p:nvPr/>
        </p:nvSpPr>
        <p:spPr bwMode="auto">
          <a:xfrm>
            <a:off x="7981950" y="1262063"/>
            <a:ext cx="468313" cy="492125"/>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ea typeface="宋体" panose="02010600030101010101" pitchFamily="2" charset="-122"/>
              </a:rPr>
              <a:t>P</a:t>
            </a:r>
            <a:r>
              <a:rPr lang="en-US" altLang="zh-CN" sz="1800" baseline="-25000">
                <a:solidFill>
                  <a:schemeClr val="tx1"/>
                </a:solidFill>
                <a:ea typeface="宋体" panose="02010600030101010101" pitchFamily="2" charset="-122"/>
              </a:rPr>
              <a:t>2</a:t>
            </a:r>
          </a:p>
        </p:txBody>
      </p:sp>
      <p:sp>
        <p:nvSpPr>
          <p:cNvPr id="869413" name="Oval 37">
            <a:extLst>
              <a:ext uri="{FF2B5EF4-FFF2-40B4-BE49-F238E27FC236}">
                <a16:creationId xmlns:a16="http://schemas.microsoft.com/office/drawing/2014/main" id="{0AEDDD2B-F219-C55C-299E-E7D2C5B8CB45}"/>
              </a:ext>
            </a:extLst>
          </p:cNvPr>
          <p:cNvSpPr>
            <a:spLocks noChangeArrowheads="1"/>
          </p:cNvSpPr>
          <p:nvPr/>
        </p:nvSpPr>
        <p:spPr bwMode="auto">
          <a:xfrm>
            <a:off x="7981950" y="2038350"/>
            <a:ext cx="468313" cy="492125"/>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r>
              <a:rPr lang="en-US" altLang="zh-CN" sz="1800">
                <a:solidFill>
                  <a:schemeClr val="tx1"/>
                </a:solidFill>
                <a:ea typeface="宋体" panose="02010600030101010101" pitchFamily="2" charset="-122"/>
              </a:rPr>
              <a:t>P</a:t>
            </a:r>
            <a:r>
              <a:rPr lang="en-US" altLang="zh-CN" sz="1800" baseline="-25000">
                <a:solidFill>
                  <a:schemeClr val="tx1"/>
                </a:solidFill>
                <a:ea typeface="宋体" panose="02010600030101010101" pitchFamily="2" charset="-122"/>
              </a:rPr>
              <a:t>n</a:t>
            </a:r>
          </a:p>
        </p:txBody>
      </p:sp>
      <p:sp>
        <p:nvSpPr>
          <p:cNvPr id="100379" name="灯片编号占位符 26">
            <a:extLst>
              <a:ext uri="{FF2B5EF4-FFF2-40B4-BE49-F238E27FC236}">
                <a16:creationId xmlns:a16="http://schemas.microsoft.com/office/drawing/2014/main" id="{BB384AEE-8496-1734-0EA9-8F49B49EA0B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EDCAC4B9-A9CE-C343-A200-E8450C8C0627}"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87</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69379">
                                            <p:txEl>
                                              <p:pRg st="0" end="0"/>
                                            </p:txEl>
                                          </p:spTgt>
                                        </p:tgtEl>
                                        <p:attrNameLst>
                                          <p:attrName>style.visibility</p:attrName>
                                        </p:attrNameLst>
                                      </p:cBhvr>
                                      <p:to>
                                        <p:strVal val="visible"/>
                                      </p:to>
                                    </p:set>
                                    <p:animEffect transition="in" filter="wipe(left)">
                                      <p:cBhvr>
                                        <p:cTn id="7" dur="500"/>
                                        <p:tgtEl>
                                          <p:spTgt spid="869379">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869379">
                                            <p:txEl>
                                              <p:pRg st="1" end="1"/>
                                            </p:txEl>
                                          </p:spTgt>
                                        </p:tgtEl>
                                        <p:attrNameLst>
                                          <p:attrName>style.visibility</p:attrName>
                                        </p:attrNameLst>
                                      </p:cBhvr>
                                      <p:to>
                                        <p:strVal val="visible"/>
                                      </p:to>
                                    </p:set>
                                    <p:animEffect transition="in" filter="wipe(left)">
                                      <p:cBhvr>
                                        <p:cTn id="10" dur="500"/>
                                        <p:tgtEl>
                                          <p:spTgt spid="869379">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869379">
                                            <p:txEl>
                                              <p:pRg st="2" end="2"/>
                                            </p:txEl>
                                          </p:spTgt>
                                        </p:tgtEl>
                                        <p:attrNameLst>
                                          <p:attrName>style.visibility</p:attrName>
                                        </p:attrNameLst>
                                      </p:cBhvr>
                                      <p:to>
                                        <p:strVal val="visible"/>
                                      </p:to>
                                    </p:set>
                                    <p:animEffect transition="in" filter="wipe(left)">
                                      <p:cBhvr>
                                        <p:cTn id="15" dur="500"/>
                                        <p:tgtEl>
                                          <p:spTgt spid="869379">
                                            <p:txEl>
                                              <p:pRg st="2" end="2"/>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869379">
                                            <p:txEl>
                                              <p:pRg st="3" end="3"/>
                                            </p:txEl>
                                          </p:spTgt>
                                        </p:tgtEl>
                                        <p:attrNameLst>
                                          <p:attrName>style.visibility</p:attrName>
                                        </p:attrNameLst>
                                      </p:cBhvr>
                                      <p:to>
                                        <p:strVal val="visible"/>
                                      </p:to>
                                    </p:set>
                                    <p:animEffect transition="in" filter="wipe(left)">
                                      <p:cBhvr>
                                        <p:cTn id="18" dur="500"/>
                                        <p:tgtEl>
                                          <p:spTgt spid="869379">
                                            <p:txEl>
                                              <p:pRg st="3" end="3"/>
                                            </p:txEl>
                                          </p:spTgt>
                                        </p:tgtEl>
                                      </p:cBhvr>
                                    </p:animEffect>
                                  </p:childTnLst>
                                </p:cTn>
                              </p:par>
                            </p:childTnLst>
                          </p:cTn>
                        </p:par>
                        <p:par>
                          <p:cTn id="19" fill="hold" nodeType="afterGroup">
                            <p:stCondLst>
                              <p:cond delay="500"/>
                            </p:stCondLst>
                            <p:childTnLst>
                              <p:par>
                                <p:cTn id="20" presetID="3" presetClass="entr" presetSubtype="10" fill="hold" nodeType="afterEffect">
                                  <p:stCondLst>
                                    <p:cond delay="0"/>
                                  </p:stCondLst>
                                  <p:childTnLst>
                                    <p:set>
                                      <p:cBhvr>
                                        <p:cTn id="21" dur="1" fill="hold">
                                          <p:stCondLst>
                                            <p:cond delay="0"/>
                                          </p:stCondLst>
                                        </p:cTn>
                                        <p:tgtEl>
                                          <p:spTgt spid="869381"/>
                                        </p:tgtEl>
                                        <p:attrNameLst>
                                          <p:attrName>style.visibility</p:attrName>
                                        </p:attrNameLst>
                                      </p:cBhvr>
                                      <p:to>
                                        <p:strVal val="visible"/>
                                      </p:to>
                                    </p:set>
                                    <p:animEffect transition="in" filter="blinds(horizontal)">
                                      <p:cBhvr>
                                        <p:cTn id="22" dur="500"/>
                                        <p:tgtEl>
                                          <p:spTgt spid="869381"/>
                                        </p:tgtEl>
                                      </p:cBhvr>
                                    </p:animEffect>
                                  </p:childTnLst>
                                </p:cTn>
                              </p:par>
                              <p:par>
                                <p:cTn id="23" presetID="3" presetClass="entr" presetSubtype="10" fill="hold" nodeType="withEffect">
                                  <p:stCondLst>
                                    <p:cond delay="0"/>
                                  </p:stCondLst>
                                  <p:childTnLst>
                                    <p:set>
                                      <p:cBhvr>
                                        <p:cTn id="24" dur="1" fill="hold">
                                          <p:stCondLst>
                                            <p:cond delay="0"/>
                                          </p:stCondLst>
                                        </p:cTn>
                                        <p:tgtEl>
                                          <p:spTgt spid="869387"/>
                                        </p:tgtEl>
                                        <p:attrNameLst>
                                          <p:attrName>style.visibility</p:attrName>
                                        </p:attrNameLst>
                                      </p:cBhvr>
                                      <p:to>
                                        <p:strVal val="visible"/>
                                      </p:to>
                                    </p:set>
                                    <p:animEffect transition="in" filter="blinds(horizontal)">
                                      <p:cBhvr>
                                        <p:cTn id="25" dur="500"/>
                                        <p:tgtEl>
                                          <p:spTgt spid="869387"/>
                                        </p:tgtEl>
                                      </p:cBhvr>
                                    </p:animEffect>
                                  </p:childTnLst>
                                </p:cTn>
                              </p:par>
                              <p:par>
                                <p:cTn id="26" presetID="3" presetClass="entr" presetSubtype="10" fill="hold" nodeType="withEffect">
                                  <p:stCondLst>
                                    <p:cond delay="0"/>
                                  </p:stCondLst>
                                  <p:childTnLst>
                                    <p:set>
                                      <p:cBhvr>
                                        <p:cTn id="27" dur="1" fill="hold">
                                          <p:stCondLst>
                                            <p:cond delay="0"/>
                                          </p:stCondLst>
                                        </p:cTn>
                                        <p:tgtEl>
                                          <p:spTgt spid="869390"/>
                                        </p:tgtEl>
                                        <p:attrNameLst>
                                          <p:attrName>style.visibility</p:attrName>
                                        </p:attrNameLst>
                                      </p:cBhvr>
                                      <p:to>
                                        <p:strVal val="visible"/>
                                      </p:to>
                                    </p:set>
                                    <p:animEffect transition="in" filter="blinds(horizontal)">
                                      <p:cBhvr>
                                        <p:cTn id="28" dur="500"/>
                                        <p:tgtEl>
                                          <p:spTgt spid="869390"/>
                                        </p:tgtEl>
                                      </p:cBhvr>
                                    </p:animEffect>
                                  </p:childTnLst>
                                </p:cTn>
                              </p:par>
                              <p:par>
                                <p:cTn id="29" presetID="3" presetClass="entr" presetSubtype="10" fill="hold" nodeType="withEffect">
                                  <p:stCondLst>
                                    <p:cond delay="0"/>
                                  </p:stCondLst>
                                  <p:childTnLst>
                                    <p:set>
                                      <p:cBhvr>
                                        <p:cTn id="30" dur="1" fill="hold">
                                          <p:stCondLst>
                                            <p:cond delay="0"/>
                                          </p:stCondLst>
                                        </p:cTn>
                                        <p:tgtEl>
                                          <p:spTgt spid="869391"/>
                                        </p:tgtEl>
                                        <p:attrNameLst>
                                          <p:attrName>style.visibility</p:attrName>
                                        </p:attrNameLst>
                                      </p:cBhvr>
                                      <p:to>
                                        <p:strVal val="visible"/>
                                      </p:to>
                                    </p:set>
                                    <p:animEffect transition="in" filter="blinds(horizontal)">
                                      <p:cBhvr>
                                        <p:cTn id="31" dur="500"/>
                                        <p:tgtEl>
                                          <p:spTgt spid="869391"/>
                                        </p:tgtEl>
                                      </p:cBhvr>
                                    </p:animEffect>
                                  </p:childTnLst>
                                </p:cTn>
                              </p:par>
                              <p:par>
                                <p:cTn id="32" presetID="3" presetClass="entr" presetSubtype="10" fill="hold" nodeType="withEffect">
                                  <p:stCondLst>
                                    <p:cond delay="0"/>
                                  </p:stCondLst>
                                  <p:childTnLst>
                                    <p:set>
                                      <p:cBhvr>
                                        <p:cTn id="33" dur="1" fill="hold">
                                          <p:stCondLst>
                                            <p:cond delay="0"/>
                                          </p:stCondLst>
                                        </p:cTn>
                                        <p:tgtEl>
                                          <p:spTgt spid="869408"/>
                                        </p:tgtEl>
                                        <p:attrNameLst>
                                          <p:attrName>style.visibility</p:attrName>
                                        </p:attrNameLst>
                                      </p:cBhvr>
                                      <p:to>
                                        <p:strVal val="visible"/>
                                      </p:to>
                                    </p:set>
                                    <p:animEffect transition="in" filter="blinds(horizontal)">
                                      <p:cBhvr>
                                        <p:cTn id="34" dur="500"/>
                                        <p:tgtEl>
                                          <p:spTgt spid="869408"/>
                                        </p:tgtEl>
                                      </p:cBhvr>
                                    </p:animEffect>
                                  </p:childTnLst>
                                </p:cTn>
                              </p:par>
                            </p:childTnLst>
                          </p:cTn>
                        </p:par>
                        <p:par>
                          <p:cTn id="35" fill="hold" nodeType="afterGroup">
                            <p:stCondLst>
                              <p:cond delay="1000"/>
                            </p:stCondLst>
                            <p:childTnLst>
                              <p:par>
                                <p:cTn id="36" presetID="3" presetClass="entr" presetSubtype="10" fill="hold" nodeType="afterEffect">
                                  <p:stCondLst>
                                    <p:cond delay="0"/>
                                  </p:stCondLst>
                                  <p:childTnLst>
                                    <p:set>
                                      <p:cBhvr>
                                        <p:cTn id="37" dur="1" fill="hold">
                                          <p:stCondLst>
                                            <p:cond delay="0"/>
                                          </p:stCondLst>
                                        </p:cTn>
                                        <p:tgtEl>
                                          <p:spTgt spid="869382"/>
                                        </p:tgtEl>
                                        <p:attrNameLst>
                                          <p:attrName>style.visibility</p:attrName>
                                        </p:attrNameLst>
                                      </p:cBhvr>
                                      <p:to>
                                        <p:strVal val="visible"/>
                                      </p:to>
                                    </p:set>
                                    <p:animEffect transition="in" filter="blinds(horizontal)">
                                      <p:cBhvr>
                                        <p:cTn id="38" dur="500"/>
                                        <p:tgtEl>
                                          <p:spTgt spid="869382"/>
                                        </p:tgtEl>
                                      </p:cBhvr>
                                    </p:animEffect>
                                  </p:childTnLst>
                                </p:cTn>
                              </p:par>
                              <p:par>
                                <p:cTn id="39" presetID="3" presetClass="entr" presetSubtype="10" fill="hold" nodeType="withEffect">
                                  <p:stCondLst>
                                    <p:cond delay="0"/>
                                  </p:stCondLst>
                                  <p:childTnLst>
                                    <p:set>
                                      <p:cBhvr>
                                        <p:cTn id="40" dur="1" fill="hold">
                                          <p:stCondLst>
                                            <p:cond delay="0"/>
                                          </p:stCondLst>
                                        </p:cTn>
                                        <p:tgtEl>
                                          <p:spTgt spid="869385"/>
                                        </p:tgtEl>
                                        <p:attrNameLst>
                                          <p:attrName>style.visibility</p:attrName>
                                        </p:attrNameLst>
                                      </p:cBhvr>
                                      <p:to>
                                        <p:strVal val="visible"/>
                                      </p:to>
                                    </p:set>
                                    <p:animEffect transition="in" filter="blinds(horizontal)">
                                      <p:cBhvr>
                                        <p:cTn id="41" dur="500"/>
                                        <p:tgtEl>
                                          <p:spTgt spid="869385"/>
                                        </p:tgtEl>
                                      </p:cBhvr>
                                    </p:animEffect>
                                  </p:childTnLst>
                                </p:cTn>
                              </p:par>
                              <p:par>
                                <p:cTn id="42" presetID="3" presetClass="entr" presetSubtype="10" fill="hold" nodeType="withEffect">
                                  <p:stCondLst>
                                    <p:cond delay="0"/>
                                  </p:stCondLst>
                                  <p:childTnLst>
                                    <p:set>
                                      <p:cBhvr>
                                        <p:cTn id="43" dur="1" fill="hold">
                                          <p:stCondLst>
                                            <p:cond delay="0"/>
                                          </p:stCondLst>
                                        </p:cTn>
                                        <p:tgtEl>
                                          <p:spTgt spid="869392"/>
                                        </p:tgtEl>
                                        <p:attrNameLst>
                                          <p:attrName>style.visibility</p:attrName>
                                        </p:attrNameLst>
                                      </p:cBhvr>
                                      <p:to>
                                        <p:strVal val="visible"/>
                                      </p:to>
                                    </p:set>
                                    <p:animEffect transition="in" filter="blinds(horizontal)">
                                      <p:cBhvr>
                                        <p:cTn id="44" dur="500"/>
                                        <p:tgtEl>
                                          <p:spTgt spid="869392"/>
                                        </p:tgtEl>
                                      </p:cBhvr>
                                    </p:animEffect>
                                  </p:childTnLst>
                                </p:cTn>
                              </p:par>
                              <p:par>
                                <p:cTn id="45" presetID="3" presetClass="entr" presetSubtype="10" fill="hold" nodeType="withEffect">
                                  <p:stCondLst>
                                    <p:cond delay="0"/>
                                  </p:stCondLst>
                                  <p:childTnLst>
                                    <p:set>
                                      <p:cBhvr>
                                        <p:cTn id="46" dur="1" fill="hold">
                                          <p:stCondLst>
                                            <p:cond delay="0"/>
                                          </p:stCondLst>
                                        </p:cTn>
                                        <p:tgtEl>
                                          <p:spTgt spid="869393"/>
                                        </p:tgtEl>
                                        <p:attrNameLst>
                                          <p:attrName>style.visibility</p:attrName>
                                        </p:attrNameLst>
                                      </p:cBhvr>
                                      <p:to>
                                        <p:strVal val="visible"/>
                                      </p:to>
                                    </p:set>
                                    <p:animEffect transition="in" filter="blinds(horizontal)">
                                      <p:cBhvr>
                                        <p:cTn id="47" dur="500"/>
                                        <p:tgtEl>
                                          <p:spTgt spid="869393"/>
                                        </p:tgtEl>
                                      </p:cBhvr>
                                    </p:animEffect>
                                  </p:childTnLst>
                                </p:cTn>
                              </p:par>
                              <p:par>
                                <p:cTn id="48" presetID="3" presetClass="entr" presetSubtype="10" fill="hold" nodeType="withEffect">
                                  <p:stCondLst>
                                    <p:cond delay="0"/>
                                  </p:stCondLst>
                                  <p:childTnLst>
                                    <p:set>
                                      <p:cBhvr>
                                        <p:cTn id="49" dur="1" fill="hold">
                                          <p:stCondLst>
                                            <p:cond delay="0"/>
                                          </p:stCondLst>
                                        </p:cTn>
                                        <p:tgtEl>
                                          <p:spTgt spid="869412"/>
                                        </p:tgtEl>
                                        <p:attrNameLst>
                                          <p:attrName>style.visibility</p:attrName>
                                        </p:attrNameLst>
                                      </p:cBhvr>
                                      <p:to>
                                        <p:strVal val="visible"/>
                                      </p:to>
                                    </p:set>
                                    <p:animEffect transition="in" filter="blinds(horizontal)">
                                      <p:cBhvr>
                                        <p:cTn id="50" dur="500"/>
                                        <p:tgtEl>
                                          <p:spTgt spid="869412"/>
                                        </p:tgtEl>
                                      </p:cBhvr>
                                    </p:animEffect>
                                  </p:childTnLst>
                                </p:cTn>
                              </p:par>
                            </p:childTnLst>
                          </p:cTn>
                        </p:par>
                        <p:par>
                          <p:cTn id="51" fill="hold" nodeType="afterGroup">
                            <p:stCondLst>
                              <p:cond delay="1500"/>
                            </p:stCondLst>
                            <p:childTnLst>
                              <p:par>
                                <p:cTn id="52" presetID="3" presetClass="entr" presetSubtype="10" fill="hold" nodeType="afterEffect">
                                  <p:stCondLst>
                                    <p:cond delay="0"/>
                                  </p:stCondLst>
                                  <p:childTnLst>
                                    <p:set>
                                      <p:cBhvr>
                                        <p:cTn id="53" dur="1" fill="hold">
                                          <p:stCondLst>
                                            <p:cond delay="0"/>
                                          </p:stCondLst>
                                        </p:cTn>
                                        <p:tgtEl>
                                          <p:spTgt spid="869406"/>
                                        </p:tgtEl>
                                        <p:attrNameLst>
                                          <p:attrName>style.visibility</p:attrName>
                                        </p:attrNameLst>
                                      </p:cBhvr>
                                      <p:to>
                                        <p:strVal val="visible"/>
                                      </p:to>
                                    </p:set>
                                    <p:animEffect transition="in" filter="blinds(horizontal)">
                                      <p:cBhvr>
                                        <p:cTn id="54" dur="500"/>
                                        <p:tgtEl>
                                          <p:spTgt spid="869406"/>
                                        </p:tgtEl>
                                      </p:cBhvr>
                                    </p:animEffect>
                                  </p:childTnLst>
                                </p:cTn>
                              </p:par>
                            </p:childTnLst>
                          </p:cTn>
                        </p:par>
                        <p:par>
                          <p:cTn id="55" fill="hold" nodeType="afterGroup">
                            <p:stCondLst>
                              <p:cond delay="2000"/>
                            </p:stCondLst>
                            <p:childTnLst>
                              <p:par>
                                <p:cTn id="56" presetID="3" presetClass="entr" presetSubtype="10" fill="hold" nodeType="afterEffect">
                                  <p:stCondLst>
                                    <p:cond delay="0"/>
                                  </p:stCondLst>
                                  <p:childTnLst>
                                    <p:set>
                                      <p:cBhvr>
                                        <p:cTn id="57" dur="1" fill="hold">
                                          <p:stCondLst>
                                            <p:cond delay="0"/>
                                          </p:stCondLst>
                                        </p:cTn>
                                        <p:tgtEl>
                                          <p:spTgt spid="869383"/>
                                        </p:tgtEl>
                                        <p:attrNameLst>
                                          <p:attrName>style.visibility</p:attrName>
                                        </p:attrNameLst>
                                      </p:cBhvr>
                                      <p:to>
                                        <p:strVal val="visible"/>
                                      </p:to>
                                    </p:set>
                                    <p:animEffect transition="in" filter="blinds(horizontal)">
                                      <p:cBhvr>
                                        <p:cTn id="58" dur="500"/>
                                        <p:tgtEl>
                                          <p:spTgt spid="869383"/>
                                        </p:tgtEl>
                                      </p:cBhvr>
                                    </p:animEffect>
                                  </p:childTnLst>
                                </p:cTn>
                              </p:par>
                              <p:par>
                                <p:cTn id="59" presetID="3" presetClass="entr" presetSubtype="10" fill="hold" nodeType="withEffect">
                                  <p:stCondLst>
                                    <p:cond delay="0"/>
                                  </p:stCondLst>
                                  <p:childTnLst>
                                    <p:set>
                                      <p:cBhvr>
                                        <p:cTn id="60" dur="1" fill="hold">
                                          <p:stCondLst>
                                            <p:cond delay="0"/>
                                          </p:stCondLst>
                                        </p:cTn>
                                        <p:tgtEl>
                                          <p:spTgt spid="869394"/>
                                        </p:tgtEl>
                                        <p:attrNameLst>
                                          <p:attrName>style.visibility</p:attrName>
                                        </p:attrNameLst>
                                      </p:cBhvr>
                                      <p:to>
                                        <p:strVal val="visible"/>
                                      </p:to>
                                    </p:set>
                                    <p:animEffect transition="in" filter="blinds(horizontal)">
                                      <p:cBhvr>
                                        <p:cTn id="61" dur="500"/>
                                        <p:tgtEl>
                                          <p:spTgt spid="869394"/>
                                        </p:tgtEl>
                                      </p:cBhvr>
                                    </p:animEffect>
                                  </p:childTnLst>
                                </p:cTn>
                              </p:par>
                              <p:par>
                                <p:cTn id="62" presetID="3" presetClass="entr" presetSubtype="10" fill="hold" nodeType="withEffect">
                                  <p:stCondLst>
                                    <p:cond delay="0"/>
                                  </p:stCondLst>
                                  <p:childTnLst>
                                    <p:set>
                                      <p:cBhvr>
                                        <p:cTn id="63" dur="1" fill="hold">
                                          <p:stCondLst>
                                            <p:cond delay="0"/>
                                          </p:stCondLst>
                                        </p:cTn>
                                        <p:tgtEl>
                                          <p:spTgt spid="869395"/>
                                        </p:tgtEl>
                                        <p:attrNameLst>
                                          <p:attrName>style.visibility</p:attrName>
                                        </p:attrNameLst>
                                      </p:cBhvr>
                                      <p:to>
                                        <p:strVal val="visible"/>
                                      </p:to>
                                    </p:set>
                                    <p:animEffect transition="in" filter="blinds(horizontal)">
                                      <p:cBhvr>
                                        <p:cTn id="64" dur="500"/>
                                        <p:tgtEl>
                                          <p:spTgt spid="869395"/>
                                        </p:tgtEl>
                                      </p:cBhvr>
                                    </p:animEffect>
                                  </p:childTnLst>
                                </p:cTn>
                              </p:par>
                              <p:par>
                                <p:cTn id="65" presetID="3" presetClass="entr" presetSubtype="10" fill="hold" nodeType="withEffect">
                                  <p:stCondLst>
                                    <p:cond delay="0"/>
                                  </p:stCondLst>
                                  <p:childTnLst>
                                    <p:set>
                                      <p:cBhvr>
                                        <p:cTn id="66" dur="1" fill="hold">
                                          <p:stCondLst>
                                            <p:cond delay="0"/>
                                          </p:stCondLst>
                                        </p:cTn>
                                        <p:tgtEl>
                                          <p:spTgt spid="869409"/>
                                        </p:tgtEl>
                                        <p:attrNameLst>
                                          <p:attrName>style.visibility</p:attrName>
                                        </p:attrNameLst>
                                      </p:cBhvr>
                                      <p:to>
                                        <p:strVal val="visible"/>
                                      </p:to>
                                    </p:set>
                                    <p:animEffect transition="in" filter="blinds(horizontal)">
                                      <p:cBhvr>
                                        <p:cTn id="67" dur="500"/>
                                        <p:tgtEl>
                                          <p:spTgt spid="869409"/>
                                        </p:tgtEl>
                                      </p:cBhvr>
                                    </p:animEffect>
                                  </p:childTnLst>
                                </p:cTn>
                              </p:par>
                              <p:par>
                                <p:cTn id="68" presetID="3" presetClass="entr" presetSubtype="10" fill="hold" nodeType="withEffect">
                                  <p:stCondLst>
                                    <p:cond delay="0"/>
                                  </p:stCondLst>
                                  <p:childTnLst>
                                    <p:set>
                                      <p:cBhvr>
                                        <p:cTn id="69" dur="1" fill="hold">
                                          <p:stCondLst>
                                            <p:cond delay="0"/>
                                          </p:stCondLst>
                                        </p:cTn>
                                        <p:tgtEl>
                                          <p:spTgt spid="869413"/>
                                        </p:tgtEl>
                                        <p:attrNameLst>
                                          <p:attrName>style.visibility</p:attrName>
                                        </p:attrNameLst>
                                      </p:cBhvr>
                                      <p:to>
                                        <p:strVal val="visible"/>
                                      </p:to>
                                    </p:set>
                                    <p:animEffect transition="in" filter="blinds(horizontal)">
                                      <p:cBhvr>
                                        <p:cTn id="70" dur="500"/>
                                        <p:tgtEl>
                                          <p:spTgt spid="869413"/>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869379">
                                            <p:txEl>
                                              <p:pRg st="4" end="4"/>
                                            </p:txEl>
                                          </p:spTgt>
                                        </p:tgtEl>
                                        <p:attrNameLst>
                                          <p:attrName>style.visibility</p:attrName>
                                        </p:attrNameLst>
                                      </p:cBhvr>
                                      <p:to>
                                        <p:strVal val="visible"/>
                                      </p:to>
                                    </p:set>
                                    <p:animEffect transition="in" filter="wipe(left)">
                                      <p:cBhvr>
                                        <p:cTn id="75" dur="500"/>
                                        <p:tgtEl>
                                          <p:spTgt spid="869379">
                                            <p:txEl>
                                              <p:pRg st="4" end="4"/>
                                            </p:txEl>
                                          </p:spTgt>
                                        </p:tgtEl>
                                      </p:cBhvr>
                                    </p:animEffect>
                                  </p:childTnLst>
                                </p:cTn>
                              </p:par>
                            </p:childTnLst>
                          </p:cTn>
                        </p:par>
                        <p:par>
                          <p:cTn id="76" fill="hold" nodeType="afterGroup">
                            <p:stCondLst>
                              <p:cond delay="500"/>
                            </p:stCondLst>
                            <p:childTnLst>
                              <p:par>
                                <p:cTn id="77" presetID="3" presetClass="entr" presetSubtype="10" fill="hold" nodeType="afterEffect">
                                  <p:stCondLst>
                                    <p:cond delay="0"/>
                                  </p:stCondLst>
                                  <p:childTnLst>
                                    <p:set>
                                      <p:cBhvr>
                                        <p:cTn id="78" dur="1" fill="hold">
                                          <p:stCondLst>
                                            <p:cond delay="0"/>
                                          </p:stCondLst>
                                        </p:cTn>
                                        <p:tgtEl>
                                          <p:spTgt spid="869380"/>
                                        </p:tgtEl>
                                        <p:attrNameLst>
                                          <p:attrName>style.visibility</p:attrName>
                                        </p:attrNameLst>
                                      </p:cBhvr>
                                      <p:to>
                                        <p:strVal val="visible"/>
                                      </p:to>
                                    </p:set>
                                    <p:animEffect transition="in" filter="blinds(horizontal)">
                                      <p:cBhvr>
                                        <p:cTn id="79" dur="500"/>
                                        <p:tgtEl>
                                          <p:spTgt spid="869380"/>
                                        </p:tgtEl>
                                      </p:cBhvr>
                                    </p:animEffect>
                                  </p:childTnLst>
                                </p:cTn>
                              </p:par>
                              <p:par>
                                <p:cTn id="80" presetID="3" presetClass="entr" presetSubtype="10" fill="hold" nodeType="withEffect">
                                  <p:stCondLst>
                                    <p:cond delay="0"/>
                                  </p:stCondLst>
                                  <p:childTnLst>
                                    <p:set>
                                      <p:cBhvr>
                                        <p:cTn id="81" dur="1" fill="hold">
                                          <p:stCondLst>
                                            <p:cond delay="0"/>
                                          </p:stCondLst>
                                        </p:cTn>
                                        <p:tgtEl>
                                          <p:spTgt spid="869396"/>
                                        </p:tgtEl>
                                        <p:attrNameLst>
                                          <p:attrName>style.visibility</p:attrName>
                                        </p:attrNameLst>
                                      </p:cBhvr>
                                      <p:to>
                                        <p:strVal val="visible"/>
                                      </p:to>
                                    </p:set>
                                    <p:animEffect transition="in" filter="blinds(horizontal)">
                                      <p:cBhvr>
                                        <p:cTn id="82" dur="500"/>
                                        <p:tgtEl>
                                          <p:spTgt spid="869396"/>
                                        </p:tgtEl>
                                      </p:cBhvr>
                                    </p:animEffect>
                                  </p:childTnLst>
                                </p:cTn>
                              </p:par>
                              <p:par>
                                <p:cTn id="83" presetID="3" presetClass="entr" presetSubtype="10" fill="hold" nodeType="withEffect">
                                  <p:stCondLst>
                                    <p:cond delay="0"/>
                                  </p:stCondLst>
                                  <p:childTnLst>
                                    <p:set>
                                      <p:cBhvr>
                                        <p:cTn id="84" dur="1" fill="hold">
                                          <p:stCondLst>
                                            <p:cond delay="0"/>
                                          </p:stCondLst>
                                        </p:cTn>
                                        <p:tgtEl>
                                          <p:spTgt spid="869397"/>
                                        </p:tgtEl>
                                        <p:attrNameLst>
                                          <p:attrName>style.visibility</p:attrName>
                                        </p:attrNameLst>
                                      </p:cBhvr>
                                      <p:to>
                                        <p:strVal val="visible"/>
                                      </p:to>
                                    </p:set>
                                    <p:animEffect transition="in" filter="blinds(horizontal)">
                                      <p:cBhvr>
                                        <p:cTn id="85" dur="500"/>
                                        <p:tgtEl>
                                          <p:spTgt spid="869397"/>
                                        </p:tgtEl>
                                      </p:cBhvr>
                                    </p:animEffect>
                                  </p:childTnLst>
                                </p:cTn>
                              </p:par>
                              <p:par>
                                <p:cTn id="86" presetID="3" presetClass="entr" presetSubtype="10" fill="hold" nodeType="withEffect">
                                  <p:stCondLst>
                                    <p:cond delay="0"/>
                                  </p:stCondLst>
                                  <p:childTnLst>
                                    <p:set>
                                      <p:cBhvr>
                                        <p:cTn id="87" dur="1" fill="hold">
                                          <p:stCondLst>
                                            <p:cond delay="0"/>
                                          </p:stCondLst>
                                        </p:cTn>
                                        <p:tgtEl>
                                          <p:spTgt spid="869398"/>
                                        </p:tgtEl>
                                        <p:attrNameLst>
                                          <p:attrName>style.visibility</p:attrName>
                                        </p:attrNameLst>
                                      </p:cBhvr>
                                      <p:to>
                                        <p:strVal val="visible"/>
                                      </p:to>
                                    </p:set>
                                    <p:animEffect transition="in" filter="blinds(horizontal)">
                                      <p:cBhvr>
                                        <p:cTn id="88" dur="500"/>
                                        <p:tgtEl>
                                          <p:spTgt spid="869398"/>
                                        </p:tgtEl>
                                      </p:cBhvr>
                                    </p:animEffect>
                                  </p:childTnLst>
                                </p:cTn>
                              </p:par>
                              <p:par>
                                <p:cTn id="89" presetID="3" presetClass="entr" presetSubtype="10" fill="hold" nodeType="withEffect">
                                  <p:stCondLst>
                                    <p:cond delay="0"/>
                                  </p:stCondLst>
                                  <p:childTnLst>
                                    <p:set>
                                      <p:cBhvr>
                                        <p:cTn id="90" dur="1" fill="hold">
                                          <p:stCondLst>
                                            <p:cond delay="0"/>
                                          </p:stCondLst>
                                        </p:cTn>
                                        <p:tgtEl>
                                          <p:spTgt spid="869407"/>
                                        </p:tgtEl>
                                        <p:attrNameLst>
                                          <p:attrName>style.visibility</p:attrName>
                                        </p:attrNameLst>
                                      </p:cBhvr>
                                      <p:to>
                                        <p:strVal val="visible"/>
                                      </p:to>
                                    </p:set>
                                    <p:animEffect transition="in" filter="blinds(horizontal)">
                                      <p:cBhvr>
                                        <p:cTn id="91" dur="500"/>
                                        <p:tgtEl>
                                          <p:spTgt spid="869407"/>
                                        </p:tgtEl>
                                      </p:cBhvr>
                                    </p:animEffect>
                                  </p:childTnLst>
                                </p:cTn>
                              </p:par>
                              <p:par>
                                <p:cTn id="92" presetID="3" presetClass="entr" presetSubtype="10" fill="hold" nodeType="withEffect">
                                  <p:stCondLst>
                                    <p:cond delay="0"/>
                                  </p:stCondLst>
                                  <p:childTnLst>
                                    <p:set>
                                      <p:cBhvr>
                                        <p:cTn id="93" dur="1" fill="hold">
                                          <p:stCondLst>
                                            <p:cond delay="0"/>
                                          </p:stCondLst>
                                        </p:cTn>
                                        <p:tgtEl>
                                          <p:spTgt spid="869410"/>
                                        </p:tgtEl>
                                        <p:attrNameLst>
                                          <p:attrName>style.visibility</p:attrName>
                                        </p:attrNameLst>
                                      </p:cBhvr>
                                      <p:to>
                                        <p:strVal val="visible"/>
                                      </p:to>
                                    </p:set>
                                    <p:animEffect transition="in" filter="blinds(horizontal)">
                                      <p:cBhvr>
                                        <p:cTn id="94" dur="500"/>
                                        <p:tgtEl>
                                          <p:spTgt spid="869410"/>
                                        </p:tgtEl>
                                      </p:cBhvr>
                                    </p:animEffect>
                                  </p:childTnLst>
                                </p:cTn>
                              </p:par>
                              <p:par>
                                <p:cTn id="95" presetID="3" presetClass="entr" presetSubtype="10" fill="hold" nodeType="withEffect">
                                  <p:stCondLst>
                                    <p:cond delay="0"/>
                                  </p:stCondLst>
                                  <p:childTnLst>
                                    <p:set>
                                      <p:cBhvr>
                                        <p:cTn id="96" dur="1" fill="hold">
                                          <p:stCondLst>
                                            <p:cond delay="0"/>
                                          </p:stCondLst>
                                        </p:cTn>
                                        <p:tgtEl>
                                          <p:spTgt spid="869411"/>
                                        </p:tgtEl>
                                        <p:attrNameLst>
                                          <p:attrName>style.visibility</p:attrName>
                                        </p:attrNameLst>
                                      </p:cBhvr>
                                      <p:to>
                                        <p:strVal val="visible"/>
                                      </p:to>
                                    </p:set>
                                    <p:animEffect transition="in" filter="blinds(horizontal)">
                                      <p:cBhvr>
                                        <p:cTn id="97" dur="500"/>
                                        <p:tgtEl>
                                          <p:spTgt spid="869411"/>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869379">
                                            <p:txEl>
                                              <p:pRg st="5" end="5"/>
                                            </p:txEl>
                                          </p:spTgt>
                                        </p:tgtEl>
                                        <p:attrNameLst>
                                          <p:attrName>style.visibility</p:attrName>
                                        </p:attrNameLst>
                                      </p:cBhvr>
                                      <p:to>
                                        <p:strVal val="visible"/>
                                      </p:to>
                                    </p:set>
                                    <p:animEffect transition="in" filter="wipe(left)">
                                      <p:cBhvr>
                                        <p:cTn id="102" dur="500"/>
                                        <p:tgtEl>
                                          <p:spTgt spid="869379">
                                            <p:txEl>
                                              <p:pRg st="5" end="5"/>
                                            </p:txEl>
                                          </p:spTgt>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869379">
                                            <p:txEl>
                                              <p:pRg st="6" end="6"/>
                                            </p:txEl>
                                          </p:spTgt>
                                        </p:tgtEl>
                                        <p:attrNameLst>
                                          <p:attrName>style.visibility</p:attrName>
                                        </p:attrNameLst>
                                      </p:cBhvr>
                                      <p:to>
                                        <p:strVal val="visible"/>
                                      </p:to>
                                    </p:set>
                                    <p:animEffect transition="in" filter="wipe(left)">
                                      <p:cBhvr>
                                        <p:cTn id="107" dur="500"/>
                                        <p:tgtEl>
                                          <p:spTgt spid="869379">
                                            <p:txEl>
                                              <p:pRg st="6" end="6"/>
                                            </p:txEl>
                                          </p:spTgt>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869379">
                                            <p:txEl>
                                              <p:pRg st="7" end="7"/>
                                            </p:txEl>
                                          </p:spTgt>
                                        </p:tgtEl>
                                        <p:attrNameLst>
                                          <p:attrName>style.visibility</p:attrName>
                                        </p:attrNameLst>
                                      </p:cBhvr>
                                      <p:to>
                                        <p:strVal val="visible"/>
                                      </p:to>
                                    </p:set>
                                    <p:animEffect transition="in" filter="wipe(left)">
                                      <p:cBhvr>
                                        <p:cTn id="112" dur="500"/>
                                        <p:tgtEl>
                                          <p:spTgt spid="869379">
                                            <p:txEl>
                                              <p:pRg st="7" end="7"/>
                                            </p:txEl>
                                          </p:spTgt>
                                        </p:tgtEl>
                                      </p:cBhvr>
                                    </p:animEffect>
                                  </p:childTnLst>
                                </p:cTn>
                              </p:par>
                              <p:par>
                                <p:cTn id="113" presetID="22" presetClass="entr" presetSubtype="8" fill="hold" nodeType="withEffect">
                                  <p:stCondLst>
                                    <p:cond delay="0"/>
                                  </p:stCondLst>
                                  <p:childTnLst>
                                    <p:set>
                                      <p:cBhvr>
                                        <p:cTn id="114" dur="1" fill="hold">
                                          <p:stCondLst>
                                            <p:cond delay="0"/>
                                          </p:stCondLst>
                                        </p:cTn>
                                        <p:tgtEl>
                                          <p:spTgt spid="869379">
                                            <p:txEl>
                                              <p:pRg st="8" end="8"/>
                                            </p:txEl>
                                          </p:spTgt>
                                        </p:tgtEl>
                                        <p:attrNameLst>
                                          <p:attrName>style.visibility</p:attrName>
                                        </p:attrNameLst>
                                      </p:cBhvr>
                                      <p:to>
                                        <p:strVal val="visible"/>
                                      </p:to>
                                    </p:set>
                                    <p:animEffect transition="in" filter="wipe(left)">
                                      <p:cBhvr>
                                        <p:cTn id="115" dur="500"/>
                                        <p:tgtEl>
                                          <p:spTgt spid="869379">
                                            <p:txEl>
                                              <p:pRg st="8" end="8"/>
                                            </p:txEl>
                                          </p:spTgt>
                                        </p:tgtEl>
                                      </p:cBhvr>
                                    </p:animEffect>
                                  </p:childTnLst>
                                </p:cTn>
                              </p:par>
                              <p:par>
                                <p:cTn id="116" presetID="22" presetClass="entr" presetSubtype="8" fill="hold" nodeType="withEffect">
                                  <p:stCondLst>
                                    <p:cond delay="0"/>
                                  </p:stCondLst>
                                  <p:childTnLst>
                                    <p:set>
                                      <p:cBhvr>
                                        <p:cTn id="117" dur="1" fill="hold">
                                          <p:stCondLst>
                                            <p:cond delay="0"/>
                                          </p:stCondLst>
                                        </p:cTn>
                                        <p:tgtEl>
                                          <p:spTgt spid="869379">
                                            <p:txEl>
                                              <p:pRg st="9" end="9"/>
                                            </p:txEl>
                                          </p:spTgt>
                                        </p:tgtEl>
                                        <p:attrNameLst>
                                          <p:attrName>style.visibility</p:attrName>
                                        </p:attrNameLst>
                                      </p:cBhvr>
                                      <p:to>
                                        <p:strVal val="visible"/>
                                      </p:to>
                                    </p:set>
                                    <p:animEffect transition="in" filter="wipe(left)">
                                      <p:cBhvr>
                                        <p:cTn id="118" dur="500"/>
                                        <p:tgtEl>
                                          <p:spTgt spid="86937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9380" grpId="0" animBg="1"/>
      <p:bldP spid="869381" grpId="0" animBg="1"/>
      <p:bldP spid="869382" grpId="0" animBg="1"/>
      <p:bldP spid="869383" grpId="0" animBg="1"/>
      <p:bldP spid="869385" grpId="0" animBg="1"/>
      <p:bldP spid="869387" grpId="0" animBg="1"/>
      <p:bldP spid="869406" grpId="0"/>
      <p:bldP spid="869407" grpId="0"/>
      <p:bldP spid="869408" grpId="0" animBg="1"/>
      <p:bldP spid="869409" grpId="0" animBg="1"/>
      <p:bldP spid="869410" grpId="0"/>
      <p:bldP spid="869411" grpId="0"/>
      <p:bldP spid="869412" grpId="0" animBg="1"/>
      <p:bldP spid="869413"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32">
            <a:extLst>
              <a:ext uri="{FF2B5EF4-FFF2-40B4-BE49-F238E27FC236}">
                <a16:creationId xmlns:a16="http://schemas.microsoft.com/office/drawing/2014/main" id="{11E766FD-6325-8DB1-E878-5895BB4B28C9}"/>
              </a:ext>
            </a:extLst>
          </p:cNvPr>
          <p:cNvSpPr>
            <a:spLocks noChangeArrowheads="1"/>
          </p:cNvSpPr>
          <p:nvPr/>
        </p:nvSpPr>
        <p:spPr bwMode="auto">
          <a:xfrm>
            <a:off x="539750" y="828675"/>
            <a:ext cx="3744913"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zh-CN" altLang="en-US" sz="2400">
                <a:solidFill>
                  <a:srgbClr val="990000"/>
                </a:solidFill>
                <a:ea typeface="宋体" panose="02010600030101010101" pitchFamily="2" charset="-122"/>
              </a:rPr>
              <a:t>例</a:t>
            </a:r>
            <a:r>
              <a:rPr kumimoji="1" lang="en-US" altLang="zh-CN" sz="2400">
                <a:ea typeface="宋体" panose="02010600030101010101" pitchFamily="2" charset="-122"/>
              </a:rPr>
              <a:t>. LEX </a:t>
            </a:r>
            <a:r>
              <a:rPr kumimoji="1" lang="zh-CN" altLang="en-US" sz="2400">
                <a:ea typeface="宋体" panose="02010600030101010101" pitchFamily="2" charset="-122"/>
              </a:rPr>
              <a:t>程序</a:t>
            </a:r>
            <a:r>
              <a:rPr kumimoji="1" lang="en-US" altLang="zh-CN" sz="2400">
                <a:ea typeface="宋体" panose="02010600030101010101" pitchFamily="2" charset="-122"/>
              </a:rPr>
              <a:t>:</a:t>
            </a:r>
          </a:p>
          <a:p>
            <a:pPr>
              <a:spcBef>
                <a:spcPct val="0"/>
              </a:spcBef>
              <a:buClrTx/>
              <a:buSzTx/>
              <a:buFontTx/>
              <a:buNone/>
            </a:pPr>
            <a:r>
              <a:rPr kumimoji="1" lang="en-US" altLang="zh-CN" sz="2400">
                <a:ea typeface="宋体" panose="02010600030101010101" pitchFamily="2" charset="-122"/>
              </a:rPr>
              <a:t>     	    a</a:t>
            </a:r>
            <a:r>
              <a:rPr kumimoji="1" lang="en-US" altLang="zh-CN" sz="1800" b="0">
                <a:solidFill>
                  <a:schemeClr val="tx1"/>
                </a:solidFill>
                <a:ea typeface="宋体" panose="02010600030101010101" pitchFamily="2" charset="-122"/>
              </a:rPr>
              <a:t>      </a:t>
            </a:r>
            <a:r>
              <a:rPr kumimoji="1" lang="en-US" altLang="zh-CN" sz="2400">
                <a:ea typeface="宋体" panose="02010600030101010101" pitchFamily="2" charset="-122"/>
              </a:rPr>
              <a:t>       {   }</a:t>
            </a:r>
          </a:p>
          <a:p>
            <a:pPr>
              <a:spcBef>
                <a:spcPct val="0"/>
              </a:spcBef>
              <a:buClrTx/>
              <a:buSzTx/>
              <a:buFontTx/>
              <a:buNone/>
            </a:pPr>
            <a:r>
              <a:rPr kumimoji="1" lang="en-US" altLang="zh-CN" sz="2400">
                <a:ea typeface="宋体" panose="02010600030101010101" pitchFamily="2" charset="-122"/>
              </a:rPr>
              <a:t>	    abb       {   }</a:t>
            </a:r>
          </a:p>
          <a:p>
            <a:pPr>
              <a:spcBef>
                <a:spcPct val="0"/>
              </a:spcBef>
              <a:buClrTx/>
              <a:buSzTx/>
              <a:buFontTx/>
              <a:buNone/>
            </a:pPr>
            <a:r>
              <a:rPr kumimoji="1" lang="en-US" altLang="zh-CN" sz="2400">
                <a:ea typeface="宋体" panose="02010600030101010101" pitchFamily="2" charset="-122"/>
              </a:rPr>
              <a:t>	    a*bb*    {   }</a:t>
            </a:r>
          </a:p>
        </p:txBody>
      </p:sp>
      <p:sp>
        <p:nvSpPr>
          <p:cNvPr id="855073" name="Rectangle 33">
            <a:extLst>
              <a:ext uri="{FF2B5EF4-FFF2-40B4-BE49-F238E27FC236}">
                <a16:creationId xmlns:a16="http://schemas.microsoft.com/office/drawing/2014/main" id="{004E1252-4139-6C47-009A-449487338E12}"/>
              </a:ext>
            </a:extLst>
          </p:cNvPr>
          <p:cNvSpPr>
            <a:spLocks noChangeArrowheads="1"/>
          </p:cNvSpPr>
          <p:nvPr/>
        </p:nvSpPr>
        <p:spPr bwMode="auto">
          <a:xfrm>
            <a:off x="4232275" y="828675"/>
            <a:ext cx="1250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2400">
                <a:ea typeface="宋体" panose="02010600030101010101" pitchFamily="2" charset="-122"/>
              </a:rPr>
              <a:t>NFA M:</a:t>
            </a:r>
          </a:p>
        </p:txBody>
      </p:sp>
      <p:sp>
        <p:nvSpPr>
          <p:cNvPr id="855074" name="Oval 34">
            <a:extLst>
              <a:ext uri="{FF2B5EF4-FFF2-40B4-BE49-F238E27FC236}">
                <a16:creationId xmlns:a16="http://schemas.microsoft.com/office/drawing/2014/main" id="{A75626EC-BC33-E406-6FAD-374FD81C5C7B}"/>
              </a:ext>
            </a:extLst>
          </p:cNvPr>
          <p:cNvSpPr>
            <a:spLocks noChangeArrowheads="1"/>
          </p:cNvSpPr>
          <p:nvPr/>
        </p:nvSpPr>
        <p:spPr bwMode="auto">
          <a:xfrm>
            <a:off x="5208588" y="1666875"/>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55075" name="Oval 35">
            <a:extLst>
              <a:ext uri="{FF2B5EF4-FFF2-40B4-BE49-F238E27FC236}">
                <a16:creationId xmlns:a16="http://schemas.microsoft.com/office/drawing/2014/main" id="{7A78B020-891B-B089-8248-6ABD2F73226A}"/>
              </a:ext>
            </a:extLst>
          </p:cNvPr>
          <p:cNvSpPr>
            <a:spLocks noChangeArrowheads="1"/>
          </p:cNvSpPr>
          <p:nvPr/>
        </p:nvSpPr>
        <p:spPr bwMode="auto">
          <a:xfrm>
            <a:off x="6122988" y="1209675"/>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55076" name="Oval 36">
            <a:extLst>
              <a:ext uri="{FF2B5EF4-FFF2-40B4-BE49-F238E27FC236}">
                <a16:creationId xmlns:a16="http://schemas.microsoft.com/office/drawing/2014/main" id="{7DDCD5A5-6A13-A903-EC21-D323C5B91E09}"/>
              </a:ext>
            </a:extLst>
          </p:cNvPr>
          <p:cNvSpPr>
            <a:spLocks noChangeArrowheads="1"/>
          </p:cNvSpPr>
          <p:nvPr/>
        </p:nvSpPr>
        <p:spPr bwMode="auto">
          <a:xfrm>
            <a:off x="6122988" y="1819275"/>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55077" name="Oval 37">
            <a:extLst>
              <a:ext uri="{FF2B5EF4-FFF2-40B4-BE49-F238E27FC236}">
                <a16:creationId xmlns:a16="http://schemas.microsoft.com/office/drawing/2014/main" id="{FC572738-288A-FA59-0E77-7045F3ABC23B}"/>
              </a:ext>
            </a:extLst>
          </p:cNvPr>
          <p:cNvSpPr>
            <a:spLocks noChangeArrowheads="1"/>
          </p:cNvSpPr>
          <p:nvPr/>
        </p:nvSpPr>
        <p:spPr bwMode="auto">
          <a:xfrm>
            <a:off x="6122988" y="2428875"/>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55078" name="Oval 38">
            <a:extLst>
              <a:ext uri="{FF2B5EF4-FFF2-40B4-BE49-F238E27FC236}">
                <a16:creationId xmlns:a16="http://schemas.microsoft.com/office/drawing/2014/main" id="{D42765F6-BFEF-8FA0-853C-BE3E9D71774F}"/>
              </a:ext>
            </a:extLst>
          </p:cNvPr>
          <p:cNvSpPr>
            <a:spLocks noChangeArrowheads="1"/>
          </p:cNvSpPr>
          <p:nvPr/>
        </p:nvSpPr>
        <p:spPr bwMode="auto">
          <a:xfrm>
            <a:off x="6973888" y="1222375"/>
            <a:ext cx="266700" cy="266700"/>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55079" name="Oval 39">
            <a:extLst>
              <a:ext uri="{FF2B5EF4-FFF2-40B4-BE49-F238E27FC236}">
                <a16:creationId xmlns:a16="http://schemas.microsoft.com/office/drawing/2014/main" id="{22C3CDF7-51C2-0D6F-7301-54C1C8E3D3FB}"/>
              </a:ext>
            </a:extLst>
          </p:cNvPr>
          <p:cNvSpPr>
            <a:spLocks noChangeArrowheads="1"/>
          </p:cNvSpPr>
          <p:nvPr/>
        </p:nvSpPr>
        <p:spPr bwMode="auto">
          <a:xfrm>
            <a:off x="6884988" y="1819275"/>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55080" name="Oval 40">
            <a:extLst>
              <a:ext uri="{FF2B5EF4-FFF2-40B4-BE49-F238E27FC236}">
                <a16:creationId xmlns:a16="http://schemas.microsoft.com/office/drawing/2014/main" id="{19B9A2B5-3149-E057-E050-96CA9C55C9A5}"/>
              </a:ext>
            </a:extLst>
          </p:cNvPr>
          <p:cNvSpPr>
            <a:spLocks noChangeArrowheads="1"/>
          </p:cNvSpPr>
          <p:nvPr/>
        </p:nvSpPr>
        <p:spPr bwMode="auto">
          <a:xfrm>
            <a:off x="7723188" y="1819275"/>
            <a:ext cx="292100" cy="2921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55081" name="Oval 41">
            <a:extLst>
              <a:ext uri="{FF2B5EF4-FFF2-40B4-BE49-F238E27FC236}">
                <a16:creationId xmlns:a16="http://schemas.microsoft.com/office/drawing/2014/main" id="{773D1AE4-67EB-49C8-C19D-E03C964E92B0}"/>
              </a:ext>
            </a:extLst>
          </p:cNvPr>
          <p:cNvSpPr>
            <a:spLocks noChangeArrowheads="1"/>
          </p:cNvSpPr>
          <p:nvPr/>
        </p:nvSpPr>
        <p:spPr bwMode="auto">
          <a:xfrm>
            <a:off x="8574088" y="1831975"/>
            <a:ext cx="266700" cy="266700"/>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55082" name="Oval 42">
            <a:extLst>
              <a:ext uri="{FF2B5EF4-FFF2-40B4-BE49-F238E27FC236}">
                <a16:creationId xmlns:a16="http://schemas.microsoft.com/office/drawing/2014/main" id="{505E4294-E49E-5B87-7E80-6970D0D5ECC2}"/>
              </a:ext>
            </a:extLst>
          </p:cNvPr>
          <p:cNvSpPr>
            <a:spLocks noChangeArrowheads="1"/>
          </p:cNvSpPr>
          <p:nvPr/>
        </p:nvSpPr>
        <p:spPr bwMode="auto">
          <a:xfrm>
            <a:off x="7050088" y="2441575"/>
            <a:ext cx="266700" cy="266700"/>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55083" name="Line 43">
            <a:extLst>
              <a:ext uri="{FF2B5EF4-FFF2-40B4-BE49-F238E27FC236}">
                <a16:creationId xmlns:a16="http://schemas.microsoft.com/office/drawing/2014/main" id="{17533AA7-4CFF-9E2B-2AB6-8B6247ED2976}"/>
              </a:ext>
            </a:extLst>
          </p:cNvPr>
          <p:cNvSpPr>
            <a:spLocks noChangeShapeType="1"/>
          </p:cNvSpPr>
          <p:nvPr/>
        </p:nvSpPr>
        <p:spPr bwMode="auto">
          <a:xfrm flipV="1">
            <a:off x="5507038" y="1355725"/>
            <a:ext cx="609600" cy="3810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5084" name="Line 44">
            <a:extLst>
              <a:ext uri="{FF2B5EF4-FFF2-40B4-BE49-F238E27FC236}">
                <a16:creationId xmlns:a16="http://schemas.microsoft.com/office/drawing/2014/main" id="{84322B69-EF43-4053-E871-7777A64DB17B}"/>
              </a:ext>
            </a:extLst>
          </p:cNvPr>
          <p:cNvSpPr>
            <a:spLocks noChangeShapeType="1"/>
          </p:cNvSpPr>
          <p:nvPr/>
        </p:nvSpPr>
        <p:spPr bwMode="auto">
          <a:xfrm>
            <a:off x="6421438" y="1355725"/>
            <a:ext cx="533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5085" name="Line 45">
            <a:extLst>
              <a:ext uri="{FF2B5EF4-FFF2-40B4-BE49-F238E27FC236}">
                <a16:creationId xmlns:a16="http://schemas.microsoft.com/office/drawing/2014/main" id="{096F501F-4EA5-ED98-23CE-855EAEBBCDDE}"/>
              </a:ext>
            </a:extLst>
          </p:cNvPr>
          <p:cNvSpPr>
            <a:spLocks noChangeShapeType="1"/>
          </p:cNvSpPr>
          <p:nvPr/>
        </p:nvSpPr>
        <p:spPr bwMode="auto">
          <a:xfrm>
            <a:off x="5507038" y="1889125"/>
            <a:ext cx="609600" cy="762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5086" name="Line 46">
            <a:extLst>
              <a:ext uri="{FF2B5EF4-FFF2-40B4-BE49-F238E27FC236}">
                <a16:creationId xmlns:a16="http://schemas.microsoft.com/office/drawing/2014/main" id="{0C268E46-49F6-A5B1-8424-8F87376C5F79}"/>
              </a:ext>
            </a:extLst>
          </p:cNvPr>
          <p:cNvSpPr>
            <a:spLocks noChangeShapeType="1"/>
          </p:cNvSpPr>
          <p:nvPr/>
        </p:nvSpPr>
        <p:spPr bwMode="auto">
          <a:xfrm>
            <a:off x="6421438" y="1965325"/>
            <a:ext cx="4572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5087" name="Line 47">
            <a:extLst>
              <a:ext uri="{FF2B5EF4-FFF2-40B4-BE49-F238E27FC236}">
                <a16:creationId xmlns:a16="http://schemas.microsoft.com/office/drawing/2014/main" id="{EFEBEBCD-18D8-AA9E-2177-B19C87E79312}"/>
              </a:ext>
            </a:extLst>
          </p:cNvPr>
          <p:cNvSpPr>
            <a:spLocks noChangeShapeType="1"/>
          </p:cNvSpPr>
          <p:nvPr/>
        </p:nvSpPr>
        <p:spPr bwMode="auto">
          <a:xfrm>
            <a:off x="7183438" y="1965325"/>
            <a:ext cx="533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5088" name="Line 48">
            <a:extLst>
              <a:ext uri="{FF2B5EF4-FFF2-40B4-BE49-F238E27FC236}">
                <a16:creationId xmlns:a16="http://schemas.microsoft.com/office/drawing/2014/main" id="{90202631-9BD4-6B7B-31CE-6654B174C992}"/>
              </a:ext>
            </a:extLst>
          </p:cNvPr>
          <p:cNvSpPr>
            <a:spLocks noChangeShapeType="1"/>
          </p:cNvSpPr>
          <p:nvPr/>
        </p:nvSpPr>
        <p:spPr bwMode="auto">
          <a:xfrm>
            <a:off x="8021638" y="1965325"/>
            <a:ext cx="533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5089" name="Line 49">
            <a:extLst>
              <a:ext uri="{FF2B5EF4-FFF2-40B4-BE49-F238E27FC236}">
                <a16:creationId xmlns:a16="http://schemas.microsoft.com/office/drawing/2014/main" id="{DCD62365-7266-295A-67ED-63E0E4D339A8}"/>
              </a:ext>
            </a:extLst>
          </p:cNvPr>
          <p:cNvSpPr>
            <a:spLocks noChangeShapeType="1"/>
          </p:cNvSpPr>
          <p:nvPr/>
        </p:nvSpPr>
        <p:spPr bwMode="auto">
          <a:xfrm>
            <a:off x="5507038" y="1965325"/>
            <a:ext cx="609600" cy="5334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5090" name="Line 50">
            <a:extLst>
              <a:ext uri="{FF2B5EF4-FFF2-40B4-BE49-F238E27FC236}">
                <a16:creationId xmlns:a16="http://schemas.microsoft.com/office/drawing/2014/main" id="{EF03C52A-A3F3-B8B1-A6D8-BCBB87530068}"/>
              </a:ext>
            </a:extLst>
          </p:cNvPr>
          <p:cNvSpPr>
            <a:spLocks noChangeShapeType="1"/>
          </p:cNvSpPr>
          <p:nvPr/>
        </p:nvSpPr>
        <p:spPr bwMode="auto">
          <a:xfrm>
            <a:off x="6421438" y="2574925"/>
            <a:ext cx="6096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5091" name="Freeform 51">
            <a:extLst>
              <a:ext uri="{FF2B5EF4-FFF2-40B4-BE49-F238E27FC236}">
                <a16:creationId xmlns:a16="http://schemas.microsoft.com/office/drawing/2014/main" id="{40C0DA2C-C289-3D25-1DE0-B8BEDED63125}"/>
              </a:ext>
            </a:extLst>
          </p:cNvPr>
          <p:cNvSpPr>
            <a:spLocks/>
          </p:cNvSpPr>
          <p:nvPr/>
        </p:nvSpPr>
        <p:spPr bwMode="auto">
          <a:xfrm>
            <a:off x="6192838" y="2270125"/>
            <a:ext cx="382587" cy="230188"/>
          </a:xfrm>
          <a:custGeom>
            <a:avLst/>
            <a:gdLst>
              <a:gd name="T0" fmla="*/ 2147483646 w 241"/>
              <a:gd name="T1" fmla="*/ 2147483646 h 145"/>
              <a:gd name="T2" fmla="*/ 2147483646 w 241"/>
              <a:gd name="T3" fmla="*/ 0 h 145"/>
              <a:gd name="T4" fmla="*/ 0 w 241"/>
              <a:gd name="T5" fmla="*/ 0 h 145"/>
              <a:gd name="T6" fmla="*/ 2147483646 w 241"/>
              <a:gd name="T7" fmla="*/ 2147483646 h 145"/>
              <a:gd name="T8" fmla="*/ 0 60000 65536"/>
              <a:gd name="T9" fmla="*/ 0 60000 65536"/>
              <a:gd name="T10" fmla="*/ 0 60000 65536"/>
              <a:gd name="T11" fmla="*/ 0 60000 65536"/>
              <a:gd name="T12" fmla="*/ 0 w 241"/>
              <a:gd name="T13" fmla="*/ 0 h 145"/>
              <a:gd name="T14" fmla="*/ 241 w 241"/>
              <a:gd name="T15" fmla="*/ 145 h 145"/>
            </a:gdLst>
            <a:ahLst/>
            <a:cxnLst>
              <a:cxn ang="T8">
                <a:pos x="T0" y="T1"/>
              </a:cxn>
              <a:cxn ang="T9">
                <a:pos x="T2" y="T3"/>
              </a:cxn>
              <a:cxn ang="T10">
                <a:pos x="T4" y="T5"/>
              </a:cxn>
              <a:cxn ang="T11">
                <a:pos x="T6" y="T7"/>
              </a:cxn>
            </a:cxnLst>
            <a:rect l="T12" t="T13" r="T14" b="T15"/>
            <a:pathLst>
              <a:path w="241" h="145">
                <a:moveTo>
                  <a:pt x="144" y="144"/>
                </a:moveTo>
                <a:lnTo>
                  <a:pt x="240" y="0"/>
                </a:lnTo>
                <a:lnTo>
                  <a:pt x="0" y="0"/>
                </a:lnTo>
                <a:lnTo>
                  <a:pt x="96" y="96"/>
                </a:lnTo>
              </a:path>
            </a:pathLst>
          </a:custGeom>
          <a:noFill/>
          <a:ln w="12700" cap="rnd" cmpd="sng">
            <a:solidFill>
              <a:schemeClr val="tx1"/>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55092" name="Freeform 52">
            <a:extLst>
              <a:ext uri="{FF2B5EF4-FFF2-40B4-BE49-F238E27FC236}">
                <a16:creationId xmlns:a16="http://schemas.microsoft.com/office/drawing/2014/main" id="{EE2E31FB-74A7-95A2-1914-5E9F6A68D245}"/>
              </a:ext>
            </a:extLst>
          </p:cNvPr>
          <p:cNvSpPr>
            <a:spLocks/>
          </p:cNvSpPr>
          <p:nvPr/>
        </p:nvSpPr>
        <p:spPr bwMode="auto">
          <a:xfrm>
            <a:off x="7183438" y="2270125"/>
            <a:ext cx="382587" cy="230188"/>
          </a:xfrm>
          <a:custGeom>
            <a:avLst/>
            <a:gdLst>
              <a:gd name="T0" fmla="*/ 2147483646 w 241"/>
              <a:gd name="T1" fmla="*/ 2147483646 h 145"/>
              <a:gd name="T2" fmla="*/ 2147483646 w 241"/>
              <a:gd name="T3" fmla="*/ 0 h 145"/>
              <a:gd name="T4" fmla="*/ 0 w 241"/>
              <a:gd name="T5" fmla="*/ 0 h 145"/>
              <a:gd name="T6" fmla="*/ 2147483646 w 241"/>
              <a:gd name="T7" fmla="*/ 2147483646 h 145"/>
              <a:gd name="T8" fmla="*/ 0 60000 65536"/>
              <a:gd name="T9" fmla="*/ 0 60000 65536"/>
              <a:gd name="T10" fmla="*/ 0 60000 65536"/>
              <a:gd name="T11" fmla="*/ 0 60000 65536"/>
              <a:gd name="T12" fmla="*/ 0 w 241"/>
              <a:gd name="T13" fmla="*/ 0 h 145"/>
              <a:gd name="T14" fmla="*/ 241 w 241"/>
              <a:gd name="T15" fmla="*/ 145 h 145"/>
            </a:gdLst>
            <a:ahLst/>
            <a:cxnLst>
              <a:cxn ang="T8">
                <a:pos x="T0" y="T1"/>
              </a:cxn>
              <a:cxn ang="T9">
                <a:pos x="T2" y="T3"/>
              </a:cxn>
              <a:cxn ang="T10">
                <a:pos x="T4" y="T5"/>
              </a:cxn>
              <a:cxn ang="T11">
                <a:pos x="T6" y="T7"/>
              </a:cxn>
            </a:cxnLst>
            <a:rect l="T12" t="T13" r="T14" b="T15"/>
            <a:pathLst>
              <a:path w="241" h="145">
                <a:moveTo>
                  <a:pt x="96" y="144"/>
                </a:moveTo>
                <a:lnTo>
                  <a:pt x="240" y="0"/>
                </a:lnTo>
                <a:lnTo>
                  <a:pt x="0" y="0"/>
                </a:lnTo>
                <a:lnTo>
                  <a:pt x="48" y="144"/>
                </a:lnTo>
              </a:path>
            </a:pathLst>
          </a:custGeom>
          <a:noFill/>
          <a:ln w="12700" cap="rnd" cmpd="sng">
            <a:solidFill>
              <a:schemeClr val="tx1"/>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55093" name="Rectangle 53">
            <a:extLst>
              <a:ext uri="{FF2B5EF4-FFF2-40B4-BE49-F238E27FC236}">
                <a16:creationId xmlns:a16="http://schemas.microsoft.com/office/drawing/2014/main" id="{72B63E4C-F105-0A86-1C64-A4F09DF28AAE}"/>
              </a:ext>
            </a:extLst>
          </p:cNvPr>
          <p:cNvSpPr>
            <a:spLocks noChangeArrowheads="1"/>
          </p:cNvSpPr>
          <p:nvPr/>
        </p:nvSpPr>
        <p:spPr bwMode="auto">
          <a:xfrm>
            <a:off x="5211763" y="168275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0</a:t>
            </a:r>
          </a:p>
        </p:txBody>
      </p:sp>
      <p:sp>
        <p:nvSpPr>
          <p:cNvPr id="855094" name="Rectangle 54">
            <a:extLst>
              <a:ext uri="{FF2B5EF4-FFF2-40B4-BE49-F238E27FC236}">
                <a16:creationId xmlns:a16="http://schemas.microsoft.com/office/drawing/2014/main" id="{4EA965F8-4673-4BB8-7B02-952B2E251061}"/>
              </a:ext>
            </a:extLst>
          </p:cNvPr>
          <p:cNvSpPr>
            <a:spLocks noChangeArrowheads="1"/>
          </p:cNvSpPr>
          <p:nvPr/>
        </p:nvSpPr>
        <p:spPr bwMode="auto">
          <a:xfrm>
            <a:off x="6126163" y="122555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1</a:t>
            </a:r>
          </a:p>
        </p:txBody>
      </p:sp>
      <p:sp>
        <p:nvSpPr>
          <p:cNvPr id="855095" name="Rectangle 55">
            <a:extLst>
              <a:ext uri="{FF2B5EF4-FFF2-40B4-BE49-F238E27FC236}">
                <a16:creationId xmlns:a16="http://schemas.microsoft.com/office/drawing/2014/main" id="{62839DDD-38A6-784B-2195-DC7EA8DDE549}"/>
              </a:ext>
            </a:extLst>
          </p:cNvPr>
          <p:cNvSpPr>
            <a:spLocks noChangeArrowheads="1"/>
          </p:cNvSpPr>
          <p:nvPr/>
        </p:nvSpPr>
        <p:spPr bwMode="auto">
          <a:xfrm>
            <a:off x="6964363" y="122555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2</a:t>
            </a:r>
          </a:p>
        </p:txBody>
      </p:sp>
      <p:sp>
        <p:nvSpPr>
          <p:cNvPr id="855096" name="Rectangle 56">
            <a:extLst>
              <a:ext uri="{FF2B5EF4-FFF2-40B4-BE49-F238E27FC236}">
                <a16:creationId xmlns:a16="http://schemas.microsoft.com/office/drawing/2014/main" id="{9C0FFBB6-9176-A340-6B24-8DE166017DA5}"/>
              </a:ext>
            </a:extLst>
          </p:cNvPr>
          <p:cNvSpPr>
            <a:spLocks noChangeArrowheads="1"/>
          </p:cNvSpPr>
          <p:nvPr/>
        </p:nvSpPr>
        <p:spPr bwMode="auto">
          <a:xfrm>
            <a:off x="6126163" y="183515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3</a:t>
            </a:r>
          </a:p>
        </p:txBody>
      </p:sp>
      <p:sp>
        <p:nvSpPr>
          <p:cNvPr id="855097" name="Rectangle 57">
            <a:extLst>
              <a:ext uri="{FF2B5EF4-FFF2-40B4-BE49-F238E27FC236}">
                <a16:creationId xmlns:a16="http://schemas.microsoft.com/office/drawing/2014/main" id="{9D7C3A68-AA55-4724-CDD0-D6DD0D4C6972}"/>
              </a:ext>
            </a:extLst>
          </p:cNvPr>
          <p:cNvSpPr>
            <a:spLocks noChangeArrowheads="1"/>
          </p:cNvSpPr>
          <p:nvPr/>
        </p:nvSpPr>
        <p:spPr bwMode="auto">
          <a:xfrm>
            <a:off x="6888163" y="183515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4</a:t>
            </a:r>
          </a:p>
        </p:txBody>
      </p:sp>
      <p:sp>
        <p:nvSpPr>
          <p:cNvPr id="855098" name="Rectangle 58">
            <a:extLst>
              <a:ext uri="{FF2B5EF4-FFF2-40B4-BE49-F238E27FC236}">
                <a16:creationId xmlns:a16="http://schemas.microsoft.com/office/drawing/2014/main" id="{DDED467B-37A0-7224-7352-1FE572C13502}"/>
              </a:ext>
            </a:extLst>
          </p:cNvPr>
          <p:cNvSpPr>
            <a:spLocks noChangeArrowheads="1"/>
          </p:cNvSpPr>
          <p:nvPr/>
        </p:nvSpPr>
        <p:spPr bwMode="auto">
          <a:xfrm>
            <a:off x="7726363" y="183515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5</a:t>
            </a:r>
          </a:p>
        </p:txBody>
      </p:sp>
      <p:sp>
        <p:nvSpPr>
          <p:cNvPr id="855099" name="Rectangle 59">
            <a:extLst>
              <a:ext uri="{FF2B5EF4-FFF2-40B4-BE49-F238E27FC236}">
                <a16:creationId xmlns:a16="http://schemas.microsoft.com/office/drawing/2014/main" id="{B8AE63A5-8D8F-F0BD-432A-31B9F392CA96}"/>
              </a:ext>
            </a:extLst>
          </p:cNvPr>
          <p:cNvSpPr>
            <a:spLocks noChangeArrowheads="1"/>
          </p:cNvSpPr>
          <p:nvPr/>
        </p:nvSpPr>
        <p:spPr bwMode="auto">
          <a:xfrm>
            <a:off x="8564563" y="183515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6</a:t>
            </a:r>
          </a:p>
        </p:txBody>
      </p:sp>
      <p:sp>
        <p:nvSpPr>
          <p:cNvPr id="855100" name="Rectangle 60">
            <a:extLst>
              <a:ext uri="{FF2B5EF4-FFF2-40B4-BE49-F238E27FC236}">
                <a16:creationId xmlns:a16="http://schemas.microsoft.com/office/drawing/2014/main" id="{46AC4D99-44ED-FE96-A069-915B2FFD39D4}"/>
              </a:ext>
            </a:extLst>
          </p:cNvPr>
          <p:cNvSpPr>
            <a:spLocks noChangeArrowheads="1"/>
          </p:cNvSpPr>
          <p:nvPr/>
        </p:nvSpPr>
        <p:spPr bwMode="auto">
          <a:xfrm>
            <a:off x="6126163" y="244475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7</a:t>
            </a:r>
          </a:p>
        </p:txBody>
      </p:sp>
      <p:sp>
        <p:nvSpPr>
          <p:cNvPr id="855101" name="Rectangle 61">
            <a:extLst>
              <a:ext uri="{FF2B5EF4-FFF2-40B4-BE49-F238E27FC236}">
                <a16:creationId xmlns:a16="http://schemas.microsoft.com/office/drawing/2014/main" id="{8924272A-922C-2559-DC70-2EE5CDEC9526}"/>
              </a:ext>
            </a:extLst>
          </p:cNvPr>
          <p:cNvSpPr>
            <a:spLocks noChangeArrowheads="1"/>
          </p:cNvSpPr>
          <p:nvPr/>
        </p:nvSpPr>
        <p:spPr bwMode="auto">
          <a:xfrm>
            <a:off x="7040563" y="244475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8</a:t>
            </a:r>
          </a:p>
        </p:txBody>
      </p:sp>
      <p:sp>
        <p:nvSpPr>
          <p:cNvPr id="855102" name="Rectangle 62">
            <a:extLst>
              <a:ext uri="{FF2B5EF4-FFF2-40B4-BE49-F238E27FC236}">
                <a16:creationId xmlns:a16="http://schemas.microsoft.com/office/drawing/2014/main" id="{6775C7A8-136F-D238-1FC0-CE4ADDCEAF26}"/>
              </a:ext>
            </a:extLst>
          </p:cNvPr>
          <p:cNvSpPr>
            <a:spLocks noChangeArrowheads="1"/>
          </p:cNvSpPr>
          <p:nvPr/>
        </p:nvSpPr>
        <p:spPr bwMode="auto">
          <a:xfrm>
            <a:off x="6508750" y="1049338"/>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a</a:t>
            </a:r>
          </a:p>
        </p:txBody>
      </p:sp>
      <p:sp>
        <p:nvSpPr>
          <p:cNvPr id="855103" name="Rectangle 63">
            <a:extLst>
              <a:ext uri="{FF2B5EF4-FFF2-40B4-BE49-F238E27FC236}">
                <a16:creationId xmlns:a16="http://schemas.microsoft.com/office/drawing/2014/main" id="{F7922697-2BDF-10AD-B104-07BF9F483423}"/>
              </a:ext>
            </a:extLst>
          </p:cNvPr>
          <p:cNvSpPr>
            <a:spLocks noChangeArrowheads="1"/>
          </p:cNvSpPr>
          <p:nvPr/>
        </p:nvSpPr>
        <p:spPr bwMode="auto">
          <a:xfrm>
            <a:off x="6508750" y="1658938"/>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a</a:t>
            </a:r>
          </a:p>
        </p:txBody>
      </p:sp>
      <p:sp>
        <p:nvSpPr>
          <p:cNvPr id="855104" name="Rectangle 64">
            <a:extLst>
              <a:ext uri="{FF2B5EF4-FFF2-40B4-BE49-F238E27FC236}">
                <a16:creationId xmlns:a16="http://schemas.microsoft.com/office/drawing/2014/main" id="{31D91ED3-0E4A-4C52-A11F-EAF0CF3E37F7}"/>
              </a:ext>
            </a:extLst>
          </p:cNvPr>
          <p:cNvSpPr>
            <a:spLocks noChangeArrowheads="1"/>
          </p:cNvSpPr>
          <p:nvPr/>
        </p:nvSpPr>
        <p:spPr bwMode="auto">
          <a:xfrm>
            <a:off x="7264400" y="1658938"/>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b</a:t>
            </a:r>
          </a:p>
        </p:txBody>
      </p:sp>
      <p:sp>
        <p:nvSpPr>
          <p:cNvPr id="855105" name="Rectangle 65">
            <a:extLst>
              <a:ext uri="{FF2B5EF4-FFF2-40B4-BE49-F238E27FC236}">
                <a16:creationId xmlns:a16="http://schemas.microsoft.com/office/drawing/2014/main" id="{070E59F1-12ED-B25E-34C8-256F6C1DE414}"/>
              </a:ext>
            </a:extLst>
          </p:cNvPr>
          <p:cNvSpPr>
            <a:spLocks noChangeArrowheads="1"/>
          </p:cNvSpPr>
          <p:nvPr/>
        </p:nvSpPr>
        <p:spPr bwMode="auto">
          <a:xfrm>
            <a:off x="8102600" y="1735138"/>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b</a:t>
            </a:r>
          </a:p>
        </p:txBody>
      </p:sp>
      <p:sp>
        <p:nvSpPr>
          <p:cNvPr id="855106" name="Rectangle 66">
            <a:extLst>
              <a:ext uri="{FF2B5EF4-FFF2-40B4-BE49-F238E27FC236}">
                <a16:creationId xmlns:a16="http://schemas.microsoft.com/office/drawing/2014/main" id="{491BCD2A-11A8-DB44-CB86-3E7B8483F697}"/>
              </a:ext>
            </a:extLst>
          </p:cNvPr>
          <p:cNvSpPr>
            <a:spLocks noChangeArrowheads="1"/>
          </p:cNvSpPr>
          <p:nvPr/>
        </p:nvSpPr>
        <p:spPr bwMode="auto">
          <a:xfrm>
            <a:off x="6356350" y="2039938"/>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a</a:t>
            </a:r>
          </a:p>
        </p:txBody>
      </p:sp>
      <p:sp>
        <p:nvSpPr>
          <p:cNvPr id="855107" name="Rectangle 67">
            <a:extLst>
              <a:ext uri="{FF2B5EF4-FFF2-40B4-BE49-F238E27FC236}">
                <a16:creationId xmlns:a16="http://schemas.microsoft.com/office/drawing/2014/main" id="{43097725-0654-61AC-3F72-3A89900AACFB}"/>
              </a:ext>
            </a:extLst>
          </p:cNvPr>
          <p:cNvSpPr>
            <a:spLocks noChangeArrowheads="1"/>
          </p:cNvSpPr>
          <p:nvPr/>
        </p:nvSpPr>
        <p:spPr bwMode="auto">
          <a:xfrm>
            <a:off x="6578600" y="2268538"/>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b</a:t>
            </a:r>
          </a:p>
        </p:txBody>
      </p:sp>
      <p:sp>
        <p:nvSpPr>
          <p:cNvPr id="855108" name="Rectangle 68">
            <a:extLst>
              <a:ext uri="{FF2B5EF4-FFF2-40B4-BE49-F238E27FC236}">
                <a16:creationId xmlns:a16="http://schemas.microsoft.com/office/drawing/2014/main" id="{5B82E610-E3B6-1C2B-DA38-8D18B5F40F3B}"/>
              </a:ext>
            </a:extLst>
          </p:cNvPr>
          <p:cNvSpPr>
            <a:spLocks noChangeArrowheads="1"/>
          </p:cNvSpPr>
          <p:nvPr/>
        </p:nvSpPr>
        <p:spPr bwMode="auto">
          <a:xfrm>
            <a:off x="7188200" y="2039938"/>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b</a:t>
            </a:r>
          </a:p>
        </p:txBody>
      </p:sp>
      <p:sp>
        <p:nvSpPr>
          <p:cNvPr id="855145" name="Oval 105">
            <a:extLst>
              <a:ext uri="{FF2B5EF4-FFF2-40B4-BE49-F238E27FC236}">
                <a16:creationId xmlns:a16="http://schemas.microsoft.com/office/drawing/2014/main" id="{05C819BA-9756-C665-8EF9-CAF25EBD82F3}"/>
              </a:ext>
            </a:extLst>
          </p:cNvPr>
          <p:cNvSpPr>
            <a:spLocks noChangeArrowheads="1"/>
          </p:cNvSpPr>
          <p:nvPr/>
        </p:nvSpPr>
        <p:spPr bwMode="auto">
          <a:xfrm>
            <a:off x="5356225" y="3970338"/>
            <a:ext cx="596900" cy="5207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55146" name="Oval 106">
            <a:extLst>
              <a:ext uri="{FF2B5EF4-FFF2-40B4-BE49-F238E27FC236}">
                <a16:creationId xmlns:a16="http://schemas.microsoft.com/office/drawing/2014/main" id="{5650523A-3D38-C89D-DAA4-4B2283D8ED4B}"/>
              </a:ext>
            </a:extLst>
          </p:cNvPr>
          <p:cNvSpPr>
            <a:spLocks noChangeArrowheads="1"/>
          </p:cNvSpPr>
          <p:nvPr/>
        </p:nvSpPr>
        <p:spPr bwMode="auto">
          <a:xfrm>
            <a:off x="6435725" y="3602038"/>
            <a:ext cx="571500" cy="495300"/>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55147" name="Oval 107">
            <a:extLst>
              <a:ext uri="{FF2B5EF4-FFF2-40B4-BE49-F238E27FC236}">
                <a16:creationId xmlns:a16="http://schemas.microsoft.com/office/drawing/2014/main" id="{26A38571-E467-E767-3AD4-D2D86664D19F}"/>
              </a:ext>
            </a:extLst>
          </p:cNvPr>
          <p:cNvSpPr>
            <a:spLocks noChangeArrowheads="1"/>
          </p:cNvSpPr>
          <p:nvPr/>
        </p:nvSpPr>
        <p:spPr bwMode="auto">
          <a:xfrm>
            <a:off x="6435725" y="4897438"/>
            <a:ext cx="571500" cy="495300"/>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55148" name="Oval 108">
            <a:extLst>
              <a:ext uri="{FF2B5EF4-FFF2-40B4-BE49-F238E27FC236}">
                <a16:creationId xmlns:a16="http://schemas.microsoft.com/office/drawing/2014/main" id="{73454175-6229-863A-6096-DCAC3C6C0554}"/>
              </a:ext>
            </a:extLst>
          </p:cNvPr>
          <p:cNvSpPr>
            <a:spLocks noChangeArrowheads="1"/>
          </p:cNvSpPr>
          <p:nvPr/>
        </p:nvSpPr>
        <p:spPr bwMode="auto">
          <a:xfrm>
            <a:off x="7959725" y="3602038"/>
            <a:ext cx="571500" cy="571500"/>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55149" name="Rectangle 109">
            <a:extLst>
              <a:ext uri="{FF2B5EF4-FFF2-40B4-BE49-F238E27FC236}">
                <a16:creationId xmlns:a16="http://schemas.microsoft.com/office/drawing/2014/main" id="{4383D26A-E774-129F-C4AF-4C1B908E565C}"/>
              </a:ext>
            </a:extLst>
          </p:cNvPr>
          <p:cNvSpPr>
            <a:spLocks noChangeArrowheads="1"/>
          </p:cNvSpPr>
          <p:nvPr/>
        </p:nvSpPr>
        <p:spPr bwMode="auto">
          <a:xfrm>
            <a:off x="5283200" y="4114800"/>
            <a:ext cx="692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  0137</a:t>
            </a:r>
          </a:p>
        </p:txBody>
      </p:sp>
      <p:sp>
        <p:nvSpPr>
          <p:cNvPr id="855150" name="Oval 110">
            <a:extLst>
              <a:ext uri="{FF2B5EF4-FFF2-40B4-BE49-F238E27FC236}">
                <a16:creationId xmlns:a16="http://schemas.microsoft.com/office/drawing/2014/main" id="{148108D9-5CD9-B057-ABD3-BF475D6ADEEF}"/>
              </a:ext>
            </a:extLst>
          </p:cNvPr>
          <p:cNvSpPr>
            <a:spLocks noChangeArrowheads="1"/>
          </p:cNvSpPr>
          <p:nvPr/>
        </p:nvSpPr>
        <p:spPr bwMode="auto">
          <a:xfrm>
            <a:off x="7959725" y="4821238"/>
            <a:ext cx="571500" cy="495300"/>
          </a:xfrm>
          <a:prstGeom prst="ellipse">
            <a:avLst/>
          </a:prstGeom>
          <a:solidFill>
            <a:schemeClr val="accent1"/>
          </a:solidFill>
          <a:ln w="38100" cmpd="dbl">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55151" name="Line 111">
            <a:extLst>
              <a:ext uri="{FF2B5EF4-FFF2-40B4-BE49-F238E27FC236}">
                <a16:creationId xmlns:a16="http://schemas.microsoft.com/office/drawing/2014/main" id="{FBC8B2B5-4866-3E7D-E8F0-3B869B569230}"/>
              </a:ext>
            </a:extLst>
          </p:cNvPr>
          <p:cNvSpPr>
            <a:spLocks noChangeShapeType="1"/>
          </p:cNvSpPr>
          <p:nvPr/>
        </p:nvSpPr>
        <p:spPr bwMode="auto">
          <a:xfrm flipV="1">
            <a:off x="5959475" y="3963988"/>
            <a:ext cx="457200" cy="2286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5152" name="Rectangle 112">
            <a:extLst>
              <a:ext uri="{FF2B5EF4-FFF2-40B4-BE49-F238E27FC236}">
                <a16:creationId xmlns:a16="http://schemas.microsoft.com/office/drawing/2014/main" id="{DC6A9C7D-87FA-B43C-0DD2-A8457DA9AB69}"/>
              </a:ext>
            </a:extLst>
          </p:cNvPr>
          <p:cNvSpPr>
            <a:spLocks noChangeArrowheads="1"/>
          </p:cNvSpPr>
          <p:nvPr/>
        </p:nvSpPr>
        <p:spPr bwMode="auto">
          <a:xfrm>
            <a:off x="5894388" y="38100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a</a:t>
            </a:r>
          </a:p>
        </p:txBody>
      </p:sp>
      <p:sp>
        <p:nvSpPr>
          <p:cNvPr id="855154" name="Rectangle 114">
            <a:extLst>
              <a:ext uri="{FF2B5EF4-FFF2-40B4-BE49-F238E27FC236}">
                <a16:creationId xmlns:a16="http://schemas.microsoft.com/office/drawing/2014/main" id="{DE007A89-632E-0296-F8F9-E8755B66EB38}"/>
              </a:ext>
            </a:extLst>
          </p:cNvPr>
          <p:cNvSpPr>
            <a:spLocks noChangeArrowheads="1"/>
          </p:cNvSpPr>
          <p:nvPr/>
        </p:nvSpPr>
        <p:spPr bwMode="auto">
          <a:xfrm>
            <a:off x="5724525" y="4941888"/>
            <a:ext cx="7143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rgbClr val="FF0000"/>
                </a:solidFill>
                <a:latin typeface="Times New Roman" panose="02020603050405020304" pitchFamily="18" charset="0"/>
                <a:ea typeface="宋体" panose="02010600030101010101" pitchFamily="2" charset="-122"/>
              </a:rPr>
              <a:t>a*bb*</a:t>
            </a:r>
          </a:p>
        </p:txBody>
      </p:sp>
      <p:sp>
        <p:nvSpPr>
          <p:cNvPr id="855155" name="Rectangle 115">
            <a:extLst>
              <a:ext uri="{FF2B5EF4-FFF2-40B4-BE49-F238E27FC236}">
                <a16:creationId xmlns:a16="http://schemas.microsoft.com/office/drawing/2014/main" id="{5C3CB0C7-E555-6203-D8FC-857EFAC61546}"/>
              </a:ext>
            </a:extLst>
          </p:cNvPr>
          <p:cNvSpPr>
            <a:spLocks noChangeArrowheads="1"/>
          </p:cNvSpPr>
          <p:nvPr/>
        </p:nvSpPr>
        <p:spPr bwMode="auto">
          <a:xfrm>
            <a:off x="8524875" y="4953000"/>
            <a:ext cx="511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rgbClr val="FF0000"/>
                </a:solidFill>
                <a:latin typeface="Times New Roman" panose="02020603050405020304" pitchFamily="18" charset="0"/>
                <a:ea typeface="宋体" panose="02010600030101010101" pitchFamily="2" charset="-122"/>
              </a:rPr>
              <a:t>abb</a:t>
            </a:r>
          </a:p>
        </p:txBody>
      </p:sp>
      <p:sp>
        <p:nvSpPr>
          <p:cNvPr id="855156" name="Oval 116">
            <a:extLst>
              <a:ext uri="{FF2B5EF4-FFF2-40B4-BE49-F238E27FC236}">
                <a16:creationId xmlns:a16="http://schemas.microsoft.com/office/drawing/2014/main" id="{9C56FD83-861C-8437-3094-BC5F497DBA4F}"/>
              </a:ext>
            </a:extLst>
          </p:cNvPr>
          <p:cNvSpPr>
            <a:spLocks noChangeArrowheads="1"/>
          </p:cNvSpPr>
          <p:nvPr/>
        </p:nvSpPr>
        <p:spPr bwMode="auto">
          <a:xfrm>
            <a:off x="7261225" y="4198938"/>
            <a:ext cx="444500" cy="444500"/>
          </a:xfrm>
          <a:prstGeom prst="ellipse">
            <a:avLst/>
          </a:prstGeom>
          <a:solidFill>
            <a:schemeClr val="accent1"/>
          </a:solidFill>
          <a:ln w="12700">
            <a:solidFill>
              <a:schemeClr val="tx1"/>
            </a:solidFill>
            <a:round/>
            <a:headEnd/>
            <a:tailEnd/>
          </a:ln>
        </p:spPr>
        <p:txBody>
          <a:bodyPr wrap="none" anchor="ct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eaLnBrk="1" hangingPunct="1">
              <a:spcBef>
                <a:spcPct val="0"/>
              </a:spcBef>
              <a:buClrTx/>
              <a:buSzTx/>
              <a:buFontTx/>
              <a:buNone/>
            </a:pPr>
            <a:endParaRPr lang="zh-CN" altLang="en-US" sz="1800" b="0">
              <a:solidFill>
                <a:schemeClr val="tx1"/>
              </a:solidFill>
              <a:ea typeface="宋体" panose="02010600030101010101" pitchFamily="2" charset="-122"/>
            </a:endParaRPr>
          </a:p>
        </p:txBody>
      </p:sp>
      <p:sp>
        <p:nvSpPr>
          <p:cNvPr id="855157" name="Line 117">
            <a:extLst>
              <a:ext uri="{FF2B5EF4-FFF2-40B4-BE49-F238E27FC236}">
                <a16:creationId xmlns:a16="http://schemas.microsoft.com/office/drawing/2014/main" id="{41E33F4C-AB6F-D174-A1F0-738C25FA2BE8}"/>
              </a:ext>
            </a:extLst>
          </p:cNvPr>
          <p:cNvSpPr>
            <a:spLocks noChangeShapeType="1"/>
          </p:cNvSpPr>
          <p:nvPr/>
        </p:nvSpPr>
        <p:spPr bwMode="auto">
          <a:xfrm>
            <a:off x="5883275" y="4421188"/>
            <a:ext cx="685800" cy="5334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5158" name="Line 118">
            <a:extLst>
              <a:ext uri="{FF2B5EF4-FFF2-40B4-BE49-F238E27FC236}">
                <a16:creationId xmlns:a16="http://schemas.microsoft.com/office/drawing/2014/main" id="{8DB8CDFA-2B61-0DE3-B677-41A5ED42B1E0}"/>
              </a:ext>
            </a:extLst>
          </p:cNvPr>
          <p:cNvSpPr>
            <a:spLocks noChangeShapeType="1"/>
          </p:cNvSpPr>
          <p:nvPr/>
        </p:nvSpPr>
        <p:spPr bwMode="auto">
          <a:xfrm>
            <a:off x="7026275" y="3811588"/>
            <a:ext cx="914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5159" name="Line 119">
            <a:extLst>
              <a:ext uri="{FF2B5EF4-FFF2-40B4-BE49-F238E27FC236}">
                <a16:creationId xmlns:a16="http://schemas.microsoft.com/office/drawing/2014/main" id="{942417C6-37F0-E39A-B2AD-9B3D1E635595}"/>
              </a:ext>
            </a:extLst>
          </p:cNvPr>
          <p:cNvSpPr>
            <a:spLocks noChangeShapeType="1"/>
          </p:cNvSpPr>
          <p:nvPr/>
        </p:nvSpPr>
        <p:spPr bwMode="auto">
          <a:xfrm>
            <a:off x="6950075" y="4040188"/>
            <a:ext cx="304800" cy="3048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5160" name="Line 120">
            <a:extLst>
              <a:ext uri="{FF2B5EF4-FFF2-40B4-BE49-F238E27FC236}">
                <a16:creationId xmlns:a16="http://schemas.microsoft.com/office/drawing/2014/main" id="{BEF6B747-DE72-738D-4317-04F5F07186C9}"/>
              </a:ext>
            </a:extLst>
          </p:cNvPr>
          <p:cNvSpPr>
            <a:spLocks noChangeShapeType="1"/>
          </p:cNvSpPr>
          <p:nvPr/>
        </p:nvSpPr>
        <p:spPr bwMode="auto">
          <a:xfrm flipH="1">
            <a:off x="6873875" y="4497388"/>
            <a:ext cx="381000" cy="3810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5161" name="Line 121">
            <a:extLst>
              <a:ext uri="{FF2B5EF4-FFF2-40B4-BE49-F238E27FC236}">
                <a16:creationId xmlns:a16="http://schemas.microsoft.com/office/drawing/2014/main" id="{75ED91DA-E9B3-FC72-A02C-1400EB7900B1}"/>
              </a:ext>
            </a:extLst>
          </p:cNvPr>
          <p:cNvSpPr>
            <a:spLocks noChangeShapeType="1"/>
          </p:cNvSpPr>
          <p:nvPr/>
        </p:nvSpPr>
        <p:spPr bwMode="auto">
          <a:xfrm>
            <a:off x="8245475" y="4192588"/>
            <a:ext cx="0" cy="6096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5162" name="Line 122">
            <a:extLst>
              <a:ext uri="{FF2B5EF4-FFF2-40B4-BE49-F238E27FC236}">
                <a16:creationId xmlns:a16="http://schemas.microsoft.com/office/drawing/2014/main" id="{301923C2-D551-5AFE-91EC-120EBDB0DA38}"/>
              </a:ext>
            </a:extLst>
          </p:cNvPr>
          <p:cNvSpPr>
            <a:spLocks noChangeShapeType="1"/>
          </p:cNvSpPr>
          <p:nvPr/>
        </p:nvSpPr>
        <p:spPr bwMode="auto">
          <a:xfrm flipH="1">
            <a:off x="7026275" y="5106988"/>
            <a:ext cx="914400" cy="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5163" name="Freeform 123">
            <a:extLst>
              <a:ext uri="{FF2B5EF4-FFF2-40B4-BE49-F238E27FC236}">
                <a16:creationId xmlns:a16="http://schemas.microsoft.com/office/drawing/2014/main" id="{20295515-7FAB-9EF5-048F-E0C130C46D3A}"/>
              </a:ext>
            </a:extLst>
          </p:cNvPr>
          <p:cNvSpPr>
            <a:spLocks/>
          </p:cNvSpPr>
          <p:nvPr/>
        </p:nvSpPr>
        <p:spPr bwMode="auto">
          <a:xfrm>
            <a:off x="7559675" y="4040188"/>
            <a:ext cx="306388" cy="230187"/>
          </a:xfrm>
          <a:custGeom>
            <a:avLst/>
            <a:gdLst>
              <a:gd name="T0" fmla="*/ 2147483646 w 193"/>
              <a:gd name="T1" fmla="*/ 2147483646 h 145"/>
              <a:gd name="T2" fmla="*/ 2147483646 w 193"/>
              <a:gd name="T3" fmla="*/ 0 h 145"/>
              <a:gd name="T4" fmla="*/ 0 w 193"/>
              <a:gd name="T5" fmla="*/ 0 h 145"/>
              <a:gd name="T6" fmla="*/ 2147483646 w 193"/>
              <a:gd name="T7" fmla="*/ 2147483646 h 145"/>
              <a:gd name="T8" fmla="*/ 0 60000 65536"/>
              <a:gd name="T9" fmla="*/ 0 60000 65536"/>
              <a:gd name="T10" fmla="*/ 0 60000 65536"/>
              <a:gd name="T11" fmla="*/ 0 60000 65536"/>
              <a:gd name="T12" fmla="*/ 0 w 193"/>
              <a:gd name="T13" fmla="*/ 0 h 145"/>
              <a:gd name="T14" fmla="*/ 193 w 193"/>
              <a:gd name="T15" fmla="*/ 145 h 145"/>
            </a:gdLst>
            <a:ahLst/>
            <a:cxnLst>
              <a:cxn ang="T8">
                <a:pos x="T0" y="T1"/>
              </a:cxn>
              <a:cxn ang="T9">
                <a:pos x="T2" y="T3"/>
              </a:cxn>
              <a:cxn ang="T10">
                <a:pos x="T4" y="T5"/>
              </a:cxn>
              <a:cxn ang="T11">
                <a:pos x="T6" y="T7"/>
              </a:cxn>
            </a:cxnLst>
            <a:rect l="T12" t="T13" r="T14" b="T15"/>
            <a:pathLst>
              <a:path w="193" h="145">
                <a:moveTo>
                  <a:pt x="96" y="144"/>
                </a:moveTo>
                <a:lnTo>
                  <a:pt x="192" y="0"/>
                </a:lnTo>
                <a:lnTo>
                  <a:pt x="0" y="0"/>
                </a:lnTo>
                <a:lnTo>
                  <a:pt x="48" y="96"/>
                </a:lnTo>
              </a:path>
            </a:pathLst>
          </a:custGeom>
          <a:noFill/>
          <a:ln w="12700" cap="rnd" cmpd="sng">
            <a:solidFill>
              <a:schemeClr val="tx1"/>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55164" name="Freeform 124">
            <a:extLst>
              <a:ext uri="{FF2B5EF4-FFF2-40B4-BE49-F238E27FC236}">
                <a16:creationId xmlns:a16="http://schemas.microsoft.com/office/drawing/2014/main" id="{0FCA9B85-AD63-DD16-6182-6D087EA00719}"/>
              </a:ext>
            </a:extLst>
          </p:cNvPr>
          <p:cNvSpPr>
            <a:spLocks/>
          </p:cNvSpPr>
          <p:nvPr/>
        </p:nvSpPr>
        <p:spPr bwMode="auto">
          <a:xfrm>
            <a:off x="6569075" y="4573588"/>
            <a:ext cx="382588" cy="306387"/>
          </a:xfrm>
          <a:custGeom>
            <a:avLst/>
            <a:gdLst>
              <a:gd name="T0" fmla="*/ 2147483646 w 241"/>
              <a:gd name="T1" fmla="*/ 2147483646 h 193"/>
              <a:gd name="T2" fmla="*/ 2147483646 w 241"/>
              <a:gd name="T3" fmla="*/ 0 h 193"/>
              <a:gd name="T4" fmla="*/ 0 w 241"/>
              <a:gd name="T5" fmla="*/ 0 h 193"/>
              <a:gd name="T6" fmla="*/ 2147483646 w 241"/>
              <a:gd name="T7" fmla="*/ 2147483646 h 193"/>
              <a:gd name="T8" fmla="*/ 0 60000 65536"/>
              <a:gd name="T9" fmla="*/ 0 60000 65536"/>
              <a:gd name="T10" fmla="*/ 0 60000 65536"/>
              <a:gd name="T11" fmla="*/ 0 60000 65536"/>
              <a:gd name="T12" fmla="*/ 0 w 241"/>
              <a:gd name="T13" fmla="*/ 0 h 193"/>
              <a:gd name="T14" fmla="*/ 241 w 241"/>
              <a:gd name="T15" fmla="*/ 193 h 193"/>
            </a:gdLst>
            <a:ahLst/>
            <a:cxnLst>
              <a:cxn ang="T8">
                <a:pos x="T0" y="T1"/>
              </a:cxn>
              <a:cxn ang="T9">
                <a:pos x="T2" y="T3"/>
              </a:cxn>
              <a:cxn ang="T10">
                <a:pos x="T4" y="T5"/>
              </a:cxn>
              <a:cxn ang="T11">
                <a:pos x="T6" y="T7"/>
              </a:cxn>
            </a:cxnLst>
            <a:rect l="T12" t="T13" r="T14" b="T15"/>
            <a:pathLst>
              <a:path w="241" h="193">
                <a:moveTo>
                  <a:pt x="144" y="192"/>
                </a:moveTo>
                <a:lnTo>
                  <a:pt x="240" y="0"/>
                </a:lnTo>
                <a:lnTo>
                  <a:pt x="0" y="0"/>
                </a:lnTo>
                <a:lnTo>
                  <a:pt x="96" y="192"/>
                </a:lnTo>
              </a:path>
            </a:pathLst>
          </a:custGeom>
          <a:noFill/>
          <a:ln w="12700" cap="rnd" cmpd="sng">
            <a:solidFill>
              <a:schemeClr val="tx1"/>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55165" name="Rectangle 125">
            <a:extLst>
              <a:ext uri="{FF2B5EF4-FFF2-40B4-BE49-F238E27FC236}">
                <a16:creationId xmlns:a16="http://schemas.microsoft.com/office/drawing/2014/main" id="{64AE8397-E2DA-D4D6-5476-E03E09F2122F}"/>
              </a:ext>
            </a:extLst>
          </p:cNvPr>
          <p:cNvSpPr>
            <a:spLocks noChangeArrowheads="1"/>
          </p:cNvSpPr>
          <p:nvPr/>
        </p:nvSpPr>
        <p:spPr bwMode="auto">
          <a:xfrm>
            <a:off x="6477000" y="3711575"/>
            <a:ext cx="488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247</a:t>
            </a:r>
          </a:p>
        </p:txBody>
      </p:sp>
      <p:sp>
        <p:nvSpPr>
          <p:cNvPr id="855166" name="Rectangle 126">
            <a:extLst>
              <a:ext uri="{FF2B5EF4-FFF2-40B4-BE49-F238E27FC236}">
                <a16:creationId xmlns:a16="http://schemas.microsoft.com/office/drawing/2014/main" id="{8D7A0112-9AB7-3A6D-3C89-99C105EEC2B7}"/>
              </a:ext>
            </a:extLst>
          </p:cNvPr>
          <p:cNvSpPr>
            <a:spLocks noChangeArrowheads="1"/>
          </p:cNvSpPr>
          <p:nvPr/>
        </p:nvSpPr>
        <p:spPr bwMode="auto">
          <a:xfrm>
            <a:off x="6572250" y="5006975"/>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8</a:t>
            </a:r>
          </a:p>
        </p:txBody>
      </p:sp>
      <p:sp>
        <p:nvSpPr>
          <p:cNvPr id="855167" name="Rectangle 127">
            <a:extLst>
              <a:ext uri="{FF2B5EF4-FFF2-40B4-BE49-F238E27FC236}">
                <a16:creationId xmlns:a16="http://schemas.microsoft.com/office/drawing/2014/main" id="{2D519A63-9B2E-E7F0-A6DF-630CD3B697E3}"/>
              </a:ext>
            </a:extLst>
          </p:cNvPr>
          <p:cNvSpPr>
            <a:spLocks noChangeArrowheads="1"/>
          </p:cNvSpPr>
          <p:nvPr/>
        </p:nvSpPr>
        <p:spPr bwMode="auto">
          <a:xfrm>
            <a:off x="7334250" y="4321175"/>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7</a:t>
            </a:r>
          </a:p>
        </p:txBody>
      </p:sp>
      <p:sp>
        <p:nvSpPr>
          <p:cNvPr id="855168" name="Rectangle 128">
            <a:extLst>
              <a:ext uri="{FF2B5EF4-FFF2-40B4-BE49-F238E27FC236}">
                <a16:creationId xmlns:a16="http://schemas.microsoft.com/office/drawing/2014/main" id="{45987F2D-0552-D4C3-612C-E2FDE7DB1824}"/>
              </a:ext>
            </a:extLst>
          </p:cNvPr>
          <p:cNvSpPr>
            <a:spLocks noChangeArrowheads="1"/>
          </p:cNvSpPr>
          <p:nvPr/>
        </p:nvSpPr>
        <p:spPr bwMode="auto">
          <a:xfrm>
            <a:off x="8051800" y="3711575"/>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58</a:t>
            </a:r>
          </a:p>
        </p:txBody>
      </p:sp>
      <p:sp>
        <p:nvSpPr>
          <p:cNvPr id="855169" name="Rectangle 129">
            <a:extLst>
              <a:ext uri="{FF2B5EF4-FFF2-40B4-BE49-F238E27FC236}">
                <a16:creationId xmlns:a16="http://schemas.microsoft.com/office/drawing/2014/main" id="{B43BB40C-2EC5-B01A-60BB-CB8878A935CE}"/>
              </a:ext>
            </a:extLst>
          </p:cNvPr>
          <p:cNvSpPr>
            <a:spLocks noChangeArrowheads="1"/>
          </p:cNvSpPr>
          <p:nvPr/>
        </p:nvSpPr>
        <p:spPr bwMode="auto">
          <a:xfrm>
            <a:off x="8039100" y="4930775"/>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800">
                <a:solidFill>
                  <a:schemeClr val="tx2"/>
                </a:solidFill>
                <a:latin typeface="Times New Roman" panose="02020603050405020304" pitchFamily="18" charset="0"/>
                <a:ea typeface="宋体" panose="02010600030101010101" pitchFamily="2" charset="-122"/>
              </a:rPr>
              <a:t>68</a:t>
            </a:r>
          </a:p>
        </p:txBody>
      </p:sp>
      <p:sp>
        <p:nvSpPr>
          <p:cNvPr id="855170" name="Rectangle 130">
            <a:extLst>
              <a:ext uri="{FF2B5EF4-FFF2-40B4-BE49-F238E27FC236}">
                <a16:creationId xmlns:a16="http://schemas.microsoft.com/office/drawing/2014/main" id="{A4358363-97AC-576B-4A70-8628D37F4B14}"/>
              </a:ext>
            </a:extLst>
          </p:cNvPr>
          <p:cNvSpPr>
            <a:spLocks noChangeArrowheads="1"/>
          </p:cNvSpPr>
          <p:nvPr/>
        </p:nvSpPr>
        <p:spPr bwMode="auto">
          <a:xfrm>
            <a:off x="6040438" y="43434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b</a:t>
            </a:r>
          </a:p>
        </p:txBody>
      </p:sp>
      <p:sp>
        <p:nvSpPr>
          <p:cNvPr id="855171" name="Rectangle 131">
            <a:extLst>
              <a:ext uri="{FF2B5EF4-FFF2-40B4-BE49-F238E27FC236}">
                <a16:creationId xmlns:a16="http://schemas.microsoft.com/office/drawing/2014/main" id="{51F41F90-2458-B417-51D6-CE20B7AECA0A}"/>
              </a:ext>
            </a:extLst>
          </p:cNvPr>
          <p:cNvSpPr>
            <a:spLocks noChangeArrowheads="1"/>
          </p:cNvSpPr>
          <p:nvPr/>
        </p:nvSpPr>
        <p:spPr bwMode="auto">
          <a:xfrm>
            <a:off x="6573838" y="42672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b</a:t>
            </a:r>
          </a:p>
        </p:txBody>
      </p:sp>
      <p:sp>
        <p:nvSpPr>
          <p:cNvPr id="855172" name="Rectangle 132">
            <a:extLst>
              <a:ext uri="{FF2B5EF4-FFF2-40B4-BE49-F238E27FC236}">
                <a16:creationId xmlns:a16="http://schemas.microsoft.com/office/drawing/2014/main" id="{E1FEDFEA-13AA-288B-FFCE-F8755DC27512}"/>
              </a:ext>
            </a:extLst>
          </p:cNvPr>
          <p:cNvSpPr>
            <a:spLocks noChangeArrowheads="1"/>
          </p:cNvSpPr>
          <p:nvPr/>
        </p:nvSpPr>
        <p:spPr bwMode="auto">
          <a:xfrm>
            <a:off x="7259638" y="35052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b</a:t>
            </a:r>
          </a:p>
        </p:txBody>
      </p:sp>
      <p:sp>
        <p:nvSpPr>
          <p:cNvPr id="855173" name="Rectangle 133">
            <a:extLst>
              <a:ext uri="{FF2B5EF4-FFF2-40B4-BE49-F238E27FC236}">
                <a16:creationId xmlns:a16="http://schemas.microsoft.com/office/drawing/2014/main" id="{F637B277-9466-5985-1DC8-64803262D59F}"/>
              </a:ext>
            </a:extLst>
          </p:cNvPr>
          <p:cNvSpPr>
            <a:spLocks noChangeArrowheads="1"/>
          </p:cNvSpPr>
          <p:nvPr/>
        </p:nvSpPr>
        <p:spPr bwMode="auto">
          <a:xfrm>
            <a:off x="6961188" y="38862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a</a:t>
            </a:r>
          </a:p>
        </p:txBody>
      </p:sp>
      <p:sp>
        <p:nvSpPr>
          <p:cNvPr id="855174" name="Rectangle 134">
            <a:extLst>
              <a:ext uri="{FF2B5EF4-FFF2-40B4-BE49-F238E27FC236}">
                <a16:creationId xmlns:a16="http://schemas.microsoft.com/office/drawing/2014/main" id="{D7E57A30-EF97-6293-38BB-C9D6A1EBACA2}"/>
              </a:ext>
            </a:extLst>
          </p:cNvPr>
          <p:cNvSpPr>
            <a:spLocks noChangeArrowheads="1"/>
          </p:cNvSpPr>
          <p:nvPr/>
        </p:nvSpPr>
        <p:spPr bwMode="auto">
          <a:xfrm>
            <a:off x="7646988" y="411480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a</a:t>
            </a:r>
          </a:p>
        </p:txBody>
      </p:sp>
      <p:sp>
        <p:nvSpPr>
          <p:cNvPr id="855175" name="Rectangle 135">
            <a:extLst>
              <a:ext uri="{FF2B5EF4-FFF2-40B4-BE49-F238E27FC236}">
                <a16:creationId xmlns:a16="http://schemas.microsoft.com/office/drawing/2014/main" id="{4DC0A657-6FF1-3B69-81F7-523B75E85FEA}"/>
              </a:ext>
            </a:extLst>
          </p:cNvPr>
          <p:cNvSpPr>
            <a:spLocks noChangeArrowheads="1"/>
          </p:cNvSpPr>
          <p:nvPr/>
        </p:nvSpPr>
        <p:spPr bwMode="auto">
          <a:xfrm>
            <a:off x="6954838" y="46482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b</a:t>
            </a:r>
          </a:p>
        </p:txBody>
      </p:sp>
      <p:sp>
        <p:nvSpPr>
          <p:cNvPr id="855176" name="Rectangle 136">
            <a:extLst>
              <a:ext uri="{FF2B5EF4-FFF2-40B4-BE49-F238E27FC236}">
                <a16:creationId xmlns:a16="http://schemas.microsoft.com/office/drawing/2014/main" id="{FA24C460-5773-8B59-D0A0-C8DF9FB30218}"/>
              </a:ext>
            </a:extLst>
          </p:cNvPr>
          <p:cNvSpPr>
            <a:spLocks noChangeArrowheads="1"/>
          </p:cNvSpPr>
          <p:nvPr/>
        </p:nvSpPr>
        <p:spPr bwMode="auto">
          <a:xfrm>
            <a:off x="7335838" y="48006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b</a:t>
            </a:r>
          </a:p>
        </p:txBody>
      </p:sp>
      <p:sp>
        <p:nvSpPr>
          <p:cNvPr id="855177" name="Rectangle 137">
            <a:extLst>
              <a:ext uri="{FF2B5EF4-FFF2-40B4-BE49-F238E27FC236}">
                <a16:creationId xmlns:a16="http://schemas.microsoft.com/office/drawing/2014/main" id="{2DA46742-D761-2BFF-CE31-E0854ED67B6E}"/>
              </a:ext>
            </a:extLst>
          </p:cNvPr>
          <p:cNvSpPr>
            <a:spLocks noChangeArrowheads="1"/>
          </p:cNvSpPr>
          <p:nvPr/>
        </p:nvSpPr>
        <p:spPr bwMode="auto">
          <a:xfrm>
            <a:off x="8174038" y="43434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b</a:t>
            </a:r>
          </a:p>
        </p:txBody>
      </p:sp>
      <p:sp>
        <p:nvSpPr>
          <p:cNvPr id="855179" name="Rectangle 139">
            <a:extLst>
              <a:ext uri="{FF2B5EF4-FFF2-40B4-BE49-F238E27FC236}">
                <a16:creationId xmlns:a16="http://schemas.microsoft.com/office/drawing/2014/main" id="{F475B2A1-37FB-147F-14FC-936B30EC16CA}"/>
              </a:ext>
            </a:extLst>
          </p:cNvPr>
          <p:cNvSpPr>
            <a:spLocks noChangeArrowheads="1"/>
          </p:cNvSpPr>
          <p:nvPr/>
        </p:nvSpPr>
        <p:spPr bwMode="auto">
          <a:xfrm>
            <a:off x="7199313" y="973138"/>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a</a:t>
            </a:r>
          </a:p>
        </p:txBody>
      </p:sp>
      <p:sp>
        <p:nvSpPr>
          <p:cNvPr id="855180" name="Rectangle 140">
            <a:extLst>
              <a:ext uri="{FF2B5EF4-FFF2-40B4-BE49-F238E27FC236}">
                <a16:creationId xmlns:a16="http://schemas.microsoft.com/office/drawing/2014/main" id="{F0B7CB42-A604-DA1B-EAC7-D95AADA57AF0}"/>
              </a:ext>
            </a:extLst>
          </p:cNvPr>
          <p:cNvSpPr>
            <a:spLocks noChangeArrowheads="1"/>
          </p:cNvSpPr>
          <p:nvPr/>
        </p:nvSpPr>
        <p:spPr bwMode="auto">
          <a:xfrm>
            <a:off x="8148638" y="1506538"/>
            <a:ext cx="815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      abb</a:t>
            </a:r>
          </a:p>
        </p:txBody>
      </p:sp>
      <p:sp>
        <p:nvSpPr>
          <p:cNvPr id="855181" name="Rectangle 141">
            <a:extLst>
              <a:ext uri="{FF2B5EF4-FFF2-40B4-BE49-F238E27FC236}">
                <a16:creationId xmlns:a16="http://schemas.microsoft.com/office/drawing/2014/main" id="{FA3F2050-2BE6-31E7-E9BA-C8E9B698EFCB}"/>
              </a:ext>
            </a:extLst>
          </p:cNvPr>
          <p:cNvSpPr>
            <a:spLocks noChangeArrowheads="1"/>
          </p:cNvSpPr>
          <p:nvPr/>
        </p:nvSpPr>
        <p:spPr bwMode="auto">
          <a:xfrm>
            <a:off x="7396163" y="2420938"/>
            <a:ext cx="7143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a*bb*</a:t>
            </a:r>
          </a:p>
        </p:txBody>
      </p:sp>
      <p:sp>
        <p:nvSpPr>
          <p:cNvPr id="855182" name="Rectangle 142">
            <a:extLst>
              <a:ext uri="{FF2B5EF4-FFF2-40B4-BE49-F238E27FC236}">
                <a16:creationId xmlns:a16="http://schemas.microsoft.com/office/drawing/2014/main" id="{EDB0F184-AE62-22A8-4AC9-D60C7413BD97}"/>
              </a:ext>
            </a:extLst>
          </p:cNvPr>
          <p:cNvSpPr>
            <a:spLocks noChangeArrowheads="1"/>
          </p:cNvSpPr>
          <p:nvPr/>
        </p:nvSpPr>
        <p:spPr bwMode="auto">
          <a:xfrm>
            <a:off x="5465763" y="1277938"/>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ε</a:t>
            </a:r>
          </a:p>
        </p:txBody>
      </p:sp>
      <p:sp>
        <p:nvSpPr>
          <p:cNvPr id="855183" name="Rectangle 143">
            <a:extLst>
              <a:ext uri="{FF2B5EF4-FFF2-40B4-BE49-F238E27FC236}">
                <a16:creationId xmlns:a16="http://schemas.microsoft.com/office/drawing/2014/main" id="{0C9254F9-61E1-BE20-3794-DE7FA156024E}"/>
              </a:ext>
            </a:extLst>
          </p:cNvPr>
          <p:cNvSpPr>
            <a:spLocks noChangeArrowheads="1"/>
          </p:cNvSpPr>
          <p:nvPr/>
        </p:nvSpPr>
        <p:spPr bwMode="auto">
          <a:xfrm>
            <a:off x="5618163" y="1658938"/>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ε</a:t>
            </a:r>
          </a:p>
        </p:txBody>
      </p:sp>
      <p:sp>
        <p:nvSpPr>
          <p:cNvPr id="855184" name="Rectangle 144">
            <a:extLst>
              <a:ext uri="{FF2B5EF4-FFF2-40B4-BE49-F238E27FC236}">
                <a16:creationId xmlns:a16="http://schemas.microsoft.com/office/drawing/2014/main" id="{711A54A0-1841-A7BD-E570-1CA787913F4F}"/>
              </a:ext>
            </a:extLst>
          </p:cNvPr>
          <p:cNvSpPr>
            <a:spLocks noChangeArrowheads="1"/>
          </p:cNvSpPr>
          <p:nvPr/>
        </p:nvSpPr>
        <p:spPr bwMode="auto">
          <a:xfrm>
            <a:off x="5694363" y="1963738"/>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chemeClr val="tx2"/>
                </a:solidFill>
                <a:latin typeface="Times New Roman" panose="02020603050405020304" pitchFamily="18" charset="0"/>
                <a:ea typeface="宋体" panose="02010600030101010101" pitchFamily="2" charset="-122"/>
              </a:rPr>
              <a:t>ε</a:t>
            </a:r>
          </a:p>
        </p:txBody>
      </p:sp>
      <p:sp>
        <p:nvSpPr>
          <p:cNvPr id="855185" name="Line 145">
            <a:extLst>
              <a:ext uri="{FF2B5EF4-FFF2-40B4-BE49-F238E27FC236}">
                <a16:creationId xmlns:a16="http://schemas.microsoft.com/office/drawing/2014/main" id="{FC6F7DD3-0DFD-1845-48C2-0A279864CFFC}"/>
              </a:ext>
            </a:extLst>
          </p:cNvPr>
          <p:cNvSpPr>
            <a:spLocks noChangeShapeType="1"/>
          </p:cNvSpPr>
          <p:nvPr/>
        </p:nvSpPr>
        <p:spPr bwMode="auto">
          <a:xfrm>
            <a:off x="5426075" y="3811588"/>
            <a:ext cx="228600" cy="152400"/>
          </a:xfrm>
          <a:prstGeom prst="line">
            <a:avLst/>
          </a:prstGeom>
          <a:noFill/>
          <a:ln w="12700">
            <a:solidFill>
              <a:schemeClr val="tx1"/>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55253" name="Group 213">
            <a:extLst>
              <a:ext uri="{FF2B5EF4-FFF2-40B4-BE49-F238E27FC236}">
                <a16:creationId xmlns:a16="http://schemas.microsoft.com/office/drawing/2014/main" id="{31092618-D224-DC58-6942-25665819C87B}"/>
              </a:ext>
            </a:extLst>
          </p:cNvPr>
          <p:cNvGraphicFramePr>
            <a:graphicFrameLocks noGrp="1"/>
          </p:cNvGraphicFramePr>
          <p:nvPr/>
        </p:nvGraphicFramePr>
        <p:xfrm>
          <a:off x="395288" y="3213100"/>
          <a:ext cx="4537075" cy="2389188"/>
        </p:xfrm>
        <a:graphic>
          <a:graphicData uri="http://schemas.openxmlformats.org/drawingml/2006/table">
            <a:tbl>
              <a:tblPr/>
              <a:tblGrid>
                <a:gridCol w="1584325">
                  <a:extLst>
                    <a:ext uri="{9D8B030D-6E8A-4147-A177-3AD203B41FA5}">
                      <a16:colId xmlns:a16="http://schemas.microsoft.com/office/drawing/2014/main" val="3428203468"/>
                    </a:ext>
                  </a:extLst>
                </a:gridCol>
                <a:gridCol w="792162">
                  <a:extLst>
                    <a:ext uri="{9D8B030D-6E8A-4147-A177-3AD203B41FA5}">
                      <a16:colId xmlns:a16="http://schemas.microsoft.com/office/drawing/2014/main" val="718879586"/>
                    </a:ext>
                  </a:extLst>
                </a:gridCol>
                <a:gridCol w="647700">
                  <a:extLst>
                    <a:ext uri="{9D8B030D-6E8A-4147-A177-3AD203B41FA5}">
                      <a16:colId xmlns:a16="http://schemas.microsoft.com/office/drawing/2014/main" val="3389001736"/>
                    </a:ext>
                  </a:extLst>
                </a:gridCol>
                <a:gridCol w="1512888">
                  <a:extLst>
                    <a:ext uri="{9D8B030D-6E8A-4147-A177-3AD203B41FA5}">
                      <a16:colId xmlns:a16="http://schemas.microsoft.com/office/drawing/2014/main" val="588790654"/>
                    </a:ext>
                  </a:extLst>
                </a:gridCol>
              </a:tblGrid>
              <a:tr h="341313">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状态</a:t>
                      </a:r>
                    </a:p>
                  </a:txBody>
                  <a:tcPr marL="36000" marR="36000" marT="18003" marB="1800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a</a:t>
                      </a:r>
                    </a:p>
                  </a:txBody>
                  <a:tcPr marL="36000" marR="36000" marT="18003" marB="1800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b</a:t>
                      </a:r>
                    </a:p>
                  </a:txBody>
                  <a:tcPr marL="36000" marR="36000" marT="18003" marB="1800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识别单词</a:t>
                      </a:r>
                    </a:p>
                  </a:txBody>
                  <a:tcPr marL="36000" marR="36000" marT="18003" marB="1800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24905591"/>
                  </a:ext>
                </a:extLst>
              </a:tr>
              <a:tr h="341313">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 0 1 3 7</a:t>
                      </a:r>
                    </a:p>
                  </a:txBody>
                  <a:tcPr marL="36000" marR="36000" marT="18003" marB="180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 2 4 7 </a:t>
                      </a:r>
                    </a:p>
                  </a:txBody>
                  <a:tcPr marL="36000" marR="36000" marT="18003" marB="180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 8</a:t>
                      </a:r>
                    </a:p>
                  </a:txBody>
                  <a:tcPr marL="36000" marR="36000" marT="18003" marB="180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endParaRPr>
                    </a:p>
                  </a:txBody>
                  <a:tcPr marL="36000" marR="36000" marT="18003" marB="1800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52794340"/>
                  </a:ext>
                </a:extLst>
              </a:tr>
              <a:tr h="341313">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 2 4 7</a:t>
                      </a:r>
                    </a:p>
                  </a:txBody>
                  <a:tcPr marL="36000" marR="36000" marT="18003" marB="180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 7</a:t>
                      </a:r>
                    </a:p>
                  </a:txBody>
                  <a:tcPr marL="36000" marR="36000" marT="18003" marB="180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 5 8</a:t>
                      </a:r>
                    </a:p>
                  </a:txBody>
                  <a:tcPr marL="36000" marR="36000" marT="18003" marB="180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a</a:t>
                      </a:r>
                    </a:p>
                  </a:txBody>
                  <a:tcPr marL="36000" marR="36000" marT="18003" marB="1800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29365648"/>
                  </a:ext>
                </a:extLst>
              </a:tr>
              <a:tr h="341313">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 8</a:t>
                      </a:r>
                    </a:p>
                  </a:txBody>
                  <a:tcPr marL="36000" marR="36000" marT="18003" marB="180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endParaRPr>
                    </a:p>
                  </a:txBody>
                  <a:tcPr marL="36000" marR="36000" marT="18003" marB="180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 8</a:t>
                      </a:r>
                    </a:p>
                  </a:txBody>
                  <a:tcPr marL="36000" marR="36000" marT="18003" marB="180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a*bb*</a:t>
                      </a:r>
                    </a:p>
                  </a:txBody>
                  <a:tcPr marL="36000" marR="36000" marT="18003" marB="1800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68120066"/>
                  </a:ext>
                </a:extLst>
              </a:tr>
              <a:tr h="341313">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 7</a:t>
                      </a:r>
                    </a:p>
                  </a:txBody>
                  <a:tcPr marL="36000" marR="36000" marT="18003" marB="180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 7</a:t>
                      </a:r>
                    </a:p>
                  </a:txBody>
                  <a:tcPr marL="36000" marR="36000" marT="18003" marB="180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 8</a:t>
                      </a:r>
                    </a:p>
                  </a:txBody>
                  <a:tcPr marL="36000" marR="36000" marT="18003" marB="180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endParaRPr>
                    </a:p>
                  </a:txBody>
                  <a:tcPr marL="36000" marR="36000" marT="18003" marB="1800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22665828"/>
                  </a:ext>
                </a:extLst>
              </a:tr>
              <a:tr h="341313">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 5 8</a:t>
                      </a:r>
                    </a:p>
                  </a:txBody>
                  <a:tcPr marL="36000" marR="36000" marT="18003" marB="180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endParaRPr>
                    </a:p>
                  </a:txBody>
                  <a:tcPr marL="36000" marR="36000" marT="18003" marB="180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 6 8</a:t>
                      </a:r>
                    </a:p>
                  </a:txBody>
                  <a:tcPr marL="36000" marR="36000" marT="18003" marB="180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a*bb*</a:t>
                      </a:r>
                    </a:p>
                  </a:txBody>
                  <a:tcPr marL="36000" marR="36000" marT="18003" marB="1800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87914482"/>
                  </a:ext>
                </a:extLst>
              </a:tr>
              <a:tr h="341313">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 6 8</a:t>
                      </a:r>
                    </a:p>
                  </a:txBody>
                  <a:tcPr marL="36000" marR="36000" marT="18003" marB="180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endParaRPr>
                    </a:p>
                  </a:txBody>
                  <a:tcPr marL="36000" marR="36000" marT="18003" marB="180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 8</a:t>
                      </a:r>
                    </a:p>
                  </a:txBody>
                  <a:tcPr marL="36000" marR="36000" marT="18003" marB="180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itchFamily="2" charset="2"/>
                        <a:defRPr sz="28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defRPr sz="24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defRPr sz="20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defRPr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defRPr b="1">
                          <a:solidFill>
                            <a:srgbClr val="003366"/>
                          </a:solidFill>
                          <a:latin typeface="Arial" panose="020B0604020202020204" pitchFamily="34" charset="0"/>
                          <a:ea typeface="仿宋_GB2312" charset="0"/>
                          <a:cs typeface="仿宋_GB2312"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2000" b="1" i="0" u="none" strike="noStrike" cap="none" normalizeH="0" baseline="0">
                          <a:ln>
                            <a:noFill/>
                          </a:ln>
                          <a:solidFill>
                            <a:srgbClr val="003366"/>
                          </a:solidFill>
                          <a:effectLst/>
                          <a:latin typeface="Arial" panose="020B0604020202020204" pitchFamily="34" charset="0"/>
                          <a:ea typeface="宋体" panose="02010600030101010101" pitchFamily="2" charset="-122"/>
                        </a:rPr>
                        <a:t>abb</a:t>
                      </a:r>
                    </a:p>
                  </a:txBody>
                  <a:tcPr marL="36000" marR="36000" marT="18003" marB="1800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87980152"/>
                  </a:ext>
                </a:extLst>
              </a:tr>
            </a:tbl>
          </a:graphicData>
        </a:graphic>
      </p:graphicFrame>
      <p:sp>
        <p:nvSpPr>
          <p:cNvPr id="101496" name="Text Box 215">
            <a:extLst>
              <a:ext uri="{FF2B5EF4-FFF2-40B4-BE49-F238E27FC236}">
                <a16:creationId xmlns:a16="http://schemas.microsoft.com/office/drawing/2014/main" id="{9154C18B-753C-C1BC-D28F-06267723B5D1}"/>
              </a:ext>
            </a:extLst>
          </p:cNvPr>
          <p:cNvSpPr txBox="1">
            <a:spLocks noChangeArrowheads="1"/>
          </p:cNvSpPr>
          <p:nvPr/>
        </p:nvSpPr>
        <p:spPr bwMode="auto">
          <a:xfrm>
            <a:off x="5364163" y="5661025"/>
            <a:ext cx="2879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2800">
                <a:ea typeface="宋体" panose="02010600030101010101" pitchFamily="2" charset="-122"/>
              </a:rPr>
              <a:t>输入：</a:t>
            </a:r>
            <a:r>
              <a:rPr lang="en-US" altLang="zh-CN" sz="2800">
                <a:ea typeface="宋体" panose="02010600030101010101" pitchFamily="2" charset="-122"/>
              </a:rPr>
              <a:t>abbbabb</a:t>
            </a:r>
          </a:p>
        </p:txBody>
      </p:sp>
      <p:sp>
        <p:nvSpPr>
          <p:cNvPr id="101497" name="Text Box 216">
            <a:extLst>
              <a:ext uri="{FF2B5EF4-FFF2-40B4-BE49-F238E27FC236}">
                <a16:creationId xmlns:a16="http://schemas.microsoft.com/office/drawing/2014/main" id="{F7BA9B92-1380-15ED-5C49-65562D836893}"/>
              </a:ext>
            </a:extLst>
          </p:cNvPr>
          <p:cNvSpPr txBox="1">
            <a:spLocks noChangeArrowheads="1"/>
          </p:cNvSpPr>
          <p:nvPr/>
        </p:nvSpPr>
        <p:spPr bwMode="auto">
          <a:xfrm>
            <a:off x="5364163" y="6149975"/>
            <a:ext cx="35290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eaLnBrk="1" hangingPunct="1">
              <a:spcBef>
                <a:spcPct val="50000"/>
              </a:spcBef>
              <a:buClrTx/>
              <a:buSzTx/>
              <a:buFontTx/>
              <a:buNone/>
            </a:pPr>
            <a:r>
              <a:rPr lang="zh-CN" altLang="en-US" sz="2800">
                <a:ea typeface="宋体" panose="02010600030101010101" pitchFamily="2" charset="-122"/>
              </a:rPr>
              <a:t>输出：</a:t>
            </a:r>
            <a:r>
              <a:rPr lang="en-US" altLang="zh-CN" sz="2800">
                <a:ea typeface="宋体" panose="02010600030101010101" pitchFamily="2" charset="-122"/>
              </a:rPr>
              <a:t>abbb   abb</a:t>
            </a:r>
          </a:p>
        </p:txBody>
      </p:sp>
      <p:sp>
        <p:nvSpPr>
          <p:cNvPr id="855257" name="Rectangle 217">
            <a:extLst>
              <a:ext uri="{FF2B5EF4-FFF2-40B4-BE49-F238E27FC236}">
                <a16:creationId xmlns:a16="http://schemas.microsoft.com/office/drawing/2014/main" id="{98AD380B-50F2-A50C-A516-824FA09C3B71}"/>
              </a:ext>
            </a:extLst>
          </p:cNvPr>
          <p:cNvSpPr>
            <a:spLocks noChangeArrowheads="1"/>
          </p:cNvSpPr>
          <p:nvPr/>
        </p:nvSpPr>
        <p:spPr bwMode="auto">
          <a:xfrm>
            <a:off x="7961313" y="3236913"/>
            <a:ext cx="7143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rgbClr val="FF0000"/>
                </a:solidFill>
                <a:latin typeface="Times New Roman" panose="02020603050405020304" pitchFamily="18" charset="0"/>
                <a:ea typeface="宋体" panose="02010600030101010101" pitchFamily="2" charset="-122"/>
              </a:rPr>
              <a:t>a*bb*</a:t>
            </a:r>
          </a:p>
        </p:txBody>
      </p:sp>
      <p:sp>
        <p:nvSpPr>
          <p:cNvPr id="855258" name="Rectangle 218">
            <a:extLst>
              <a:ext uri="{FF2B5EF4-FFF2-40B4-BE49-F238E27FC236}">
                <a16:creationId xmlns:a16="http://schemas.microsoft.com/office/drawing/2014/main" id="{19ADD9FA-886E-8531-8655-49F65551FDF2}"/>
              </a:ext>
            </a:extLst>
          </p:cNvPr>
          <p:cNvSpPr>
            <a:spLocks noChangeArrowheads="1"/>
          </p:cNvSpPr>
          <p:nvPr/>
        </p:nvSpPr>
        <p:spPr bwMode="auto">
          <a:xfrm>
            <a:off x="6591300" y="3284538"/>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lgn="ctr">
              <a:spcBef>
                <a:spcPct val="0"/>
              </a:spcBef>
              <a:buClrTx/>
              <a:buSzTx/>
              <a:buFontTx/>
              <a:buNone/>
            </a:pPr>
            <a:r>
              <a:rPr kumimoji="1" lang="en-US" altLang="zh-CN" sz="1600">
                <a:solidFill>
                  <a:srgbClr val="FF0000"/>
                </a:solidFill>
                <a:latin typeface="Times New Roman" panose="02020603050405020304" pitchFamily="18" charset="0"/>
                <a:ea typeface="宋体" panose="02010600030101010101" pitchFamily="2" charset="-122"/>
              </a:rPr>
              <a:t>a</a:t>
            </a:r>
          </a:p>
        </p:txBody>
      </p:sp>
      <p:sp>
        <p:nvSpPr>
          <p:cNvPr id="101500" name="灯片编号占位符 82">
            <a:extLst>
              <a:ext uri="{FF2B5EF4-FFF2-40B4-BE49-F238E27FC236}">
                <a16:creationId xmlns:a16="http://schemas.microsoft.com/office/drawing/2014/main" id="{2C1F9756-E9E8-DE7F-84B1-25BB3E2AC76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3200" b="1">
                <a:solidFill>
                  <a:srgbClr val="003366"/>
                </a:solidFill>
                <a:latin typeface="Arial" panose="020B0604020202020204" pitchFamily="34" charset="0"/>
                <a:ea typeface="仿宋_GB2312" charset="0"/>
                <a:cs typeface="仿宋_GB2312" charset="0"/>
              </a:defRPr>
            </a:lvl1pPr>
            <a:lvl2pPr marL="742950" indent="-285750">
              <a:spcBef>
                <a:spcPct val="20000"/>
              </a:spcBef>
              <a:buClr>
                <a:schemeClr val="accent2"/>
              </a:buClr>
              <a:buSzPct val="80000"/>
              <a:buFont typeface="Wingdings" pitchFamily="2" charset="2"/>
              <a:buChar char="¨"/>
              <a:defRPr sz="2800" b="1">
                <a:solidFill>
                  <a:srgbClr val="003366"/>
                </a:solidFill>
                <a:latin typeface="Arial" panose="020B0604020202020204" pitchFamily="34" charset="0"/>
                <a:ea typeface="仿宋_GB2312" charset="0"/>
                <a:cs typeface="仿宋_GB2312" charset="0"/>
              </a:defRPr>
            </a:lvl2pPr>
            <a:lvl3pPr marL="1143000" indent="-228600">
              <a:spcBef>
                <a:spcPct val="20000"/>
              </a:spcBef>
              <a:buClr>
                <a:schemeClr val="bg2"/>
              </a:buClr>
              <a:buSzPct val="65000"/>
              <a:buFont typeface="Wingdings" pitchFamily="2" charset="2"/>
              <a:buChar char="n"/>
              <a:defRPr sz="2400" b="1">
                <a:solidFill>
                  <a:srgbClr val="003366"/>
                </a:solidFill>
                <a:latin typeface="Arial" panose="020B0604020202020204" pitchFamily="34" charset="0"/>
                <a:ea typeface="仿宋_GB2312" charset="0"/>
                <a:cs typeface="仿宋_GB2312" charset="0"/>
              </a:defRPr>
            </a:lvl3pPr>
            <a:lvl4pPr marL="1600200" indent="-228600">
              <a:spcBef>
                <a:spcPct val="20000"/>
              </a:spcBef>
              <a:buClr>
                <a:schemeClr val="accent2"/>
              </a:buClr>
              <a:buSzPct val="70000"/>
              <a:buFont typeface="Wingdings" pitchFamily="2" charset="2"/>
              <a:buChar char="¨"/>
              <a:defRPr sz="2000" b="1">
                <a:solidFill>
                  <a:srgbClr val="003366"/>
                </a:solidFill>
                <a:latin typeface="Arial" panose="020B0604020202020204" pitchFamily="34" charset="0"/>
                <a:ea typeface="仿宋_GB2312" charset="0"/>
                <a:cs typeface="仿宋_GB2312" charset="0"/>
              </a:defRPr>
            </a:lvl4pPr>
            <a:lvl5pPr marL="2057400" indent="-228600">
              <a:spcBef>
                <a:spcPct val="20000"/>
              </a:spcBef>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5pPr>
            <a:lvl6pPr marL="25146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6pPr>
            <a:lvl7pPr marL="29718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7pPr>
            <a:lvl8pPr marL="34290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8pPr>
            <a:lvl9pPr marL="3886200" indent="-228600" eaLnBrk="0" fontAlgn="base" hangingPunct="0">
              <a:spcBef>
                <a:spcPct val="20000"/>
              </a:spcBef>
              <a:spcAft>
                <a:spcPct val="0"/>
              </a:spcAft>
              <a:buClr>
                <a:schemeClr val="bg2"/>
              </a:buClr>
              <a:buFont typeface="Wingdings" pitchFamily="2" charset="2"/>
              <a:buChar char="§"/>
              <a:defRPr sz="2000" b="1">
                <a:solidFill>
                  <a:srgbClr val="003366"/>
                </a:solidFill>
                <a:latin typeface="Arial" panose="020B0604020202020204" pitchFamily="34" charset="0"/>
                <a:ea typeface="仿宋_GB2312" charset="0"/>
                <a:cs typeface="仿宋_GB2312" charset="0"/>
              </a:defRPr>
            </a:lvl9pPr>
          </a:lstStyle>
          <a:p>
            <a:pPr>
              <a:spcBef>
                <a:spcPct val="0"/>
              </a:spcBef>
              <a:buClrTx/>
              <a:buSzTx/>
              <a:buFontTx/>
              <a:buNone/>
            </a:pPr>
            <a:fld id="{3A7558AF-8D98-104D-9048-60808F1DF91B}" type="slidenum">
              <a:rPr lang="en-US" altLang="zh-CN" sz="1200" b="0">
                <a:solidFill>
                  <a:schemeClr val="tx1"/>
                </a:solidFill>
                <a:latin typeface="Arial Black" panose="020B0604020202020204" pitchFamily="34" charset="0"/>
                <a:ea typeface="宋体" panose="02010600030101010101" pitchFamily="2" charset="-122"/>
              </a:rPr>
              <a:pPr>
                <a:spcBef>
                  <a:spcPct val="0"/>
                </a:spcBef>
                <a:buClrTx/>
                <a:buSzTx/>
                <a:buFontTx/>
                <a:buNone/>
              </a:pPr>
              <a:t>88</a:t>
            </a:fld>
            <a:endParaRPr lang="en-US" altLang="zh-CN" sz="1200" b="0">
              <a:solidFill>
                <a:schemeClr val="tx1"/>
              </a:solidFill>
              <a:latin typeface="Arial Black" panose="020B0604020202020204" pitchFamily="34" charset="0"/>
              <a:ea typeface="宋体" panose="02010600030101010101" pitchFamily="2" charset="-122"/>
            </a:endParaRP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55073"/>
                                        </p:tgtEl>
                                        <p:attrNameLst>
                                          <p:attrName>style.visibility</p:attrName>
                                        </p:attrNameLst>
                                      </p:cBhvr>
                                      <p:to>
                                        <p:strVal val="visible"/>
                                      </p:to>
                                    </p:set>
                                    <p:animEffect transition="in" filter="blinds(horizontal)">
                                      <p:cBhvr>
                                        <p:cTn id="7" dur="500"/>
                                        <p:tgtEl>
                                          <p:spTgt spid="855073"/>
                                        </p:tgtEl>
                                      </p:cBhvr>
                                    </p:animEffect>
                                  </p:childTnLst>
                                </p:cTn>
                              </p:par>
                              <p:par>
                                <p:cTn id="8" presetID="3" presetClass="entr" presetSubtype="10" fill="hold" nodeType="withEffect">
                                  <p:stCondLst>
                                    <p:cond delay="0"/>
                                  </p:stCondLst>
                                  <p:childTnLst>
                                    <p:set>
                                      <p:cBhvr>
                                        <p:cTn id="9" dur="1" fill="hold">
                                          <p:stCondLst>
                                            <p:cond delay="0"/>
                                          </p:stCondLst>
                                        </p:cTn>
                                        <p:tgtEl>
                                          <p:spTgt spid="855075"/>
                                        </p:tgtEl>
                                        <p:attrNameLst>
                                          <p:attrName>style.visibility</p:attrName>
                                        </p:attrNameLst>
                                      </p:cBhvr>
                                      <p:to>
                                        <p:strVal val="visible"/>
                                      </p:to>
                                    </p:set>
                                    <p:animEffect transition="in" filter="blinds(horizontal)">
                                      <p:cBhvr>
                                        <p:cTn id="10" dur="500"/>
                                        <p:tgtEl>
                                          <p:spTgt spid="855075"/>
                                        </p:tgtEl>
                                      </p:cBhvr>
                                    </p:animEffect>
                                  </p:childTnLst>
                                </p:cTn>
                              </p:par>
                              <p:par>
                                <p:cTn id="11" presetID="3" presetClass="entr" presetSubtype="10" fill="hold" nodeType="withEffect">
                                  <p:stCondLst>
                                    <p:cond delay="0"/>
                                  </p:stCondLst>
                                  <p:childTnLst>
                                    <p:set>
                                      <p:cBhvr>
                                        <p:cTn id="12" dur="1" fill="hold">
                                          <p:stCondLst>
                                            <p:cond delay="0"/>
                                          </p:stCondLst>
                                        </p:cTn>
                                        <p:tgtEl>
                                          <p:spTgt spid="855076"/>
                                        </p:tgtEl>
                                        <p:attrNameLst>
                                          <p:attrName>style.visibility</p:attrName>
                                        </p:attrNameLst>
                                      </p:cBhvr>
                                      <p:to>
                                        <p:strVal val="visible"/>
                                      </p:to>
                                    </p:set>
                                    <p:animEffect transition="in" filter="blinds(horizontal)">
                                      <p:cBhvr>
                                        <p:cTn id="13" dur="500"/>
                                        <p:tgtEl>
                                          <p:spTgt spid="855076"/>
                                        </p:tgtEl>
                                      </p:cBhvr>
                                    </p:animEffect>
                                  </p:childTnLst>
                                </p:cTn>
                              </p:par>
                              <p:par>
                                <p:cTn id="14" presetID="3" presetClass="entr" presetSubtype="10" fill="hold" nodeType="withEffect">
                                  <p:stCondLst>
                                    <p:cond delay="0"/>
                                  </p:stCondLst>
                                  <p:childTnLst>
                                    <p:set>
                                      <p:cBhvr>
                                        <p:cTn id="15" dur="1" fill="hold">
                                          <p:stCondLst>
                                            <p:cond delay="0"/>
                                          </p:stCondLst>
                                        </p:cTn>
                                        <p:tgtEl>
                                          <p:spTgt spid="855077"/>
                                        </p:tgtEl>
                                        <p:attrNameLst>
                                          <p:attrName>style.visibility</p:attrName>
                                        </p:attrNameLst>
                                      </p:cBhvr>
                                      <p:to>
                                        <p:strVal val="visible"/>
                                      </p:to>
                                    </p:set>
                                    <p:animEffect transition="in" filter="blinds(horizontal)">
                                      <p:cBhvr>
                                        <p:cTn id="16" dur="500"/>
                                        <p:tgtEl>
                                          <p:spTgt spid="855077"/>
                                        </p:tgtEl>
                                      </p:cBhvr>
                                    </p:animEffect>
                                  </p:childTnLst>
                                </p:cTn>
                              </p:par>
                              <p:par>
                                <p:cTn id="17" presetID="3" presetClass="entr" presetSubtype="10" fill="hold" nodeType="withEffect">
                                  <p:stCondLst>
                                    <p:cond delay="0"/>
                                  </p:stCondLst>
                                  <p:childTnLst>
                                    <p:set>
                                      <p:cBhvr>
                                        <p:cTn id="18" dur="1" fill="hold">
                                          <p:stCondLst>
                                            <p:cond delay="0"/>
                                          </p:stCondLst>
                                        </p:cTn>
                                        <p:tgtEl>
                                          <p:spTgt spid="855078"/>
                                        </p:tgtEl>
                                        <p:attrNameLst>
                                          <p:attrName>style.visibility</p:attrName>
                                        </p:attrNameLst>
                                      </p:cBhvr>
                                      <p:to>
                                        <p:strVal val="visible"/>
                                      </p:to>
                                    </p:set>
                                    <p:animEffect transition="in" filter="blinds(horizontal)">
                                      <p:cBhvr>
                                        <p:cTn id="19" dur="500"/>
                                        <p:tgtEl>
                                          <p:spTgt spid="855078"/>
                                        </p:tgtEl>
                                      </p:cBhvr>
                                    </p:animEffect>
                                  </p:childTnLst>
                                </p:cTn>
                              </p:par>
                              <p:par>
                                <p:cTn id="20" presetID="3" presetClass="entr" presetSubtype="10" fill="hold" nodeType="withEffect">
                                  <p:stCondLst>
                                    <p:cond delay="0"/>
                                  </p:stCondLst>
                                  <p:childTnLst>
                                    <p:set>
                                      <p:cBhvr>
                                        <p:cTn id="21" dur="1" fill="hold">
                                          <p:stCondLst>
                                            <p:cond delay="0"/>
                                          </p:stCondLst>
                                        </p:cTn>
                                        <p:tgtEl>
                                          <p:spTgt spid="855079"/>
                                        </p:tgtEl>
                                        <p:attrNameLst>
                                          <p:attrName>style.visibility</p:attrName>
                                        </p:attrNameLst>
                                      </p:cBhvr>
                                      <p:to>
                                        <p:strVal val="visible"/>
                                      </p:to>
                                    </p:set>
                                    <p:animEffect transition="in" filter="blinds(horizontal)">
                                      <p:cBhvr>
                                        <p:cTn id="22" dur="500"/>
                                        <p:tgtEl>
                                          <p:spTgt spid="855079"/>
                                        </p:tgtEl>
                                      </p:cBhvr>
                                    </p:animEffect>
                                  </p:childTnLst>
                                </p:cTn>
                              </p:par>
                              <p:par>
                                <p:cTn id="23" presetID="3" presetClass="entr" presetSubtype="10" fill="hold" nodeType="withEffect">
                                  <p:stCondLst>
                                    <p:cond delay="0"/>
                                  </p:stCondLst>
                                  <p:childTnLst>
                                    <p:set>
                                      <p:cBhvr>
                                        <p:cTn id="24" dur="1" fill="hold">
                                          <p:stCondLst>
                                            <p:cond delay="0"/>
                                          </p:stCondLst>
                                        </p:cTn>
                                        <p:tgtEl>
                                          <p:spTgt spid="855080"/>
                                        </p:tgtEl>
                                        <p:attrNameLst>
                                          <p:attrName>style.visibility</p:attrName>
                                        </p:attrNameLst>
                                      </p:cBhvr>
                                      <p:to>
                                        <p:strVal val="visible"/>
                                      </p:to>
                                    </p:set>
                                    <p:animEffect transition="in" filter="blinds(horizontal)">
                                      <p:cBhvr>
                                        <p:cTn id="25" dur="500"/>
                                        <p:tgtEl>
                                          <p:spTgt spid="855080"/>
                                        </p:tgtEl>
                                      </p:cBhvr>
                                    </p:animEffect>
                                  </p:childTnLst>
                                </p:cTn>
                              </p:par>
                              <p:par>
                                <p:cTn id="26" presetID="3" presetClass="entr" presetSubtype="10" fill="hold" nodeType="withEffect">
                                  <p:stCondLst>
                                    <p:cond delay="0"/>
                                  </p:stCondLst>
                                  <p:childTnLst>
                                    <p:set>
                                      <p:cBhvr>
                                        <p:cTn id="27" dur="1" fill="hold">
                                          <p:stCondLst>
                                            <p:cond delay="0"/>
                                          </p:stCondLst>
                                        </p:cTn>
                                        <p:tgtEl>
                                          <p:spTgt spid="855081"/>
                                        </p:tgtEl>
                                        <p:attrNameLst>
                                          <p:attrName>style.visibility</p:attrName>
                                        </p:attrNameLst>
                                      </p:cBhvr>
                                      <p:to>
                                        <p:strVal val="visible"/>
                                      </p:to>
                                    </p:set>
                                    <p:animEffect transition="in" filter="blinds(horizontal)">
                                      <p:cBhvr>
                                        <p:cTn id="28" dur="500"/>
                                        <p:tgtEl>
                                          <p:spTgt spid="855081"/>
                                        </p:tgtEl>
                                      </p:cBhvr>
                                    </p:animEffect>
                                  </p:childTnLst>
                                </p:cTn>
                              </p:par>
                              <p:par>
                                <p:cTn id="29" presetID="3" presetClass="entr" presetSubtype="10" fill="hold" nodeType="withEffect">
                                  <p:stCondLst>
                                    <p:cond delay="0"/>
                                  </p:stCondLst>
                                  <p:childTnLst>
                                    <p:set>
                                      <p:cBhvr>
                                        <p:cTn id="30" dur="1" fill="hold">
                                          <p:stCondLst>
                                            <p:cond delay="0"/>
                                          </p:stCondLst>
                                        </p:cTn>
                                        <p:tgtEl>
                                          <p:spTgt spid="855082"/>
                                        </p:tgtEl>
                                        <p:attrNameLst>
                                          <p:attrName>style.visibility</p:attrName>
                                        </p:attrNameLst>
                                      </p:cBhvr>
                                      <p:to>
                                        <p:strVal val="visible"/>
                                      </p:to>
                                    </p:set>
                                    <p:animEffect transition="in" filter="blinds(horizontal)">
                                      <p:cBhvr>
                                        <p:cTn id="31" dur="500"/>
                                        <p:tgtEl>
                                          <p:spTgt spid="855082"/>
                                        </p:tgtEl>
                                      </p:cBhvr>
                                    </p:animEffect>
                                  </p:childTnLst>
                                </p:cTn>
                              </p:par>
                              <p:par>
                                <p:cTn id="32" presetID="3" presetClass="entr" presetSubtype="10" fill="hold" nodeType="withEffect">
                                  <p:stCondLst>
                                    <p:cond delay="0"/>
                                  </p:stCondLst>
                                  <p:childTnLst>
                                    <p:set>
                                      <p:cBhvr>
                                        <p:cTn id="33" dur="1" fill="hold">
                                          <p:stCondLst>
                                            <p:cond delay="0"/>
                                          </p:stCondLst>
                                        </p:cTn>
                                        <p:tgtEl>
                                          <p:spTgt spid="855084"/>
                                        </p:tgtEl>
                                        <p:attrNameLst>
                                          <p:attrName>style.visibility</p:attrName>
                                        </p:attrNameLst>
                                      </p:cBhvr>
                                      <p:to>
                                        <p:strVal val="visible"/>
                                      </p:to>
                                    </p:set>
                                    <p:animEffect transition="in" filter="blinds(horizontal)">
                                      <p:cBhvr>
                                        <p:cTn id="34" dur="500"/>
                                        <p:tgtEl>
                                          <p:spTgt spid="855084"/>
                                        </p:tgtEl>
                                      </p:cBhvr>
                                    </p:animEffect>
                                  </p:childTnLst>
                                </p:cTn>
                              </p:par>
                              <p:par>
                                <p:cTn id="35" presetID="3" presetClass="entr" presetSubtype="10" fill="hold" nodeType="withEffect">
                                  <p:stCondLst>
                                    <p:cond delay="0"/>
                                  </p:stCondLst>
                                  <p:childTnLst>
                                    <p:set>
                                      <p:cBhvr>
                                        <p:cTn id="36" dur="1" fill="hold">
                                          <p:stCondLst>
                                            <p:cond delay="0"/>
                                          </p:stCondLst>
                                        </p:cTn>
                                        <p:tgtEl>
                                          <p:spTgt spid="855086"/>
                                        </p:tgtEl>
                                        <p:attrNameLst>
                                          <p:attrName>style.visibility</p:attrName>
                                        </p:attrNameLst>
                                      </p:cBhvr>
                                      <p:to>
                                        <p:strVal val="visible"/>
                                      </p:to>
                                    </p:set>
                                    <p:animEffect transition="in" filter="blinds(horizontal)">
                                      <p:cBhvr>
                                        <p:cTn id="37" dur="500"/>
                                        <p:tgtEl>
                                          <p:spTgt spid="855086"/>
                                        </p:tgtEl>
                                      </p:cBhvr>
                                    </p:animEffect>
                                  </p:childTnLst>
                                </p:cTn>
                              </p:par>
                              <p:par>
                                <p:cTn id="38" presetID="3" presetClass="entr" presetSubtype="10" fill="hold" nodeType="withEffect">
                                  <p:stCondLst>
                                    <p:cond delay="0"/>
                                  </p:stCondLst>
                                  <p:childTnLst>
                                    <p:set>
                                      <p:cBhvr>
                                        <p:cTn id="39" dur="1" fill="hold">
                                          <p:stCondLst>
                                            <p:cond delay="0"/>
                                          </p:stCondLst>
                                        </p:cTn>
                                        <p:tgtEl>
                                          <p:spTgt spid="855087"/>
                                        </p:tgtEl>
                                        <p:attrNameLst>
                                          <p:attrName>style.visibility</p:attrName>
                                        </p:attrNameLst>
                                      </p:cBhvr>
                                      <p:to>
                                        <p:strVal val="visible"/>
                                      </p:to>
                                    </p:set>
                                    <p:animEffect transition="in" filter="blinds(horizontal)">
                                      <p:cBhvr>
                                        <p:cTn id="40" dur="500"/>
                                        <p:tgtEl>
                                          <p:spTgt spid="855087"/>
                                        </p:tgtEl>
                                      </p:cBhvr>
                                    </p:animEffect>
                                  </p:childTnLst>
                                </p:cTn>
                              </p:par>
                              <p:par>
                                <p:cTn id="41" presetID="3" presetClass="entr" presetSubtype="10" fill="hold" nodeType="withEffect">
                                  <p:stCondLst>
                                    <p:cond delay="0"/>
                                  </p:stCondLst>
                                  <p:childTnLst>
                                    <p:set>
                                      <p:cBhvr>
                                        <p:cTn id="42" dur="1" fill="hold">
                                          <p:stCondLst>
                                            <p:cond delay="0"/>
                                          </p:stCondLst>
                                        </p:cTn>
                                        <p:tgtEl>
                                          <p:spTgt spid="855088"/>
                                        </p:tgtEl>
                                        <p:attrNameLst>
                                          <p:attrName>style.visibility</p:attrName>
                                        </p:attrNameLst>
                                      </p:cBhvr>
                                      <p:to>
                                        <p:strVal val="visible"/>
                                      </p:to>
                                    </p:set>
                                    <p:animEffect transition="in" filter="blinds(horizontal)">
                                      <p:cBhvr>
                                        <p:cTn id="43" dur="500"/>
                                        <p:tgtEl>
                                          <p:spTgt spid="855088"/>
                                        </p:tgtEl>
                                      </p:cBhvr>
                                    </p:animEffect>
                                  </p:childTnLst>
                                </p:cTn>
                              </p:par>
                              <p:par>
                                <p:cTn id="44" presetID="3" presetClass="entr" presetSubtype="10" fill="hold" nodeType="withEffect">
                                  <p:stCondLst>
                                    <p:cond delay="0"/>
                                  </p:stCondLst>
                                  <p:childTnLst>
                                    <p:set>
                                      <p:cBhvr>
                                        <p:cTn id="45" dur="1" fill="hold">
                                          <p:stCondLst>
                                            <p:cond delay="0"/>
                                          </p:stCondLst>
                                        </p:cTn>
                                        <p:tgtEl>
                                          <p:spTgt spid="855090"/>
                                        </p:tgtEl>
                                        <p:attrNameLst>
                                          <p:attrName>style.visibility</p:attrName>
                                        </p:attrNameLst>
                                      </p:cBhvr>
                                      <p:to>
                                        <p:strVal val="visible"/>
                                      </p:to>
                                    </p:set>
                                    <p:animEffect transition="in" filter="blinds(horizontal)">
                                      <p:cBhvr>
                                        <p:cTn id="46" dur="500"/>
                                        <p:tgtEl>
                                          <p:spTgt spid="855090"/>
                                        </p:tgtEl>
                                      </p:cBhvr>
                                    </p:animEffect>
                                  </p:childTnLst>
                                </p:cTn>
                              </p:par>
                              <p:par>
                                <p:cTn id="47" presetID="3" presetClass="entr" presetSubtype="10" fill="hold" nodeType="withEffect">
                                  <p:stCondLst>
                                    <p:cond delay="0"/>
                                  </p:stCondLst>
                                  <p:childTnLst>
                                    <p:set>
                                      <p:cBhvr>
                                        <p:cTn id="48" dur="1" fill="hold">
                                          <p:stCondLst>
                                            <p:cond delay="0"/>
                                          </p:stCondLst>
                                        </p:cTn>
                                        <p:tgtEl>
                                          <p:spTgt spid="855091"/>
                                        </p:tgtEl>
                                        <p:attrNameLst>
                                          <p:attrName>style.visibility</p:attrName>
                                        </p:attrNameLst>
                                      </p:cBhvr>
                                      <p:to>
                                        <p:strVal val="visible"/>
                                      </p:to>
                                    </p:set>
                                    <p:animEffect transition="in" filter="blinds(horizontal)">
                                      <p:cBhvr>
                                        <p:cTn id="49" dur="500"/>
                                        <p:tgtEl>
                                          <p:spTgt spid="855091"/>
                                        </p:tgtEl>
                                      </p:cBhvr>
                                    </p:animEffect>
                                  </p:childTnLst>
                                </p:cTn>
                              </p:par>
                              <p:par>
                                <p:cTn id="50" presetID="3" presetClass="entr" presetSubtype="10" fill="hold" nodeType="withEffect">
                                  <p:stCondLst>
                                    <p:cond delay="0"/>
                                  </p:stCondLst>
                                  <p:childTnLst>
                                    <p:set>
                                      <p:cBhvr>
                                        <p:cTn id="51" dur="1" fill="hold">
                                          <p:stCondLst>
                                            <p:cond delay="0"/>
                                          </p:stCondLst>
                                        </p:cTn>
                                        <p:tgtEl>
                                          <p:spTgt spid="855092"/>
                                        </p:tgtEl>
                                        <p:attrNameLst>
                                          <p:attrName>style.visibility</p:attrName>
                                        </p:attrNameLst>
                                      </p:cBhvr>
                                      <p:to>
                                        <p:strVal val="visible"/>
                                      </p:to>
                                    </p:set>
                                    <p:animEffect transition="in" filter="blinds(horizontal)">
                                      <p:cBhvr>
                                        <p:cTn id="52" dur="500"/>
                                        <p:tgtEl>
                                          <p:spTgt spid="855092"/>
                                        </p:tgtEl>
                                      </p:cBhvr>
                                    </p:animEffect>
                                  </p:childTnLst>
                                </p:cTn>
                              </p:par>
                              <p:par>
                                <p:cTn id="53" presetID="3" presetClass="entr" presetSubtype="10" fill="hold" nodeType="withEffect">
                                  <p:stCondLst>
                                    <p:cond delay="0"/>
                                  </p:stCondLst>
                                  <p:childTnLst>
                                    <p:set>
                                      <p:cBhvr>
                                        <p:cTn id="54" dur="1" fill="hold">
                                          <p:stCondLst>
                                            <p:cond delay="0"/>
                                          </p:stCondLst>
                                        </p:cTn>
                                        <p:tgtEl>
                                          <p:spTgt spid="855094"/>
                                        </p:tgtEl>
                                        <p:attrNameLst>
                                          <p:attrName>style.visibility</p:attrName>
                                        </p:attrNameLst>
                                      </p:cBhvr>
                                      <p:to>
                                        <p:strVal val="visible"/>
                                      </p:to>
                                    </p:set>
                                    <p:animEffect transition="in" filter="blinds(horizontal)">
                                      <p:cBhvr>
                                        <p:cTn id="55" dur="500"/>
                                        <p:tgtEl>
                                          <p:spTgt spid="855094"/>
                                        </p:tgtEl>
                                      </p:cBhvr>
                                    </p:animEffect>
                                  </p:childTnLst>
                                </p:cTn>
                              </p:par>
                              <p:par>
                                <p:cTn id="56" presetID="3" presetClass="entr" presetSubtype="10" fill="hold" nodeType="withEffect">
                                  <p:stCondLst>
                                    <p:cond delay="0"/>
                                  </p:stCondLst>
                                  <p:childTnLst>
                                    <p:set>
                                      <p:cBhvr>
                                        <p:cTn id="57" dur="1" fill="hold">
                                          <p:stCondLst>
                                            <p:cond delay="0"/>
                                          </p:stCondLst>
                                        </p:cTn>
                                        <p:tgtEl>
                                          <p:spTgt spid="855095"/>
                                        </p:tgtEl>
                                        <p:attrNameLst>
                                          <p:attrName>style.visibility</p:attrName>
                                        </p:attrNameLst>
                                      </p:cBhvr>
                                      <p:to>
                                        <p:strVal val="visible"/>
                                      </p:to>
                                    </p:set>
                                    <p:animEffect transition="in" filter="blinds(horizontal)">
                                      <p:cBhvr>
                                        <p:cTn id="58" dur="500"/>
                                        <p:tgtEl>
                                          <p:spTgt spid="855095"/>
                                        </p:tgtEl>
                                      </p:cBhvr>
                                    </p:animEffect>
                                  </p:childTnLst>
                                </p:cTn>
                              </p:par>
                              <p:par>
                                <p:cTn id="59" presetID="3" presetClass="entr" presetSubtype="10" fill="hold" nodeType="withEffect">
                                  <p:stCondLst>
                                    <p:cond delay="0"/>
                                  </p:stCondLst>
                                  <p:childTnLst>
                                    <p:set>
                                      <p:cBhvr>
                                        <p:cTn id="60" dur="1" fill="hold">
                                          <p:stCondLst>
                                            <p:cond delay="0"/>
                                          </p:stCondLst>
                                        </p:cTn>
                                        <p:tgtEl>
                                          <p:spTgt spid="855096"/>
                                        </p:tgtEl>
                                        <p:attrNameLst>
                                          <p:attrName>style.visibility</p:attrName>
                                        </p:attrNameLst>
                                      </p:cBhvr>
                                      <p:to>
                                        <p:strVal val="visible"/>
                                      </p:to>
                                    </p:set>
                                    <p:animEffect transition="in" filter="blinds(horizontal)">
                                      <p:cBhvr>
                                        <p:cTn id="61" dur="500"/>
                                        <p:tgtEl>
                                          <p:spTgt spid="855096"/>
                                        </p:tgtEl>
                                      </p:cBhvr>
                                    </p:animEffect>
                                  </p:childTnLst>
                                </p:cTn>
                              </p:par>
                              <p:par>
                                <p:cTn id="62" presetID="3" presetClass="entr" presetSubtype="10" fill="hold" nodeType="withEffect">
                                  <p:stCondLst>
                                    <p:cond delay="0"/>
                                  </p:stCondLst>
                                  <p:childTnLst>
                                    <p:set>
                                      <p:cBhvr>
                                        <p:cTn id="63" dur="1" fill="hold">
                                          <p:stCondLst>
                                            <p:cond delay="0"/>
                                          </p:stCondLst>
                                        </p:cTn>
                                        <p:tgtEl>
                                          <p:spTgt spid="855097"/>
                                        </p:tgtEl>
                                        <p:attrNameLst>
                                          <p:attrName>style.visibility</p:attrName>
                                        </p:attrNameLst>
                                      </p:cBhvr>
                                      <p:to>
                                        <p:strVal val="visible"/>
                                      </p:to>
                                    </p:set>
                                    <p:animEffect transition="in" filter="blinds(horizontal)">
                                      <p:cBhvr>
                                        <p:cTn id="64" dur="500"/>
                                        <p:tgtEl>
                                          <p:spTgt spid="855097"/>
                                        </p:tgtEl>
                                      </p:cBhvr>
                                    </p:animEffect>
                                  </p:childTnLst>
                                </p:cTn>
                              </p:par>
                              <p:par>
                                <p:cTn id="65" presetID="3" presetClass="entr" presetSubtype="10" fill="hold" nodeType="withEffect">
                                  <p:stCondLst>
                                    <p:cond delay="0"/>
                                  </p:stCondLst>
                                  <p:childTnLst>
                                    <p:set>
                                      <p:cBhvr>
                                        <p:cTn id="66" dur="1" fill="hold">
                                          <p:stCondLst>
                                            <p:cond delay="0"/>
                                          </p:stCondLst>
                                        </p:cTn>
                                        <p:tgtEl>
                                          <p:spTgt spid="855098"/>
                                        </p:tgtEl>
                                        <p:attrNameLst>
                                          <p:attrName>style.visibility</p:attrName>
                                        </p:attrNameLst>
                                      </p:cBhvr>
                                      <p:to>
                                        <p:strVal val="visible"/>
                                      </p:to>
                                    </p:set>
                                    <p:animEffect transition="in" filter="blinds(horizontal)">
                                      <p:cBhvr>
                                        <p:cTn id="67" dur="500"/>
                                        <p:tgtEl>
                                          <p:spTgt spid="855098"/>
                                        </p:tgtEl>
                                      </p:cBhvr>
                                    </p:animEffect>
                                  </p:childTnLst>
                                </p:cTn>
                              </p:par>
                              <p:par>
                                <p:cTn id="68" presetID="3" presetClass="entr" presetSubtype="10" fill="hold" nodeType="withEffect">
                                  <p:stCondLst>
                                    <p:cond delay="0"/>
                                  </p:stCondLst>
                                  <p:childTnLst>
                                    <p:set>
                                      <p:cBhvr>
                                        <p:cTn id="69" dur="1" fill="hold">
                                          <p:stCondLst>
                                            <p:cond delay="0"/>
                                          </p:stCondLst>
                                        </p:cTn>
                                        <p:tgtEl>
                                          <p:spTgt spid="855099"/>
                                        </p:tgtEl>
                                        <p:attrNameLst>
                                          <p:attrName>style.visibility</p:attrName>
                                        </p:attrNameLst>
                                      </p:cBhvr>
                                      <p:to>
                                        <p:strVal val="visible"/>
                                      </p:to>
                                    </p:set>
                                    <p:animEffect transition="in" filter="blinds(horizontal)">
                                      <p:cBhvr>
                                        <p:cTn id="70" dur="500"/>
                                        <p:tgtEl>
                                          <p:spTgt spid="855099"/>
                                        </p:tgtEl>
                                      </p:cBhvr>
                                    </p:animEffect>
                                  </p:childTnLst>
                                </p:cTn>
                              </p:par>
                              <p:par>
                                <p:cTn id="71" presetID="3" presetClass="entr" presetSubtype="10" fill="hold" nodeType="withEffect">
                                  <p:stCondLst>
                                    <p:cond delay="0"/>
                                  </p:stCondLst>
                                  <p:childTnLst>
                                    <p:set>
                                      <p:cBhvr>
                                        <p:cTn id="72" dur="1" fill="hold">
                                          <p:stCondLst>
                                            <p:cond delay="0"/>
                                          </p:stCondLst>
                                        </p:cTn>
                                        <p:tgtEl>
                                          <p:spTgt spid="855100"/>
                                        </p:tgtEl>
                                        <p:attrNameLst>
                                          <p:attrName>style.visibility</p:attrName>
                                        </p:attrNameLst>
                                      </p:cBhvr>
                                      <p:to>
                                        <p:strVal val="visible"/>
                                      </p:to>
                                    </p:set>
                                    <p:animEffect transition="in" filter="blinds(horizontal)">
                                      <p:cBhvr>
                                        <p:cTn id="73" dur="500"/>
                                        <p:tgtEl>
                                          <p:spTgt spid="855100"/>
                                        </p:tgtEl>
                                      </p:cBhvr>
                                    </p:animEffect>
                                  </p:childTnLst>
                                </p:cTn>
                              </p:par>
                              <p:par>
                                <p:cTn id="74" presetID="3" presetClass="entr" presetSubtype="10" fill="hold" nodeType="withEffect">
                                  <p:stCondLst>
                                    <p:cond delay="0"/>
                                  </p:stCondLst>
                                  <p:childTnLst>
                                    <p:set>
                                      <p:cBhvr>
                                        <p:cTn id="75" dur="1" fill="hold">
                                          <p:stCondLst>
                                            <p:cond delay="0"/>
                                          </p:stCondLst>
                                        </p:cTn>
                                        <p:tgtEl>
                                          <p:spTgt spid="855101"/>
                                        </p:tgtEl>
                                        <p:attrNameLst>
                                          <p:attrName>style.visibility</p:attrName>
                                        </p:attrNameLst>
                                      </p:cBhvr>
                                      <p:to>
                                        <p:strVal val="visible"/>
                                      </p:to>
                                    </p:set>
                                    <p:animEffect transition="in" filter="blinds(horizontal)">
                                      <p:cBhvr>
                                        <p:cTn id="76" dur="500"/>
                                        <p:tgtEl>
                                          <p:spTgt spid="855101"/>
                                        </p:tgtEl>
                                      </p:cBhvr>
                                    </p:animEffect>
                                  </p:childTnLst>
                                </p:cTn>
                              </p:par>
                              <p:par>
                                <p:cTn id="77" presetID="3" presetClass="entr" presetSubtype="10" fill="hold" nodeType="withEffect">
                                  <p:stCondLst>
                                    <p:cond delay="0"/>
                                  </p:stCondLst>
                                  <p:childTnLst>
                                    <p:set>
                                      <p:cBhvr>
                                        <p:cTn id="78" dur="1" fill="hold">
                                          <p:stCondLst>
                                            <p:cond delay="0"/>
                                          </p:stCondLst>
                                        </p:cTn>
                                        <p:tgtEl>
                                          <p:spTgt spid="855102"/>
                                        </p:tgtEl>
                                        <p:attrNameLst>
                                          <p:attrName>style.visibility</p:attrName>
                                        </p:attrNameLst>
                                      </p:cBhvr>
                                      <p:to>
                                        <p:strVal val="visible"/>
                                      </p:to>
                                    </p:set>
                                    <p:animEffect transition="in" filter="blinds(horizontal)">
                                      <p:cBhvr>
                                        <p:cTn id="79" dur="500"/>
                                        <p:tgtEl>
                                          <p:spTgt spid="855102"/>
                                        </p:tgtEl>
                                      </p:cBhvr>
                                    </p:animEffect>
                                  </p:childTnLst>
                                </p:cTn>
                              </p:par>
                              <p:par>
                                <p:cTn id="80" presetID="3" presetClass="entr" presetSubtype="10" fill="hold" nodeType="withEffect">
                                  <p:stCondLst>
                                    <p:cond delay="0"/>
                                  </p:stCondLst>
                                  <p:childTnLst>
                                    <p:set>
                                      <p:cBhvr>
                                        <p:cTn id="81" dur="1" fill="hold">
                                          <p:stCondLst>
                                            <p:cond delay="0"/>
                                          </p:stCondLst>
                                        </p:cTn>
                                        <p:tgtEl>
                                          <p:spTgt spid="855103"/>
                                        </p:tgtEl>
                                        <p:attrNameLst>
                                          <p:attrName>style.visibility</p:attrName>
                                        </p:attrNameLst>
                                      </p:cBhvr>
                                      <p:to>
                                        <p:strVal val="visible"/>
                                      </p:to>
                                    </p:set>
                                    <p:animEffect transition="in" filter="blinds(horizontal)">
                                      <p:cBhvr>
                                        <p:cTn id="82" dur="500"/>
                                        <p:tgtEl>
                                          <p:spTgt spid="855103"/>
                                        </p:tgtEl>
                                      </p:cBhvr>
                                    </p:animEffect>
                                  </p:childTnLst>
                                </p:cTn>
                              </p:par>
                              <p:par>
                                <p:cTn id="83" presetID="3" presetClass="entr" presetSubtype="10" fill="hold" nodeType="withEffect">
                                  <p:stCondLst>
                                    <p:cond delay="0"/>
                                  </p:stCondLst>
                                  <p:childTnLst>
                                    <p:set>
                                      <p:cBhvr>
                                        <p:cTn id="84" dur="1" fill="hold">
                                          <p:stCondLst>
                                            <p:cond delay="0"/>
                                          </p:stCondLst>
                                        </p:cTn>
                                        <p:tgtEl>
                                          <p:spTgt spid="855104"/>
                                        </p:tgtEl>
                                        <p:attrNameLst>
                                          <p:attrName>style.visibility</p:attrName>
                                        </p:attrNameLst>
                                      </p:cBhvr>
                                      <p:to>
                                        <p:strVal val="visible"/>
                                      </p:to>
                                    </p:set>
                                    <p:animEffect transition="in" filter="blinds(horizontal)">
                                      <p:cBhvr>
                                        <p:cTn id="85" dur="500"/>
                                        <p:tgtEl>
                                          <p:spTgt spid="855104"/>
                                        </p:tgtEl>
                                      </p:cBhvr>
                                    </p:animEffect>
                                  </p:childTnLst>
                                </p:cTn>
                              </p:par>
                              <p:par>
                                <p:cTn id="86" presetID="3" presetClass="entr" presetSubtype="10" fill="hold" nodeType="withEffect">
                                  <p:stCondLst>
                                    <p:cond delay="0"/>
                                  </p:stCondLst>
                                  <p:childTnLst>
                                    <p:set>
                                      <p:cBhvr>
                                        <p:cTn id="87" dur="1" fill="hold">
                                          <p:stCondLst>
                                            <p:cond delay="0"/>
                                          </p:stCondLst>
                                        </p:cTn>
                                        <p:tgtEl>
                                          <p:spTgt spid="855105"/>
                                        </p:tgtEl>
                                        <p:attrNameLst>
                                          <p:attrName>style.visibility</p:attrName>
                                        </p:attrNameLst>
                                      </p:cBhvr>
                                      <p:to>
                                        <p:strVal val="visible"/>
                                      </p:to>
                                    </p:set>
                                    <p:animEffect transition="in" filter="blinds(horizontal)">
                                      <p:cBhvr>
                                        <p:cTn id="88" dur="500"/>
                                        <p:tgtEl>
                                          <p:spTgt spid="855105"/>
                                        </p:tgtEl>
                                      </p:cBhvr>
                                    </p:animEffect>
                                  </p:childTnLst>
                                </p:cTn>
                              </p:par>
                              <p:par>
                                <p:cTn id="89" presetID="3" presetClass="entr" presetSubtype="10" fill="hold" nodeType="withEffect">
                                  <p:stCondLst>
                                    <p:cond delay="0"/>
                                  </p:stCondLst>
                                  <p:childTnLst>
                                    <p:set>
                                      <p:cBhvr>
                                        <p:cTn id="90" dur="1" fill="hold">
                                          <p:stCondLst>
                                            <p:cond delay="0"/>
                                          </p:stCondLst>
                                        </p:cTn>
                                        <p:tgtEl>
                                          <p:spTgt spid="855106"/>
                                        </p:tgtEl>
                                        <p:attrNameLst>
                                          <p:attrName>style.visibility</p:attrName>
                                        </p:attrNameLst>
                                      </p:cBhvr>
                                      <p:to>
                                        <p:strVal val="visible"/>
                                      </p:to>
                                    </p:set>
                                    <p:animEffect transition="in" filter="blinds(horizontal)">
                                      <p:cBhvr>
                                        <p:cTn id="91" dur="500"/>
                                        <p:tgtEl>
                                          <p:spTgt spid="855106"/>
                                        </p:tgtEl>
                                      </p:cBhvr>
                                    </p:animEffect>
                                  </p:childTnLst>
                                </p:cTn>
                              </p:par>
                              <p:par>
                                <p:cTn id="92" presetID="3" presetClass="entr" presetSubtype="10" fill="hold" nodeType="withEffect">
                                  <p:stCondLst>
                                    <p:cond delay="0"/>
                                  </p:stCondLst>
                                  <p:childTnLst>
                                    <p:set>
                                      <p:cBhvr>
                                        <p:cTn id="93" dur="1" fill="hold">
                                          <p:stCondLst>
                                            <p:cond delay="0"/>
                                          </p:stCondLst>
                                        </p:cTn>
                                        <p:tgtEl>
                                          <p:spTgt spid="855107"/>
                                        </p:tgtEl>
                                        <p:attrNameLst>
                                          <p:attrName>style.visibility</p:attrName>
                                        </p:attrNameLst>
                                      </p:cBhvr>
                                      <p:to>
                                        <p:strVal val="visible"/>
                                      </p:to>
                                    </p:set>
                                    <p:animEffect transition="in" filter="blinds(horizontal)">
                                      <p:cBhvr>
                                        <p:cTn id="94" dur="500"/>
                                        <p:tgtEl>
                                          <p:spTgt spid="855107"/>
                                        </p:tgtEl>
                                      </p:cBhvr>
                                    </p:animEffect>
                                  </p:childTnLst>
                                </p:cTn>
                              </p:par>
                              <p:par>
                                <p:cTn id="95" presetID="3" presetClass="entr" presetSubtype="10" fill="hold" nodeType="withEffect">
                                  <p:stCondLst>
                                    <p:cond delay="0"/>
                                  </p:stCondLst>
                                  <p:childTnLst>
                                    <p:set>
                                      <p:cBhvr>
                                        <p:cTn id="96" dur="1" fill="hold">
                                          <p:stCondLst>
                                            <p:cond delay="0"/>
                                          </p:stCondLst>
                                        </p:cTn>
                                        <p:tgtEl>
                                          <p:spTgt spid="855108"/>
                                        </p:tgtEl>
                                        <p:attrNameLst>
                                          <p:attrName>style.visibility</p:attrName>
                                        </p:attrNameLst>
                                      </p:cBhvr>
                                      <p:to>
                                        <p:strVal val="visible"/>
                                      </p:to>
                                    </p:set>
                                    <p:animEffect transition="in" filter="blinds(horizontal)">
                                      <p:cBhvr>
                                        <p:cTn id="97" dur="500"/>
                                        <p:tgtEl>
                                          <p:spTgt spid="855108"/>
                                        </p:tgtEl>
                                      </p:cBhvr>
                                    </p:animEffect>
                                  </p:childTnLst>
                                </p:cTn>
                              </p:par>
                              <p:par>
                                <p:cTn id="98" presetID="3" presetClass="entr" presetSubtype="10" fill="hold" nodeType="withEffect">
                                  <p:stCondLst>
                                    <p:cond delay="0"/>
                                  </p:stCondLst>
                                  <p:childTnLst>
                                    <p:set>
                                      <p:cBhvr>
                                        <p:cTn id="99" dur="1" fill="hold">
                                          <p:stCondLst>
                                            <p:cond delay="0"/>
                                          </p:stCondLst>
                                        </p:cTn>
                                        <p:tgtEl>
                                          <p:spTgt spid="855179"/>
                                        </p:tgtEl>
                                        <p:attrNameLst>
                                          <p:attrName>style.visibility</p:attrName>
                                        </p:attrNameLst>
                                      </p:cBhvr>
                                      <p:to>
                                        <p:strVal val="visible"/>
                                      </p:to>
                                    </p:set>
                                    <p:animEffect transition="in" filter="blinds(horizontal)">
                                      <p:cBhvr>
                                        <p:cTn id="100" dur="500"/>
                                        <p:tgtEl>
                                          <p:spTgt spid="855179"/>
                                        </p:tgtEl>
                                      </p:cBhvr>
                                    </p:animEffect>
                                  </p:childTnLst>
                                </p:cTn>
                              </p:par>
                              <p:par>
                                <p:cTn id="101" presetID="3" presetClass="entr" presetSubtype="10" fill="hold" nodeType="withEffect">
                                  <p:stCondLst>
                                    <p:cond delay="0"/>
                                  </p:stCondLst>
                                  <p:childTnLst>
                                    <p:set>
                                      <p:cBhvr>
                                        <p:cTn id="102" dur="1" fill="hold">
                                          <p:stCondLst>
                                            <p:cond delay="0"/>
                                          </p:stCondLst>
                                        </p:cTn>
                                        <p:tgtEl>
                                          <p:spTgt spid="855180"/>
                                        </p:tgtEl>
                                        <p:attrNameLst>
                                          <p:attrName>style.visibility</p:attrName>
                                        </p:attrNameLst>
                                      </p:cBhvr>
                                      <p:to>
                                        <p:strVal val="visible"/>
                                      </p:to>
                                    </p:set>
                                    <p:animEffect transition="in" filter="blinds(horizontal)">
                                      <p:cBhvr>
                                        <p:cTn id="103" dur="500"/>
                                        <p:tgtEl>
                                          <p:spTgt spid="855180"/>
                                        </p:tgtEl>
                                      </p:cBhvr>
                                    </p:animEffect>
                                  </p:childTnLst>
                                </p:cTn>
                              </p:par>
                              <p:par>
                                <p:cTn id="104" presetID="3" presetClass="entr" presetSubtype="10" fill="hold" nodeType="withEffect">
                                  <p:stCondLst>
                                    <p:cond delay="0"/>
                                  </p:stCondLst>
                                  <p:childTnLst>
                                    <p:set>
                                      <p:cBhvr>
                                        <p:cTn id="105" dur="1" fill="hold">
                                          <p:stCondLst>
                                            <p:cond delay="0"/>
                                          </p:stCondLst>
                                        </p:cTn>
                                        <p:tgtEl>
                                          <p:spTgt spid="855181"/>
                                        </p:tgtEl>
                                        <p:attrNameLst>
                                          <p:attrName>style.visibility</p:attrName>
                                        </p:attrNameLst>
                                      </p:cBhvr>
                                      <p:to>
                                        <p:strVal val="visible"/>
                                      </p:to>
                                    </p:set>
                                    <p:animEffect transition="in" filter="blinds(horizontal)">
                                      <p:cBhvr>
                                        <p:cTn id="106" dur="500"/>
                                        <p:tgtEl>
                                          <p:spTgt spid="855181"/>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nodeType="clickEffect">
                                  <p:stCondLst>
                                    <p:cond delay="0"/>
                                  </p:stCondLst>
                                  <p:childTnLst>
                                    <p:set>
                                      <p:cBhvr>
                                        <p:cTn id="110" dur="1" fill="hold">
                                          <p:stCondLst>
                                            <p:cond delay="0"/>
                                          </p:stCondLst>
                                        </p:cTn>
                                        <p:tgtEl>
                                          <p:spTgt spid="855074"/>
                                        </p:tgtEl>
                                        <p:attrNameLst>
                                          <p:attrName>style.visibility</p:attrName>
                                        </p:attrNameLst>
                                      </p:cBhvr>
                                      <p:to>
                                        <p:strVal val="visible"/>
                                      </p:to>
                                    </p:set>
                                    <p:animEffect transition="in" filter="wipe(left)">
                                      <p:cBhvr>
                                        <p:cTn id="111" dur="500"/>
                                        <p:tgtEl>
                                          <p:spTgt spid="855074"/>
                                        </p:tgtEl>
                                      </p:cBhvr>
                                    </p:animEffect>
                                  </p:childTnLst>
                                </p:cTn>
                              </p:par>
                              <p:par>
                                <p:cTn id="112" presetID="22" presetClass="entr" presetSubtype="8" fill="hold" nodeType="withEffect">
                                  <p:stCondLst>
                                    <p:cond delay="0"/>
                                  </p:stCondLst>
                                  <p:childTnLst>
                                    <p:set>
                                      <p:cBhvr>
                                        <p:cTn id="113" dur="1" fill="hold">
                                          <p:stCondLst>
                                            <p:cond delay="0"/>
                                          </p:stCondLst>
                                        </p:cTn>
                                        <p:tgtEl>
                                          <p:spTgt spid="855083"/>
                                        </p:tgtEl>
                                        <p:attrNameLst>
                                          <p:attrName>style.visibility</p:attrName>
                                        </p:attrNameLst>
                                      </p:cBhvr>
                                      <p:to>
                                        <p:strVal val="visible"/>
                                      </p:to>
                                    </p:set>
                                    <p:animEffect transition="in" filter="wipe(left)">
                                      <p:cBhvr>
                                        <p:cTn id="114" dur="500"/>
                                        <p:tgtEl>
                                          <p:spTgt spid="855083"/>
                                        </p:tgtEl>
                                      </p:cBhvr>
                                    </p:animEffect>
                                  </p:childTnLst>
                                </p:cTn>
                              </p:par>
                              <p:par>
                                <p:cTn id="115" presetID="22" presetClass="entr" presetSubtype="8" fill="hold" nodeType="withEffect">
                                  <p:stCondLst>
                                    <p:cond delay="0"/>
                                  </p:stCondLst>
                                  <p:childTnLst>
                                    <p:set>
                                      <p:cBhvr>
                                        <p:cTn id="116" dur="1" fill="hold">
                                          <p:stCondLst>
                                            <p:cond delay="0"/>
                                          </p:stCondLst>
                                        </p:cTn>
                                        <p:tgtEl>
                                          <p:spTgt spid="855085"/>
                                        </p:tgtEl>
                                        <p:attrNameLst>
                                          <p:attrName>style.visibility</p:attrName>
                                        </p:attrNameLst>
                                      </p:cBhvr>
                                      <p:to>
                                        <p:strVal val="visible"/>
                                      </p:to>
                                    </p:set>
                                    <p:animEffect transition="in" filter="wipe(left)">
                                      <p:cBhvr>
                                        <p:cTn id="117" dur="500"/>
                                        <p:tgtEl>
                                          <p:spTgt spid="855085"/>
                                        </p:tgtEl>
                                      </p:cBhvr>
                                    </p:animEffect>
                                  </p:childTnLst>
                                </p:cTn>
                              </p:par>
                              <p:par>
                                <p:cTn id="118" presetID="22" presetClass="entr" presetSubtype="8" fill="hold" nodeType="withEffect">
                                  <p:stCondLst>
                                    <p:cond delay="0"/>
                                  </p:stCondLst>
                                  <p:childTnLst>
                                    <p:set>
                                      <p:cBhvr>
                                        <p:cTn id="119" dur="1" fill="hold">
                                          <p:stCondLst>
                                            <p:cond delay="0"/>
                                          </p:stCondLst>
                                        </p:cTn>
                                        <p:tgtEl>
                                          <p:spTgt spid="855089"/>
                                        </p:tgtEl>
                                        <p:attrNameLst>
                                          <p:attrName>style.visibility</p:attrName>
                                        </p:attrNameLst>
                                      </p:cBhvr>
                                      <p:to>
                                        <p:strVal val="visible"/>
                                      </p:to>
                                    </p:set>
                                    <p:animEffect transition="in" filter="wipe(left)">
                                      <p:cBhvr>
                                        <p:cTn id="120" dur="500"/>
                                        <p:tgtEl>
                                          <p:spTgt spid="855089"/>
                                        </p:tgtEl>
                                      </p:cBhvr>
                                    </p:animEffect>
                                  </p:childTnLst>
                                </p:cTn>
                              </p:par>
                              <p:par>
                                <p:cTn id="121" presetID="22" presetClass="entr" presetSubtype="8" fill="hold" nodeType="withEffect">
                                  <p:stCondLst>
                                    <p:cond delay="0"/>
                                  </p:stCondLst>
                                  <p:childTnLst>
                                    <p:set>
                                      <p:cBhvr>
                                        <p:cTn id="122" dur="1" fill="hold">
                                          <p:stCondLst>
                                            <p:cond delay="0"/>
                                          </p:stCondLst>
                                        </p:cTn>
                                        <p:tgtEl>
                                          <p:spTgt spid="855093"/>
                                        </p:tgtEl>
                                        <p:attrNameLst>
                                          <p:attrName>style.visibility</p:attrName>
                                        </p:attrNameLst>
                                      </p:cBhvr>
                                      <p:to>
                                        <p:strVal val="visible"/>
                                      </p:to>
                                    </p:set>
                                    <p:animEffect transition="in" filter="wipe(left)">
                                      <p:cBhvr>
                                        <p:cTn id="123" dur="500"/>
                                        <p:tgtEl>
                                          <p:spTgt spid="855093"/>
                                        </p:tgtEl>
                                      </p:cBhvr>
                                    </p:animEffect>
                                  </p:childTnLst>
                                </p:cTn>
                              </p:par>
                              <p:par>
                                <p:cTn id="124" presetID="22" presetClass="entr" presetSubtype="8" fill="hold" nodeType="withEffect">
                                  <p:stCondLst>
                                    <p:cond delay="0"/>
                                  </p:stCondLst>
                                  <p:childTnLst>
                                    <p:set>
                                      <p:cBhvr>
                                        <p:cTn id="125" dur="1" fill="hold">
                                          <p:stCondLst>
                                            <p:cond delay="0"/>
                                          </p:stCondLst>
                                        </p:cTn>
                                        <p:tgtEl>
                                          <p:spTgt spid="855182"/>
                                        </p:tgtEl>
                                        <p:attrNameLst>
                                          <p:attrName>style.visibility</p:attrName>
                                        </p:attrNameLst>
                                      </p:cBhvr>
                                      <p:to>
                                        <p:strVal val="visible"/>
                                      </p:to>
                                    </p:set>
                                    <p:animEffect transition="in" filter="wipe(left)">
                                      <p:cBhvr>
                                        <p:cTn id="126" dur="500"/>
                                        <p:tgtEl>
                                          <p:spTgt spid="855182"/>
                                        </p:tgtEl>
                                      </p:cBhvr>
                                    </p:animEffect>
                                  </p:childTnLst>
                                </p:cTn>
                              </p:par>
                              <p:par>
                                <p:cTn id="127" presetID="22" presetClass="entr" presetSubtype="8" fill="hold" nodeType="withEffect">
                                  <p:stCondLst>
                                    <p:cond delay="0"/>
                                  </p:stCondLst>
                                  <p:childTnLst>
                                    <p:set>
                                      <p:cBhvr>
                                        <p:cTn id="128" dur="1" fill="hold">
                                          <p:stCondLst>
                                            <p:cond delay="0"/>
                                          </p:stCondLst>
                                        </p:cTn>
                                        <p:tgtEl>
                                          <p:spTgt spid="855183"/>
                                        </p:tgtEl>
                                        <p:attrNameLst>
                                          <p:attrName>style.visibility</p:attrName>
                                        </p:attrNameLst>
                                      </p:cBhvr>
                                      <p:to>
                                        <p:strVal val="visible"/>
                                      </p:to>
                                    </p:set>
                                    <p:animEffect transition="in" filter="wipe(left)">
                                      <p:cBhvr>
                                        <p:cTn id="129" dur="500"/>
                                        <p:tgtEl>
                                          <p:spTgt spid="855183"/>
                                        </p:tgtEl>
                                      </p:cBhvr>
                                    </p:animEffect>
                                  </p:childTnLst>
                                </p:cTn>
                              </p:par>
                              <p:par>
                                <p:cTn id="130" presetID="22" presetClass="entr" presetSubtype="8" fill="hold" nodeType="withEffect">
                                  <p:stCondLst>
                                    <p:cond delay="0"/>
                                  </p:stCondLst>
                                  <p:childTnLst>
                                    <p:set>
                                      <p:cBhvr>
                                        <p:cTn id="131" dur="1" fill="hold">
                                          <p:stCondLst>
                                            <p:cond delay="0"/>
                                          </p:stCondLst>
                                        </p:cTn>
                                        <p:tgtEl>
                                          <p:spTgt spid="855184"/>
                                        </p:tgtEl>
                                        <p:attrNameLst>
                                          <p:attrName>style.visibility</p:attrName>
                                        </p:attrNameLst>
                                      </p:cBhvr>
                                      <p:to>
                                        <p:strVal val="visible"/>
                                      </p:to>
                                    </p:set>
                                    <p:animEffect transition="in" filter="wipe(left)">
                                      <p:cBhvr>
                                        <p:cTn id="132" dur="500"/>
                                        <p:tgtEl>
                                          <p:spTgt spid="855184"/>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3" presetClass="entr" presetSubtype="10" fill="hold" nodeType="clickEffect">
                                  <p:stCondLst>
                                    <p:cond delay="0"/>
                                  </p:stCondLst>
                                  <p:childTnLst>
                                    <p:set>
                                      <p:cBhvr>
                                        <p:cTn id="136" dur="1" fill="hold">
                                          <p:stCondLst>
                                            <p:cond delay="0"/>
                                          </p:stCondLst>
                                        </p:cTn>
                                        <p:tgtEl>
                                          <p:spTgt spid="855253"/>
                                        </p:tgtEl>
                                        <p:attrNameLst>
                                          <p:attrName>style.visibility</p:attrName>
                                        </p:attrNameLst>
                                      </p:cBhvr>
                                      <p:to>
                                        <p:strVal val="visible"/>
                                      </p:to>
                                    </p:set>
                                    <p:animEffect transition="in" filter="blinds(horizontal)">
                                      <p:cBhvr>
                                        <p:cTn id="137" dur="500"/>
                                        <p:tgtEl>
                                          <p:spTgt spid="855253"/>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3" presetClass="entr" presetSubtype="10" fill="hold" nodeType="clickEffect">
                                  <p:stCondLst>
                                    <p:cond delay="0"/>
                                  </p:stCondLst>
                                  <p:childTnLst>
                                    <p:set>
                                      <p:cBhvr>
                                        <p:cTn id="141" dur="1" fill="hold">
                                          <p:stCondLst>
                                            <p:cond delay="0"/>
                                          </p:stCondLst>
                                        </p:cTn>
                                        <p:tgtEl>
                                          <p:spTgt spid="855145"/>
                                        </p:tgtEl>
                                        <p:attrNameLst>
                                          <p:attrName>style.visibility</p:attrName>
                                        </p:attrNameLst>
                                      </p:cBhvr>
                                      <p:to>
                                        <p:strVal val="visible"/>
                                      </p:to>
                                    </p:set>
                                    <p:animEffect transition="in" filter="blinds(horizontal)">
                                      <p:cBhvr>
                                        <p:cTn id="142" dur="500"/>
                                        <p:tgtEl>
                                          <p:spTgt spid="855145"/>
                                        </p:tgtEl>
                                      </p:cBhvr>
                                    </p:animEffect>
                                  </p:childTnLst>
                                </p:cTn>
                              </p:par>
                              <p:par>
                                <p:cTn id="143" presetID="3" presetClass="entr" presetSubtype="10" fill="hold" nodeType="withEffect">
                                  <p:stCondLst>
                                    <p:cond delay="0"/>
                                  </p:stCondLst>
                                  <p:childTnLst>
                                    <p:set>
                                      <p:cBhvr>
                                        <p:cTn id="144" dur="1" fill="hold">
                                          <p:stCondLst>
                                            <p:cond delay="0"/>
                                          </p:stCondLst>
                                        </p:cTn>
                                        <p:tgtEl>
                                          <p:spTgt spid="855146"/>
                                        </p:tgtEl>
                                        <p:attrNameLst>
                                          <p:attrName>style.visibility</p:attrName>
                                        </p:attrNameLst>
                                      </p:cBhvr>
                                      <p:to>
                                        <p:strVal val="visible"/>
                                      </p:to>
                                    </p:set>
                                    <p:animEffect transition="in" filter="blinds(horizontal)">
                                      <p:cBhvr>
                                        <p:cTn id="145" dur="500"/>
                                        <p:tgtEl>
                                          <p:spTgt spid="855146"/>
                                        </p:tgtEl>
                                      </p:cBhvr>
                                    </p:animEffect>
                                  </p:childTnLst>
                                </p:cTn>
                              </p:par>
                              <p:par>
                                <p:cTn id="146" presetID="3" presetClass="entr" presetSubtype="10" fill="hold" nodeType="withEffect">
                                  <p:stCondLst>
                                    <p:cond delay="0"/>
                                  </p:stCondLst>
                                  <p:childTnLst>
                                    <p:set>
                                      <p:cBhvr>
                                        <p:cTn id="147" dur="1" fill="hold">
                                          <p:stCondLst>
                                            <p:cond delay="0"/>
                                          </p:stCondLst>
                                        </p:cTn>
                                        <p:tgtEl>
                                          <p:spTgt spid="855147"/>
                                        </p:tgtEl>
                                        <p:attrNameLst>
                                          <p:attrName>style.visibility</p:attrName>
                                        </p:attrNameLst>
                                      </p:cBhvr>
                                      <p:to>
                                        <p:strVal val="visible"/>
                                      </p:to>
                                    </p:set>
                                    <p:animEffect transition="in" filter="blinds(horizontal)">
                                      <p:cBhvr>
                                        <p:cTn id="148" dur="500"/>
                                        <p:tgtEl>
                                          <p:spTgt spid="855147"/>
                                        </p:tgtEl>
                                      </p:cBhvr>
                                    </p:animEffect>
                                  </p:childTnLst>
                                </p:cTn>
                              </p:par>
                              <p:par>
                                <p:cTn id="149" presetID="3" presetClass="entr" presetSubtype="10" fill="hold" nodeType="withEffect">
                                  <p:stCondLst>
                                    <p:cond delay="0"/>
                                  </p:stCondLst>
                                  <p:childTnLst>
                                    <p:set>
                                      <p:cBhvr>
                                        <p:cTn id="150" dur="1" fill="hold">
                                          <p:stCondLst>
                                            <p:cond delay="0"/>
                                          </p:stCondLst>
                                        </p:cTn>
                                        <p:tgtEl>
                                          <p:spTgt spid="855148"/>
                                        </p:tgtEl>
                                        <p:attrNameLst>
                                          <p:attrName>style.visibility</p:attrName>
                                        </p:attrNameLst>
                                      </p:cBhvr>
                                      <p:to>
                                        <p:strVal val="visible"/>
                                      </p:to>
                                    </p:set>
                                    <p:animEffect transition="in" filter="blinds(horizontal)">
                                      <p:cBhvr>
                                        <p:cTn id="151" dur="500"/>
                                        <p:tgtEl>
                                          <p:spTgt spid="855148"/>
                                        </p:tgtEl>
                                      </p:cBhvr>
                                    </p:animEffect>
                                  </p:childTnLst>
                                </p:cTn>
                              </p:par>
                              <p:par>
                                <p:cTn id="152" presetID="3" presetClass="entr" presetSubtype="10" fill="hold" nodeType="withEffect">
                                  <p:stCondLst>
                                    <p:cond delay="0"/>
                                  </p:stCondLst>
                                  <p:childTnLst>
                                    <p:set>
                                      <p:cBhvr>
                                        <p:cTn id="153" dur="1" fill="hold">
                                          <p:stCondLst>
                                            <p:cond delay="0"/>
                                          </p:stCondLst>
                                        </p:cTn>
                                        <p:tgtEl>
                                          <p:spTgt spid="855149"/>
                                        </p:tgtEl>
                                        <p:attrNameLst>
                                          <p:attrName>style.visibility</p:attrName>
                                        </p:attrNameLst>
                                      </p:cBhvr>
                                      <p:to>
                                        <p:strVal val="visible"/>
                                      </p:to>
                                    </p:set>
                                    <p:animEffect transition="in" filter="blinds(horizontal)">
                                      <p:cBhvr>
                                        <p:cTn id="154" dur="500"/>
                                        <p:tgtEl>
                                          <p:spTgt spid="855149"/>
                                        </p:tgtEl>
                                      </p:cBhvr>
                                    </p:animEffect>
                                  </p:childTnLst>
                                </p:cTn>
                              </p:par>
                              <p:par>
                                <p:cTn id="155" presetID="3" presetClass="entr" presetSubtype="10" fill="hold" nodeType="withEffect">
                                  <p:stCondLst>
                                    <p:cond delay="0"/>
                                  </p:stCondLst>
                                  <p:childTnLst>
                                    <p:set>
                                      <p:cBhvr>
                                        <p:cTn id="156" dur="1" fill="hold">
                                          <p:stCondLst>
                                            <p:cond delay="0"/>
                                          </p:stCondLst>
                                        </p:cTn>
                                        <p:tgtEl>
                                          <p:spTgt spid="855150"/>
                                        </p:tgtEl>
                                        <p:attrNameLst>
                                          <p:attrName>style.visibility</p:attrName>
                                        </p:attrNameLst>
                                      </p:cBhvr>
                                      <p:to>
                                        <p:strVal val="visible"/>
                                      </p:to>
                                    </p:set>
                                    <p:animEffect transition="in" filter="blinds(horizontal)">
                                      <p:cBhvr>
                                        <p:cTn id="157" dur="500"/>
                                        <p:tgtEl>
                                          <p:spTgt spid="855150"/>
                                        </p:tgtEl>
                                      </p:cBhvr>
                                    </p:animEffect>
                                  </p:childTnLst>
                                </p:cTn>
                              </p:par>
                              <p:par>
                                <p:cTn id="158" presetID="3" presetClass="entr" presetSubtype="10" fill="hold" nodeType="withEffect">
                                  <p:stCondLst>
                                    <p:cond delay="0"/>
                                  </p:stCondLst>
                                  <p:childTnLst>
                                    <p:set>
                                      <p:cBhvr>
                                        <p:cTn id="159" dur="1" fill="hold">
                                          <p:stCondLst>
                                            <p:cond delay="0"/>
                                          </p:stCondLst>
                                        </p:cTn>
                                        <p:tgtEl>
                                          <p:spTgt spid="855151"/>
                                        </p:tgtEl>
                                        <p:attrNameLst>
                                          <p:attrName>style.visibility</p:attrName>
                                        </p:attrNameLst>
                                      </p:cBhvr>
                                      <p:to>
                                        <p:strVal val="visible"/>
                                      </p:to>
                                    </p:set>
                                    <p:animEffect transition="in" filter="blinds(horizontal)">
                                      <p:cBhvr>
                                        <p:cTn id="160" dur="500"/>
                                        <p:tgtEl>
                                          <p:spTgt spid="855151"/>
                                        </p:tgtEl>
                                      </p:cBhvr>
                                    </p:animEffect>
                                  </p:childTnLst>
                                </p:cTn>
                              </p:par>
                              <p:par>
                                <p:cTn id="161" presetID="3" presetClass="entr" presetSubtype="10" fill="hold" nodeType="withEffect">
                                  <p:stCondLst>
                                    <p:cond delay="0"/>
                                  </p:stCondLst>
                                  <p:childTnLst>
                                    <p:set>
                                      <p:cBhvr>
                                        <p:cTn id="162" dur="1" fill="hold">
                                          <p:stCondLst>
                                            <p:cond delay="0"/>
                                          </p:stCondLst>
                                        </p:cTn>
                                        <p:tgtEl>
                                          <p:spTgt spid="855152"/>
                                        </p:tgtEl>
                                        <p:attrNameLst>
                                          <p:attrName>style.visibility</p:attrName>
                                        </p:attrNameLst>
                                      </p:cBhvr>
                                      <p:to>
                                        <p:strVal val="visible"/>
                                      </p:to>
                                    </p:set>
                                    <p:animEffect transition="in" filter="blinds(horizontal)">
                                      <p:cBhvr>
                                        <p:cTn id="163" dur="500"/>
                                        <p:tgtEl>
                                          <p:spTgt spid="855152"/>
                                        </p:tgtEl>
                                      </p:cBhvr>
                                    </p:animEffect>
                                  </p:childTnLst>
                                </p:cTn>
                              </p:par>
                              <p:par>
                                <p:cTn id="164" presetID="3" presetClass="entr" presetSubtype="10" fill="hold" nodeType="withEffect">
                                  <p:stCondLst>
                                    <p:cond delay="0"/>
                                  </p:stCondLst>
                                  <p:childTnLst>
                                    <p:set>
                                      <p:cBhvr>
                                        <p:cTn id="165" dur="1" fill="hold">
                                          <p:stCondLst>
                                            <p:cond delay="0"/>
                                          </p:stCondLst>
                                        </p:cTn>
                                        <p:tgtEl>
                                          <p:spTgt spid="855154"/>
                                        </p:tgtEl>
                                        <p:attrNameLst>
                                          <p:attrName>style.visibility</p:attrName>
                                        </p:attrNameLst>
                                      </p:cBhvr>
                                      <p:to>
                                        <p:strVal val="visible"/>
                                      </p:to>
                                    </p:set>
                                    <p:animEffect transition="in" filter="blinds(horizontal)">
                                      <p:cBhvr>
                                        <p:cTn id="166" dur="500"/>
                                        <p:tgtEl>
                                          <p:spTgt spid="855154"/>
                                        </p:tgtEl>
                                      </p:cBhvr>
                                    </p:animEffect>
                                  </p:childTnLst>
                                </p:cTn>
                              </p:par>
                              <p:par>
                                <p:cTn id="167" presetID="3" presetClass="entr" presetSubtype="10" fill="hold" nodeType="withEffect">
                                  <p:stCondLst>
                                    <p:cond delay="0"/>
                                  </p:stCondLst>
                                  <p:childTnLst>
                                    <p:set>
                                      <p:cBhvr>
                                        <p:cTn id="168" dur="1" fill="hold">
                                          <p:stCondLst>
                                            <p:cond delay="0"/>
                                          </p:stCondLst>
                                        </p:cTn>
                                        <p:tgtEl>
                                          <p:spTgt spid="855155"/>
                                        </p:tgtEl>
                                        <p:attrNameLst>
                                          <p:attrName>style.visibility</p:attrName>
                                        </p:attrNameLst>
                                      </p:cBhvr>
                                      <p:to>
                                        <p:strVal val="visible"/>
                                      </p:to>
                                    </p:set>
                                    <p:animEffect transition="in" filter="blinds(horizontal)">
                                      <p:cBhvr>
                                        <p:cTn id="169" dur="500"/>
                                        <p:tgtEl>
                                          <p:spTgt spid="855155"/>
                                        </p:tgtEl>
                                      </p:cBhvr>
                                    </p:animEffect>
                                  </p:childTnLst>
                                </p:cTn>
                              </p:par>
                              <p:par>
                                <p:cTn id="170" presetID="3" presetClass="entr" presetSubtype="10" fill="hold" nodeType="withEffect">
                                  <p:stCondLst>
                                    <p:cond delay="0"/>
                                  </p:stCondLst>
                                  <p:childTnLst>
                                    <p:set>
                                      <p:cBhvr>
                                        <p:cTn id="171" dur="1" fill="hold">
                                          <p:stCondLst>
                                            <p:cond delay="0"/>
                                          </p:stCondLst>
                                        </p:cTn>
                                        <p:tgtEl>
                                          <p:spTgt spid="855156"/>
                                        </p:tgtEl>
                                        <p:attrNameLst>
                                          <p:attrName>style.visibility</p:attrName>
                                        </p:attrNameLst>
                                      </p:cBhvr>
                                      <p:to>
                                        <p:strVal val="visible"/>
                                      </p:to>
                                    </p:set>
                                    <p:animEffect transition="in" filter="blinds(horizontal)">
                                      <p:cBhvr>
                                        <p:cTn id="172" dur="500"/>
                                        <p:tgtEl>
                                          <p:spTgt spid="855156"/>
                                        </p:tgtEl>
                                      </p:cBhvr>
                                    </p:animEffect>
                                  </p:childTnLst>
                                </p:cTn>
                              </p:par>
                              <p:par>
                                <p:cTn id="173" presetID="3" presetClass="entr" presetSubtype="10" fill="hold" nodeType="withEffect">
                                  <p:stCondLst>
                                    <p:cond delay="0"/>
                                  </p:stCondLst>
                                  <p:childTnLst>
                                    <p:set>
                                      <p:cBhvr>
                                        <p:cTn id="174" dur="1" fill="hold">
                                          <p:stCondLst>
                                            <p:cond delay="0"/>
                                          </p:stCondLst>
                                        </p:cTn>
                                        <p:tgtEl>
                                          <p:spTgt spid="855157"/>
                                        </p:tgtEl>
                                        <p:attrNameLst>
                                          <p:attrName>style.visibility</p:attrName>
                                        </p:attrNameLst>
                                      </p:cBhvr>
                                      <p:to>
                                        <p:strVal val="visible"/>
                                      </p:to>
                                    </p:set>
                                    <p:animEffect transition="in" filter="blinds(horizontal)">
                                      <p:cBhvr>
                                        <p:cTn id="175" dur="500"/>
                                        <p:tgtEl>
                                          <p:spTgt spid="855157"/>
                                        </p:tgtEl>
                                      </p:cBhvr>
                                    </p:animEffect>
                                  </p:childTnLst>
                                </p:cTn>
                              </p:par>
                              <p:par>
                                <p:cTn id="176" presetID="3" presetClass="entr" presetSubtype="10" fill="hold" nodeType="withEffect">
                                  <p:stCondLst>
                                    <p:cond delay="0"/>
                                  </p:stCondLst>
                                  <p:childTnLst>
                                    <p:set>
                                      <p:cBhvr>
                                        <p:cTn id="177" dur="1" fill="hold">
                                          <p:stCondLst>
                                            <p:cond delay="0"/>
                                          </p:stCondLst>
                                        </p:cTn>
                                        <p:tgtEl>
                                          <p:spTgt spid="855158"/>
                                        </p:tgtEl>
                                        <p:attrNameLst>
                                          <p:attrName>style.visibility</p:attrName>
                                        </p:attrNameLst>
                                      </p:cBhvr>
                                      <p:to>
                                        <p:strVal val="visible"/>
                                      </p:to>
                                    </p:set>
                                    <p:animEffect transition="in" filter="blinds(horizontal)">
                                      <p:cBhvr>
                                        <p:cTn id="178" dur="500"/>
                                        <p:tgtEl>
                                          <p:spTgt spid="855158"/>
                                        </p:tgtEl>
                                      </p:cBhvr>
                                    </p:animEffect>
                                  </p:childTnLst>
                                </p:cTn>
                              </p:par>
                              <p:par>
                                <p:cTn id="179" presetID="3" presetClass="entr" presetSubtype="10" fill="hold" nodeType="withEffect">
                                  <p:stCondLst>
                                    <p:cond delay="0"/>
                                  </p:stCondLst>
                                  <p:childTnLst>
                                    <p:set>
                                      <p:cBhvr>
                                        <p:cTn id="180" dur="1" fill="hold">
                                          <p:stCondLst>
                                            <p:cond delay="0"/>
                                          </p:stCondLst>
                                        </p:cTn>
                                        <p:tgtEl>
                                          <p:spTgt spid="855159"/>
                                        </p:tgtEl>
                                        <p:attrNameLst>
                                          <p:attrName>style.visibility</p:attrName>
                                        </p:attrNameLst>
                                      </p:cBhvr>
                                      <p:to>
                                        <p:strVal val="visible"/>
                                      </p:to>
                                    </p:set>
                                    <p:animEffect transition="in" filter="blinds(horizontal)">
                                      <p:cBhvr>
                                        <p:cTn id="181" dur="500"/>
                                        <p:tgtEl>
                                          <p:spTgt spid="855159"/>
                                        </p:tgtEl>
                                      </p:cBhvr>
                                    </p:animEffect>
                                  </p:childTnLst>
                                </p:cTn>
                              </p:par>
                              <p:par>
                                <p:cTn id="182" presetID="3" presetClass="entr" presetSubtype="10" fill="hold" nodeType="withEffect">
                                  <p:stCondLst>
                                    <p:cond delay="0"/>
                                  </p:stCondLst>
                                  <p:childTnLst>
                                    <p:set>
                                      <p:cBhvr>
                                        <p:cTn id="183" dur="1" fill="hold">
                                          <p:stCondLst>
                                            <p:cond delay="0"/>
                                          </p:stCondLst>
                                        </p:cTn>
                                        <p:tgtEl>
                                          <p:spTgt spid="855160"/>
                                        </p:tgtEl>
                                        <p:attrNameLst>
                                          <p:attrName>style.visibility</p:attrName>
                                        </p:attrNameLst>
                                      </p:cBhvr>
                                      <p:to>
                                        <p:strVal val="visible"/>
                                      </p:to>
                                    </p:set>
                                    <p:animEffect transition="in" filter="blinds(horizontal)">
                                      <p:cBhvr>
                                        <p:cTn id="184" dur="500"/>
                                        <p:tgtEl>
                                          <p:spTgt spid="855160"/>
                                        </p:tgtEl>
                                      </p:cBhvr>
                                    </p:animEffect>
                                  </p:childTnLst>
                                </p:cTn>
                              </p:par>
                              <p:par>
                                <p:cTn id="185" presetID="3" presetClass="entr" presetSubtype="10" fill="hold" nodeType="withEffect">
                                  <p:stCondLst>
                                    <p:cond delay="0"/>
                                  </p:stCondLst>
                                  <p:childTnLst>
                                    <p:set>
                                      <p:cBhvr>
                                        <p:cTn id="186" dur="1" fill="hold">
                                          <p:stCondLst>
                                            <p:cond delay="0"/>
                                          </p:stCondLst>
                                        </p:cTn>
                                        <p:tgtEl>
                                          <p:spTgt spid="855161"/>
                                        </p:tgtEl>
                                        <p:attrNameLst>
                                          <p:attrName>style.visibility</p:attrName>
                                        </p:attrNameLst>
                                      </p:cBhvr>
                                      <p:to>
                                        <p:strVal val="visible"/>
                                      </p:to>
                                    </p:set>
                                    <p:animEffect transition="in" filter="blinds(horizontal)">
                                      <p:cBhvr>
                                        <p:cTn id="187" dur="500"/>
                                        <p:tgtEl>
                                          <p:spTgt spid="855161"/>
                                        </p:tgtEl>
                                      </p:cBhvr>
                                    </p:animEffect>
                                  </p:childTnLst>
                                </p:cTn>
                              </p:par>
                              <p:par>
                                <p:cTn id="188" presetID="3" presetClass="entr" presetSubtype="10" fill="hold" nodeType="withEffect">
                                  <p:stCondLst>
                                    <p:cond delay="0"/>
                                  </p:stCondLst>
                                  <p:childTnLst>
                                    <p:set>
                                      <p:cBhvr>
                                        <p:cTn id="189" dur="1" fill="hold">
                                          <p:stCondLst>
                                            <p:cond delay="0"/>
                                          </p:stCondLst>
                                        </p:cTn>
                                        <p:tgtEl>
                                          <p:spTgt spid="855162"/>
                                        </p:tgtEl>
                                        <p:attrNameLst>
                                          <p:attrName>style.visibility</p:attrName>
                                        </p:attrNameLst>
                                      </p:cBhvr>
                                      <p:to>
                                        <p:strVal val="visible"/>
                                      </p:to>
                                    </p:set>
                                    <p:animEffect transition="in" filter="blinds(horizontal)">
                                      <p:cBhvr>
                                        <p:cTn id="190" dur="500"/>
                                        <p:tgtEl>
                                          <p:spTgt spid="855162"/>
                                        </p:tgtEl>
                                      </p:cBhvr>
                                    </p:animEffect>
                                  </p:childTnLst>
                                </p:cTn>
                              </p:par>
                              <p:par>
                                <p:cTn id="191" presetID="3" presetClass="entr" presetSubtype="10" fill="hold" nodeType="withEffect">
                                  <p:stCondLst>
                                    <p:cond delay="0"/>
                                  </p:stCondLst>
                                  <p:childTnLst>
                                    <p:set>
                                      <p:cBhvr>
                                        <p:cTn id="192" dur="1" fill="hold">
                                          <p:stCondLst>
                                            <p:cond delay="0"/>
                                          </p:stCondLst>
                                        </p:cTn>
                                        <p:tgtEl>
                                          <p:spTgt spid="855163"/>
                                        </p:tgtEl>
                                        <p:attrNameLst>
                                          <p:attrName>style.visibility</p:attrName>
                                        </p:attrNameLst>
                                      </p:cBhvr>
                                      <p:to>
                                        <p:strVal val="visible"/>
                                      </p:to>
                                    </p:set>
                                    <p:animEffect transition="in" filter="blinds(horizontal)">
                                      <p:cBhvr>
                                        <p:cTn id="193" dur="500"/>
                                        <p:tgtEl>
                                          <p:spTgt spid="855163"/>
                                        </p:tgtEl>
                                      </p:cBhvr>
                                    </p:animEffect>
                                  </p:childTnLst>
                                </p:cTn>
                              </p:par>
                              <p:par>
                                <p:cTn id="194" presetID="3" presetClass="entr" presetSubtype="10" fill="hold" nodeType="withEffect">
                                  <p:stCondLst>
                                    <p:cond delay="0"/>
                                  </p:stCondLst>
                                  <p:childTnLst>
                                    <p:set>
                                      <p:cBhvr>
                                        <p:cTn id="195" dur="1" fill="hold">
                                          <p:stCondLst>
                                            <p:cond delay="0"/>
                                          </p:stCondLst>
                                        </p:cTn>
                                        <p:tgtEl>
                                          <p:spTgt spid="855164"/>
                                        </p:tgtEl>
                                        <p:attrNameLst>
                                          <p:attrName>style.visibility</p:attrName>
                                        </p:attrNameLst>
                                      </p:cBhvr>
                                      <p:to>
                                        <p:strVal val="visible"/>
                                      </p:to>
                                    </p:set>
                                    <p:animEffect transition="in" filter="blinds(horizontal)">
                                      <p:cBhvr>
                                        <p:cTn id="196" dur="500"/>
                                        <p:tgtEl>
                                          <p:spTgt spid="855164"/>
                                        </p:tgtEl>
                                      </p:cBhvr>
                                    </p:animEffect>
                                  </p:childTnLst>
                                </p:cTn>
                              </p:par>
                              <p:par>
                                <p:cTn id="197" presetID="3" presetClass="entr" presetSubtype="10" fill="hold" nodeType="withEffect">
                                  <p:stCondLst>
                                    <p:cond delay="0"/>
                                  </p:stCondLst>
                                  <p:childTnLst>
                                    <p:set>
                                      <p:cBhvr>
                                        <p:cTn id="198" dur="1" fill="hold">
                                          <p:stCondLst>
                                            <p:cond delay="0"/>
                                          </p:stCondLst>
                                        </p:cTn>
                                        <p:tgtEl>
                                          <p:spTgt spid="855165"/>
                                        </p:tgtEl>
                                        <p:attrNameLst>
                                          <p:attrName>style.visibility</p:attrName>
                                        </p:attrNameLst>
                                      </p:cBhvr>
                                      <p:to>
                                        <p:strVal val="visible"/>
                                      </p:to>
                                    </p:set>
                                    <p:animEffect transition="in" filter="blinds(horizontal)">
                                      <p:cBhvr>
                                        <p:cTn id="199" dur="500"/>
                                        <p:tgtEl>
                                          <p:spTgt spid="855165"/>
                                        </p:tgtEl>
                                      </p:cBhvr>
                                    </p:animEffect>
                                  </p:childTnLst>
                                </p:cTn>
                              </p:par>
                              <p:par>
                                <p:cTn id="200" presetID="3" presetClass="entr" presetSubtype="10" fill="hold" nodeType="withEffect">
                                  <p:stCondLst>
                                    <p:cond delay="0"/>
                                  </p:stCondLst>
                                  <p:childTnLst>
                                    <p:set>
                                      <p:cBhvr>
                                        <p:cTn id="201" dur="1" fill="hold">
                                          <p:stCondLst>
                                            <p:cond delay="0"/>
                                          </p:stCondLst>
                                        </p:cTn>
                                        <p:tgtEl>
                                          <p:spTgt spid="855166"/>
                                        </p:tgtEl>
                                        <p:attrNameLst>
                                          <p:attrName>style.visibility</p:attrName>
                                        </p:attrNameLst>
                                      </p:cBhvr>
                                      <p:to>
                                        <p:strVal val="visible"/>
                                      </p:to>
                                    </p:set>
                                    <p:animEffect transition="in" filter="blinds(horizontal)">
                                      <p:cBhvr>
                                        <p:cTn id="202" dur="500"/>
                                        <p:tgtEl>
                                          <p:spTgt spid="855166"/>
                                        </p:tgtEl>
                                      </p:cBhvr>
                                    </p:animEffect>
                                  </p:childTnLst>
                                </p:cTn>
                              </p:par>
                              <p:par>
                                <p:cTn id="203" presetID="3" presetClass="entr" presetSubtype="10" fill="hold" nodeType="withEffect">
                                  <p:stCondLst>
                                    <p:cond delay="0"/>
                                  </p:stCondLst>
                                  <p:childTnLst>
                                    <p:set>
                                      <p:cBhvr>
                                        <p:cTn id="204" dur="1" fill="hold">
                                          <p:stCondLst>
                                            <p:cond delay="0"/>
                                          </p:stCondLst>
                                        </p:cTn>
                                        <p:tgtEl>
                                          <p:spTgt spid="855167"/>
                                        </p:tgtEl>
                                        <p:attrNameLst>
                                          <p:attrName>style.visibility</p:attrName>
                                        </p:attrNameLst>
                                      </p:cBhvr>
                                      <p:to>
                                        <p:strVal val="visible"/>
                                      </p:to>
                                    </p:set>
                                    <p:animEffect transition="in" filter="blinds(horizontal)">
                                      <p:cBhvr>
                                        <p:cTn id="205" dur="500"/>
                                        <p:tgtEl>
                                          <p:spTgt spid="855167"/>
                                        </p:tgtEl>
                                      </p:cBhvr>
                                    </p:animEffect>
                                  </p:childTnLst>
                                </p:cTn>
                              </p:par>
                              <p:par>
                                <p:cTn id="206" presetID="3" presetClass="entr" presetSubtype="10" fill="hold" nodeType="withEffect">
                                  <p:stCondLst>
                                    <p:cond delay="0"/>
                                  </p:stCondLst>
                                  <p:childTnLst>
                                    <p:set>
                                      <p:cBhvr>
                                        <p:cTn id="207" dur="1" fill="hold">
                                          <p:stCondLst>
                                            <p:cond delay="0"/>
                                          </p:stCondLst>
                                        </p:cTn>
                                        <p:tgtEl>
                                          <p:spTgt spid="855168"/>
                                        </p:tgtEl>
                                        <p:attrNameLst>
                                          <p:attrName>style.visibility</p:attrName>
                                        </p:attrNameLst>
                                      </p:cBhvr>
                                      <p:to>
                                        <p:strVal val="visible"/>
                                      </p:to>
                                    </p:set>
                                    <p:animEffect transition="in" filter="blinds(horizontal)">
                                      <p:cBhvr>
                                        <p:cTn id="208" dur="500"/>
                                        <p:tgtEl>
                                          <p:spTgt spid="855168"/>
                                        </p:tgtEl>
                                      </p:cBhvr>
                                    </p:animEffect>
                                  </p:childTnLst>
                                </p:cTn>
                              </p:par>
                              <p:par>
                                <p:cTn id="209" presetID="3" presetClass="entr" presetSubtype="10" fill="hold" nodeType="withEffect">
                                  <p:stCondLst>
                                    <p:cond delay="0"/>
                                  </p:stCondLst>
                                  <p:childTnLst>
                                    <p:set>
                                      <p:cBhvr>
                                        <p:cTn id="210" dur="1" fill="hold">
                                          <p:stCondLst>
                                            <p:cond delay="0"/>
                                          </p:stCondLst>
                                        </p:cTn>
                                        <p:tgtEl>
                                          <p:spTgt spid="855169"/>
                                        </p:tgtEl>
                                        <p:attrNameLst>
                                          <p:attrName>style.visibility</p:attrName>
                                        </p:attrNameLst>
                                      </p:cBhvr>
                                      <p:to>
                                        <p:strVal val="visible"/>
                                      </p:to>
                                    </p:set>
                                    <p:animEffect transition="in" filter="blinds(horizontal)">
                                      <p:cBhvr>
                                        <p:cTn id="211" dur="500"/>
                                        <p:tgtEl>
                                          <p:spTgt spid="855169"/>
                                        </p:tgtEl>
                                      </p:cBhvr>
                                    </p:animEffect>
                                  </p:childTnLst>
                                </p:cTn>
                              </p:par>
                              <p:par>
                                <p:cTn id="212" presetID="3" presetClass="entr" presetSubtype="10" fill="hold" nodeType="withEffect">
                                  <p:stCondLst>
                                    <p:cond delay="0"/>
                                  </p:stCondLst>
                                  <p:childTnLst>
                                    <p:set>
                                      <p:cBhvr>
                                        <p:cTn id="213" dur="1" fill="hold">
                                          <p:stCondLst>
                                            <p:cond delay="0"/>
                                          </p:stCondLst>
                                        </p:cTn>
                                        <p:tgtEl>
                                          <p:spTgt spid="855170"/>
                                        </p:tgtEl>
                                        <p:attrNameLst>
                                          <p:attrName>style.visibility</p:attrName>
                                        </p:attrNameLst>
                                      </p:cBhvr>
                                      <p:to>
                                        <p:strVal val="visible"/>
                                      </p:to>
                                    </p:set>
                                    <p:animEffect transition="in" filter="blinds(horizontal)">
                                      <p:cBhvr>
                                        <p:cTn id="214" dur="500"/>
                                        <p:tgtEl>
                                          <p:spTgt spid="855170"/>
                                        </p:tgtEl>
                                      </p:cBhvr>
                                    </p:animEffect>
                                  </p:childTnLst>
                                </p:cTn>
                              </p:par>
                              <p:par>
                                <p:cTn id="215" presetID="3" presetClass="entr" presetSubtype="10" fill="hold" nodeType="withEffect">
                                  <p:stCondLst>
                                    <p:cond delay="0"/>
                                  </p:stCondLst>
                                  <p:childTnLst>
                                    <p:set>
                                      <p:cBhvr>
                                        <p:cTn id="216" dur="1" fill="hold">
                                          <p:stCondLst>
                                            <p:cond delay="0"/>
                                          </p:stCondLst>
                                        </p:cTn>
                                        <p:tgtEl>
                                          <p:spTgt spid="855171"/>
                                        </p:tgtEl>
                                        <p:attrNameLst>
                                          <p:attrName>style.visibility</p:attrName>
                                        </p:attrNameLst>
                                      </p:cBhvr>
                                      <p:to>
                                        <p:strVal val="visible"/>
                                      </p:to>
                                    </p:set>
                                    <p:animEffect transition="in" filter="blinds(horizontal)">
                                      <p:cBhvr>
                                        <p:cTn id="217" dur="500"/>
                                        <p:tgtEl>
                                          <p:spTgt spid="855171"/>
                                        </p:tgtEl>
                                      </p:cBhvr>
                                    </p:animEffect>
                                  </p:childTnLst>
                                </p:cTn>
                              </p:par>
                              <p:par>
                                <p:cTn id="218" presetID="3" presetClass="entr" presetSubtype="10" fill="hold" nodeType="withEffect">
                                  <p:stCondLst>
                                    <p:cond delay="0"/>
                                  </p:stCondLst>
                                  <p:childTnLst>
                                    <p:set>
                                      <p:cBhvr>
                                        <p:cTn id="219" dur="1" fill="hold">
                                          <p:stCondLst>
                                            <p:cond delay="0"/>
                                          </p:stCondLst>
                                        </p:cTn>
                                        <p:tgtEl>
                                          <p:spTgt spid="855172"/>
                                        </p:tgtEl>
                                        <p:attrNameLst>
                                          <p:attrName>style.visibility</p:attrName>
                                        </p:attrNameLst>
                                      </p:cBhvr>
                                      <p:to>
                                        <p:strVal val="visible"/>
                                      </p:to>
                                    </p:set>
                                    <p:animEffect transition="in" filter="blinds(horizontal)">
                                      <p:cBhvr>
                                        <p:cTn id="220" dur="500"/>
                                        <p:tgtEl>
                                          <p:spTgt spid="855172"/>
                                        </p:tgtEl>
                                      </p:cBhvr>
                                    </p:animEffect>
                                  </p:childTnLst>
                                </p:cTn>
                              </p:par>
                              <p:par>
                                <p:cTn id="221" presetID="3" presetClass="entr" presetSubtype="10" fill="hold" nodeType="withEffect">
                                  <p:stCondLst>
                                    <p:cond delay="0"/>
                                  </p:stCondLst>
                                  <p:childTnLst>
                                    <p:set>
                                      <p:cBhvr>
                                        <p:cTn id="222" dur="1" fill="hold">
                                          <p:stCondLst>
                                            <p:cond delay="0"/>
                                          </p:stCondLst>
                                        </p:cTn>
                                        <p:tgtEl>
                                          <p:spTgt spid="855173"/>
                                        </p:tgtEl>
                                        <p:attrNameLst>
                                          <p:attrName>style.visibility</p:attrName>
                                        </p:attrNameLst>
                                      </p:cBhvr>
                                      <p:to>
                                        <p:strVal val="visible"/>
                                      </p:to>
                                    </p:set>
                                    <p:animEffect transition="in" filter="blinds(horizontal)">
                                      <p:cBhvr>
                                        <p:cTn id="223" dur="500"/>
                                        <p:tgtEl>
                                          <p:spTgt spid="855173"/>
                                        </p:tgtEl>
                                      </p:cBhvr>
                                    </p:animEffect>
                                  </p:childTnLst>
                                </p:cTn>
                              </p:par>
                              <p:par>
                                <p:cTn id="224" presetID="3" presetClass="entr" presetSubtype="10" fill="hold" nodeType="withEffect">
                                  <p:stCondLst>
                                    <p:cond delay="0"/>
                                  </p:stCondLst>
                                  <p:childTnLst>
                                    <p:set>
                                      <p:cBhvr>
                                        <p:cTn id="225" dur="1" fill="hold">
                                          <p:stCondLst>
                                            <p:cond delay="0"/>
                                          </p:stCondLst>
                                        </p:cTn>
                                        <p:tgtEl>
                                          <p:spTgt spid="855174"/>
                                        </p:tgtEl>
                                        <p:attrNameLst>
                                          <p:attrName>style.visibility</p:attrName>
                                        </p:attrNameLst>
                                      </p:cBhvr>
                                      <p:to>
                                        <p:strVal val="visible"/>
                                      </p:to>
                                    </p:set>
                                    <p:animEffect transition="in" filter="blinds(horizontal)">
                                      <p:cBhvr>
                                        <p:cTn id="226" dur="500"/>
                                        <p:tgtEl>
                                          <p:spTgt spid="855174"/>
                                        </p:tgtEl>
                                      </p:cBhvr>
                                    </p:animEffect>
                                  </p:childTnLst>
                                </p:cTn>
                              </p:par>
                              <p:par>
                                <p:cTn id="227" presetID="3" presetClass="entr" presetSubtype="10" fill="hold" nodeType="withEffect">
                                  <p:stCondLst>
                                    <p:cond delay="0"/>
                                  </p:stCondLst>
                                  <p:childTnLst>
                                    <p:set>
                                      <p:cBhvr>
                                        <p:cTn id="228" dur="1" fill="hold">
                                          <p:stCondLst>
                                            <p:cond delay="0"/>
                                          </p:stCondLst>
                                        </p:cTn>
                                        <p:tgtEl>
                                          <p:spTgt spid="855175"/>
                                        </p:tgtEl>
                                        <p:attrNameLst>
                                          <p:attrName>style.visibility</p:attrName>
                                        </p:attrNameLst>
                                      </p:cBhvr>
                                      <p:to>
                                        <p:strVal val="visible"/>
                                      </p:to>
                                    </p:set>
                                    <p:animEffect transition="in" filter="blinds(horizontal)">
                                      <p:cBhvr>
                                        <p:cTn id="229" dur="500"/>
                                        <p:tgtEl>
                                          <p:spTgt spid="855175"/>
                                        </p:tgtEl>
                                      </p:cBhvr>
                                    </p:animEffect>
                                  </p:childTnLst>
                                </p:cTn>
                              </p:par>
                              <p:par>
                                <p:cTn id="230" presetID="3" presetClass="entr" presetSubtype="10" fill="hold" nodeType="withEffect">
                                  <p:stCondLst>
                                    <p:cond delay="0"/>
                                  </p:stCondLst>
                                  <p:childTnLst>
                                    <p:set>
                                      <p:cBhvr>
                                        <p:cTn id="231" dur="1" fill="hold">
                                          <p:stCondLst>
                                            <p:cond delay="0"/>
                                          </p:stCondLst>
                                        </p:cTn>
                                        <p:tgtEl>
                                          <p:spTgt spid="855176"/>
                                        </p:tgtEl>
                                        <p:attrNameLst>
                                          <p:attrName>style.visibility</p:attrName>
                                        </p:attrNameLst>
                                      </p:cBhvr>
                                      <p:to>
                                        <p:strVal val="visible"/>
                                      </p:to>
                                    </p:set>
                                    <p:animEffect transition="in" filter="blinds(horizontal)">
                                      <p:cBhvr>
                                        <p:cTn id="232" dur="500"/>
                                        <p:tgtEl>
                                          <p:spTgt spid="855176"/>
                                        </p:tgtEl>
                                      </p:cBhvr>
                                    </p:animEffect>
                                  </p:childTnLst>
                                </p:cTn>
                              </p:par>
                              <p:par>
                                <p:cTn id="233" presetID="3" presetClass="entr" presetSubtype="10" fill="hold" nodeType="withEffect">
                                  <p:stCondLst>
                                    <p:cond delay="0"/>
                                  </p:stCondLst>
                                  <p:childTnLst>
                                    <p:set>
                                      <p:cBhvr>
                                        <p:cTn id="234" dur="1" fill="hold">
                                          <p:stCondLst>
                                            <p:cond delay="0"/>
                                          </p:stCondLst>
                                        </p:cTn>
                                        <p:tgtEl>
                                          <p:spTgt spid="855177"/>
                                        </p:tgtEl>
                                        <p:attrNameLst>
                                          <p:attrName>style.visibility</p:attrName>
                                        </p:attrNameLst>
                                      </p:cBhvr>
                                      <p:to>
                                        <p:strVal val="visible"/>
                                      </p:to>
                                    </p:set>
                                    <p:animEffect transition="in" filter="blinds(horizontal)">
                                      <p:cBhvr>
                                        <p:cTn id="235" dur="500"/>
                                        <p:tgtEl>
                                          <p:spTgt spid="855177"/>
                                        </p:tgtEl>
                                      </p:cBhvr>
                                    </p:animEffect>
                                  </p:childTnLst>
                                </p:cTn>
                              </p:par>
                              <p:par>
                                <p:cTn id="236" presetID="3" presetClass="entr" presetSubtype="10" fill="hold" nodeType="withEffect">
                                  <p:stCondLst>
                                    <p:cond delay="0"/>
                                  </p:stCondLst>
                                  <p:childTnLst>
                                    <p:set>
                                      <p:cBhvr>
                                        <p:cTn id="237" dur="1" fill="hold">
                                          <p:stCondLst>
                                            <p:cond delay="0"/>
                                          </p:stCondLst>
                                        </p:cTn>
                                        <p:tgtEl>
                                          <p:spTgt spid="855185"/>
                                        </p:tgtEl>
                                        <p:attrNameLst>
                                          <p:attrName>style.visibility</p:attrName>
                                        </p:attrNameLst>
                                      </p:cBhvr>
                                      <p:to>
                                        <p:strVal val="visible"/>
                                      </p:to>
                                    </p:set>
                                    <p:animEffect transition="in" filter="blinds(horizontal)">
                                      <p:cBhvr>
                                        <p:cTn id="238" dur="500"/>
                                        <p:tgtEl>
                                          <p:spTgt spid="855185"/>
                                        </p:tgtEl>
                                      </p:cBhvr>
                                    </p:animEffect>
                                  </p:childTnLst>
                                </p:cTn>
                              </p:par>
                              <p:par>
                                <p:cTn id="239" presetID="3" presetClass="entr" presetSubtype="10" fill="hold" nodeType="withEffect">
                                  <p:stCondLst>
                                    <p:cond delay="0"/>
                                  </p:stCondLst>
                                  <p:childTnLst>
                                    <p:set>
                                      <p:cBhvr>
                                        <p:cTn id="240" dur="1" fill="hold">
                                          <p:stCondLst>
                                            <p:cond delay="0"/>
                                          </p:stCondLst>
                                        </p:cTn>
                                        <p:tgtEl>
                                          <p:spTgt spid="855257"/>
                                        </p:tgtEl>
                                        <p:attrNameLst>
                                          <p:attrName>style.visibility</p:attrName>
                                        </p:attrNameLst>
                                      </p:cBhvr>
                                      <p:to>
                                        <p:strVal val="visible"/>
                                      </p:to>
                                    </p:set>
                                    <p:animEffect transition="in" filter="blinds(horizontal)">
                                      <p:cBhvr>
                                        <p:cTn id="241" dur="500"/>
                                        <p:tgtEl>
                                          <p:spTgt spid="855257"/>
                                        </p:tgtEl>
                                      </p:cBhvr>
                                    </p:animEffect>
                                  </p:childTnLst>
                                </p:cTn>
                              </p:par>
                              <p:par>
                                <p:cTn id="242" presetID="3" presetClass="entr" presetSubtype="10" fill="hold" nodeType="withEffect">
                                  <p:stCondLst>
                                    <p:cond delay="0"/>
                                  </p:stCondLst>
                                  <p:childTnLst>
                                    <p:set>
                                      <p:cBhvr>
                                        <p:cTn id="243" dur="1" fill="hold">
                                          <p:stCondLst>
                                            <p:cond delay="0"/>
                                          </p:stCondLst>
                                        </p:cTn>
                                        <p:tgtEl>
                                          <p:spTgt spid="855258"/>
                                        </p:tgtEl>
                                        <p:attrNameLst>
                                          <p:attrName>style.visibility</p:attrName>
                                        </p:attrNameLst>
                                      </p:cBhvr>
                                      <p:to>
                                        <p:strVal val="visible"/>
                                      </p:to>
                                    </p:set>
                                    <p:animEffect transition="in" filter="blinds(horizontal)">
                                      <p:cBhvr>
                                        <p:cTn id="244" dur="500"/>
                                        <p:tgtEl>
                                          <p:spTgt spid="855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5073" grpId="0"/>
      <p:bldP spid="855074" grpId="0" animBg="1"/>
      <p:bldP spid="855075" grpId="0" animBg="1"/>
      <p:bldP spid="855076" grpId="0" animBg="1"/>
      <p:bldP spid="855077" grpId="0" animBg="1"/>
      <p:bldP spid="855078" grpId="0" animBg="1"/>
      <p:bldP spid="855079" grpId="0" animBg="1"/>
      <p:bldP spid="855080" grpId="0" animBg="1"/>
      <p:bldP spid="855081" grpId="0" animBg="1"/>
      <p:bldP spid="855082" grpId="0" animBg="1"/>
      <p:bldP spid="855093" grpId="0"/>
      <p:bldP spid="855094" grpId="0"/>
      <p:bldP spid="855095" grpId="0"/>
      <p:bldP spid="855096" grpId="0"/>
      <p:bldP spid="855097" grpId="0"/>
      <p:bldP spid="855098" grpId="0"/>
      <p:bldP spid="855099" grpId="0"/>
      <p:bldP spid="855100" grpId="0"/>
      <p:bldP spid="855101" grpId="0"/>
      <p:bldP spid="855102" grpId="0"/>
      <p:bldP spid="855103" grpId="0"/>
      <p:bldP spid="855104" grpId="0"/>
      <p:bldP spid="855105" grpId="0"/>
      <p:bldP spid="855106" grpId="0"/>
      <p:bldP spid="855107" grpId="0"/>
      <p:bldP spid="855108" grpId="0"/>
      <p:bldP spid="855145" grpId="0" animBg="1"/>
      <p:bldP spid="855146" grpId="0" animBg="1"/>
      <p:bldP spid="855147" grpId="0" animBg="1"/>
      <p:bldP spid="855148" grpId="0" animBg="1"/>
      <p:bldP spid="855149" grpId="0"/>
      <p:bldP spid="855150" grpId="0" animBg="1"/>
      <p:bldP spid="855152" grpId="0"/>
      <p:bldP spid="855154" grpId="0"/>
      <p:bldP spid="855155" grpId="0"/>
      <p:bldP spid="855156" grpId="0" animBg="1"/>
      <p:bldP spid="855165" grpId="0"/>
      <p:bldP spid="855166" grpId="0"/>
      <p:bldP spid="855167" grpId="0"/>
      <p:bldP spid="855168" grpId="0"/>
      <p:bldP spid="855169" grpId="0"/>
      <p:bldP spid="855170" grpId="0"/>
      <p:bldP spid="855171" grpId="0"/>
      <p:bldP spid="855172" grpId="0"/>
      <p:bldP spid="855173" grpId="0"/>
      <p:bldP spid="855174" grpId="0"/>
      <p:bldP spid="855175" grpId="0"/>
      <p:bldP spid="855176" grpId="0"/>
      <p:bldP spid="855177" grpId="0"/>
      <p:bldP spid="855179" grpId="0"/>
      <p:bldP spid="855180" grpId="0"/>
      <p:bldP spid="855181" grpId="0"/>
      <p:bldP spid="855182" grpId="0"/>
      <p:bldP spid="855183" grpId="0"/>
      <p:bldP spid="855184" grpId="0"/>
      <p:bldP spid="855257" grpId="0"/>
      <p:bldP spid="855258" grpId="0"/>
    </p:bldLst>
  </p:timing>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华文新魏"/>
        <a:cs typeface=""/>
      </a:majorFont>
      <a:minorFont>
        <a:latin typeface="Arial"/>
        <a:ea typeface="仿宋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5744</TotalTime>
  <Words>9835</Words>
  <Application>Microsoft Macintosh PowerPoint</Application>
  <PresentationFormat>全屏显示(4:3)</PresentationFormat>
  <Paragraphs>1480</Paragraphs>
  <Slides>88</Slides>
  <Notes>7</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3</vt:i4>
      </vt:variant>
      <vt:variant>
        <vt:lpstr>幻灯片标题</vt:lpstr>
      </vt:variant>
      <vt:variant>
        <vt:i4>88</vt:i4>
      </vt:variant>
    </vt:vector>
  </HeadingPairs>
  <TitlesOfParts>
    <vt:vector size="107" baseType="lpstr">
      <vt:lpstr>Arial</vt:lpstr>
      <vt:lpstr>宋体</vt:lpstr>
      <vt:lpstr>华文新魏</vt:lpstr>
      <vt:lpstr>仿宋_GB2312</vt:lpstr>
      <vt:lpstr>Wingdings</vt:lpstr>
      <vt:lpstr>Arial Black</vt:lpstr>
      <vt:lpstr>Times New Roman</vt:lpstr>
      <vt:lpstr>黑体</vt:lpstr>
      <vt:lpstr>Comic Sans MS</vt:lpstr>
      <vt:lpstr>华文楷体</vt:lpstr>
      <vt:lpstr>Symbol</vt:lpstr>
      <vt:lpstr>楷体_GB2312</vt:lpstr>
      <vt:lpstr>华文行楷</vt:lpstr>
      <vt:lpstr>幼圆</vt:lpstr>
      <vt:lpstr>方正舒体</vt:lpstr>
      <vt:lpstr>Pixel</vt:lpstr>
      <vt:lpstr>VISIO</vt:lpstr>
      <vt:lpstr>图片</vt:lpstr>
      <vt:lpstr>Visio</vt:lpstr>
      <vt:lpstr>第三章 词法分析</vt:lpstr>
      <vt:lpstr>概述</vt:lpstr>
      <vt:lpstr>内容线索</vt:lpstr>
      <vt:lpstr>词法分析器的功能</vt:lpstr>
      <vt:lpstr>单词符号表示形式</vt:lpstr>
      <vt:lpstr>分类方法</vt:lpstr>
      <vt:lpstr>单词符号的属性</vt:lpstr>
      <vt:lpstr>例. 代码段 while (i&gt;=j) i--; 词法分析结果</vt:lpstr>
      <vt:lpstr>FORTRAN编译实例</vt:lpstr>
      <vt:lpstr>词法分析程序的实现方式</vt:lpstr>
      <vt:lpstr>内容线索</vt:lpstr>
      <vt:lpstr>词法分析器的结构</vt:lpstr>
      <vt:lpstr>单词符号的识别：超前搜索</vt:lpstr>
      <vt:lpstr>单词符号的识别：超前搜索</vt:lpstr>
      <vt:lpstr>状态转换图</vt:lpstr>
      <vt:lpstr>状态转换图定义</vt:lpstr>
      <vt:lpstr>状态转换图的作用</vt:lpstr>
      <vt:lpstr>状态转换图所能识别的语言</vt:lpstr>
      <vt:lpstr>状态转换图示例</vt:lpstr>
      <vt:lpstr>PowerPoint 演示文稿</vt:lpstr>
      <vt:lpstr>状态转换图识别单词符号的过程</vt:lpstr>
      <vt:lpstr>例. 设一小语言所有单词符号及其内部表示形式</vt:lpstr>
      <vt:lpstr>PowerPoint 演示文稿</vt:lpstr>
      <vt:lpstr>状态转换图实现中的变量和过程</vt:lpstr>
      <vt:lpstr>程序段</vt:lpstr>
      <vt:lpstr>程序段</vt:lpstr>
      <vt:lpstr>扫描器总控程序</vt:lpstr>
      <vt:lpstr>内容线索</vt:lpstr>
      <vt:lpstr>正规表达式与有限自动机</vt:lpstr>
      <vt:lpstr>正规式与正规集</vt:lpstr>
      <vt:lpstr>三种运算示例</vt:lpstr>
      <vt:lpstr>说明</vt:lpstr>
      <vt:lpstr>PowerPoint 演示文稿</vt:lpstr>
      <vt:lpstr>PowerPoint 演示文稿</vt:lpstr>
      <vt:lpstr>正规式的运算律</vt:lpstr>
      <vt:lpstr>运算律证明-1</vt:lpstr>
      <vt:lpstr>运算律证明-2</vt:lpstr>
      <vt:lpstr>举例</vt:lpstr>
      <vt:lpstr>自动机</vt:lpstr>
      <vt:lpstr>有限自动机的定义</vt:lpstr>
      <vt:lpstr>FA的模型</vt:lpstr>
      <vt:lpstr>示例</vt:lpstr>
      <vt:lpstr>确定有限自动机（DFA）</vt:lpstr>
      <vt:lpstr>状态转换矩阵</vt:lpstr>
      <vt:lpstr>DFA与状态转换图</vt:lpstr>
      <vt:lpstr>扩展转移函数</vt:lpstr>
      <vt:lpstr>扩展转移函数</vt:lpstr>
      <vt:lpstr>DFA接受的语言</vt:lpstr>
      <vt:lpstr>设计DFA</vt:lpstr>
      <vt:lpstr>非确定的有限自动机</vt:lpstr>
      <vt:lpstr>非确定的有限自动机</vt:lpstr>
      <vt:lpstr>状态转换图和转换矩阵表示的NFA</vt:lpstr>
      <vt:lpstr>NFA和DFA的比较</vt:lpstr>
      <vt:lpstr>NFA和DFA的比较</vt:lpstr>
      <vt:lpstr>NFA的状态转移函数</vt:lpstr>
      <vt:lpstr>扩展转移函数适合于输入字符串</vt:lpstr>
      <vt:lpstr>NFA 接受的语言</vt:lpstr>
      <vt:lpstr>NFA和DFA的等价性</vt:lpstr>
      <vt:lpstr>NFA和DFA等价性证明</vt:lpstr>
      <vt:lpstr>PowerPoint 演示文稿</vt:lpstr>
      <vt:lpstr>PowerPoint 演示文稿</vt:lpstr>
      <vt:lpstr>PowerPoint 演示文稿</vt:lpstr>
      <vt:lpstr>PowerPoint 演示文稿</vt:lpstr>
      <vt:lpstr>PowerPoint 演示文稿</vt:lpstr>
      <vt:lpstr>正规文法与有限自动机的等价性</vt:lpstr>
      <vt:lpstr>右线性正规文法生成NFA方法</vt:lpstr>
      <vt:lpstr>DFA产生右线性正规文法方法</vt:lpstr>
      <vt:lpstr>PowerPoint 演示文稿</vt:lpstr>
      <vt:lpstr>正规式与有限自动机的等价性</vt:lpstr>
      <vt:lpstr>从 NFA 构造等价的正规式            （状态消去法）</vt:lpstr>
      <vt:lpstr>PowerPoint 演示文稿</vt:lpstr>
      <vt:lpstr>PowerPoint 演示文稿</vt:lpstr>
      <vt:lpstr>从正规式构造等价的NFA        （ Thompson算法）</vt:lpstr>
      <vt:lpstr>PowerPoint 演示文稿</vt:lpstr>
      <vt:lpstr>PowerPoint 演示文稿</vt:lpstr>
      <vt:lpstr>PowerPoint 演示文稿</vt:lpstr>
      <vt:lpstr>DFA的化简</vt:lpstr>
      <vt:lpstr>DFA化简的思路</vt:lpstr>
      <vt:lpstr>DFA化简的步骤</vt:lpstr>
      <vt:lpstr>PowerPoint 演示文稿</vt:lpstr>
      <vt:lpstr>PowerPoint 演示文稿</vt:lpstr>
      <vt:lpstr>内容线索</vt:lpstr>
      <vt:lpstr>词法分析器的自动产生——LEX</vt:lpstr>
      <vt:lpstr>语言LEX的一般描述</vt:lpstr>
      <vt:lpstr>例. 正规式辅助定义式</vt:lpstr>
      <vt:lpstr>PowerPoint 演示文稿</vt:lpstr>
      <vt:lpstr>LEX 的实现</vt:lpstr>
      <vt:lpstr>PowerPoint 演示文稿</vt:lpstr>
    </vt:vector>
  </TitlesOfParts>
  <Company>Tongji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词法分析</dc:title>
  <dc:creator>Dingzj</dc:creator>
  <cp:lastModifiedBy>Zhen Gao</cp:lastModifiedBy>
  <cp:revision>108</cp:revision>
  <dcterms:created xsi:type="dcterms:W3CDTF">2008-10-05T12:13:43Z</dcterms:created>
  <dcterms:modified xsi:type="dcterms:W3CDTF">2026-03-16T06:41:06Z</dcterms:modified>
</cp:coreProperties>
</file>