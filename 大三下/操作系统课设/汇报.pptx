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424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103120"/>
            <a:ext cx="137160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2F2F8"/>
                </a:solidFill>
                <a:latin typeface="Microsoft YaHei"/>
              </a:defRPr>
            </a:pPr>
            <a:r>
              <a:t>UNIX V6++ 虚拟存储器实验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4"/>
                </a:solidFill>
                <a:latin typeface="Microsoft YaHei"/>
              </a:defRPr>
            </a:pPr>
            <a:r>
              <a:t>离散化 · 滚动条 · Shell增强 · 请求调页完整实现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5486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627A"/>
                </a:solidFill>
                <a:latin typeface="Microsoft YaHei"/>
              </a:defRPr>
            </a:pPr>
            <a:r>
              <a:t>操作系统课程实验  |  14 个文件修改  |  vmtest 5/5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实验任务：为 UNIX V6++ 添加完整的请求调页虚拟存储器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5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830"/>
                </a:solidFill>
                <a:latin typeface="Microsoft YaHei"/>
              </a:defRPr>
            </a:pPr>
            <a:r>
              <a:t>已有基础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✓ BitMap 位图分配器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✓ Page[] 引用计数数组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✓ 基本栈扩展 + 交换区换入/换出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✓ PE 加载器 (Relocate)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✓ 原有的缺页异常入口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" y="1"/>
            <a:ext cx="5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830"/>
                </a:solidFill>
                <a:latin typeface="Microsoft YaHei"/>
              </a:defRPr>
            </a:pPr>
            <a:r>
              <a:t>老师要求补全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① 哈希表 — (inode,filePage) 共享文本页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② vm_area 链表 — 遍历定位缺页地址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③ 缺页四功能全覆盖 — 含写时复制</a:t>
            </a:r>
          </a:p>
          <a:p>
            <a:pPr>
              <a:spcAft>
                <a:spcPts val="600"/>
              </a:spcAft>
              <a:defRPr sz="1400" b="0">
                <a:solidFill>
                  <a:srgbClr val="F2F2F8"/>
                </a:solidFill>
                <a:latin typeface="Microsoft YaHei"/>
              </a:defRPr>
            </a:pPr>
            <a:r>
              <a:t>④ Page数组+哈希表在Exit时维护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4"/>
            <a:ext cx="12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我的实现策略：在原有框架上扩展，不推倒重来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● 不动 BitMap / Page[] / SwapperManager 基础框架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● 缺页处理器扩展为四分支：A-COW  B-栈  C-数据按需  D-文本哈希共享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● 新增 HashTable 类 + VMArea 结构体，最小侵入式加入 MemoryDescriptor 和 Kernel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● 用 vmtest 五合一测试程序验证全部路径 → 5/5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对照老师设计文档：七大数据结构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4"/>
                </a:solidFill>
                <a:latin typeface="Microsoft YaHei"/>
              </a:defRPr>
            </a:pPr>
            <a:r>
              <a:t>老师 PDF 明确要求以下七个结构，逐一说明我做了什么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934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① 内存描述符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93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MemoryDescriptor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0934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管理 text/data/stack 虚拟起止地址 + 软件页表指针。新增 vm_area 链表(m_VMList)和内嵌 m_VMAreas[8]数组。Exec 时创建 TEXT/DATA/STACK 三个区，SBreak 动态增 HEAP。Fork 时随 PPDA 拷贝被子进程继承，缺页时 FindVMArea(cr2) 遍历定位。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2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② Page 数组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225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Page[frame]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2257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以物理帧号为下标的整型引用计数数组。AllocMemory → 1；fork 时 ModifyPageTable(父) 可写页+1 + 子进程内联循环 ALL Present页+1；COW 打破 → Page[old]--, Page[new]=1；FreeMemory → 减到 0 才归还位图。Exit 时遍历 PTE 统一释放。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3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③ 哈希表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35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HashTable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03580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以 (inode*, filePage) 为键的链式哈希表。256 桶，512 预分配条目池（无需内核 malloc）。DJB2 变体哈希函数混合 inode 地址和文件页号各字节。Exec 时 Insert，缺页时 Lookup(共享)，Exit 时 Release(清理)。多进程执行同一可执行文件时文本页通过哈希表共享同一物理帧。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4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④ 空闲页框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4903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BitMapAllocator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49039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256 个 64 位整数位图覆盖 16384 页(64MB 地址空间)。每 bit 对应一个 4KB 物理页：0=空闲，1=已分配。分配时一次扫描 64 位找连续空闲位(O(N/64))，释放时按位清零(O(k))。不受碎片影响。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4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622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⑤ 已分配页框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622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Page[] 隐式追踪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46227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不按链表组织。通过 Page[] 引用计数隐式追踪每页被多少进程持有：独占页 Page=1，共享页 Page&gt;1(COW场景)。COW 打破时分配新帧给写入进程，原帧引用-1。所有引用归零后帧自动回到空闲位图。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5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⑥ 交换区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1755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SwapperManager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17550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管理磁盘交换区块的分配(AllocSwap)和释放(FreeSwap)。被换出的页在软件 PTE 中以 PageBaseAddress 存储 swap 块号，ForSystemUser&amp;1 标记"已换出"。缺页时分支 C 检测此标记 → Swap 读回(DMA，不经过内核别名)→ FreeSwap 归还块。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888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830"/>
                </a:solidFill>
                <a:latin typeface="Microsoft YaHei"/>
              </a:defRPr>
            </a:pPr>
            <a:r>
              <a:t>⑦ 页表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8887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D0E8"/>
                </a:solidFill>
                <a:latin typeface="Microsoft YaHei"/>
              </a:defRPr>
            </a:pPr>
            <a:r>
              <a:t>双页表架构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888736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软件页表(m_UserPageTableArray)：记录完整映射状态(Present/ReadWriter/PageBaseAddress/ForSystemUser)。硬件页表(Machine::GetUserPageTableArray)：CPU 实际使用的页表，存绝对物理帧号。MapToPageTable 将软件→硬件全量拷贝。缺页处理分支 C/D 直写指定 PTE(不经全量刷新，避免不必要 TLB flush)。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exec 系统调用：从 PE 文件到进程就绪的七步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4"/>
                </a:solidFill>
                <a:latin typeface="Microsoft YaHei"/>
              </a:defRPr>
            </a:pPr>
            <a:r>
              <a:t>核心设计决策：文本段先立即可用（Relocate 需要内核态写入），加载完成后再切惰性（避免内核触缺页）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① 解析 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733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读取 text/data/stack 的虚拟地址与大小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7335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parser.TextAddress, DataAddress, StackSize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2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② 预分配物理帧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x_caddr 存文本段，p_addr+1 页起存数据+栈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3172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连续物理内存分配，避免碎片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3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900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③ 构建 fakeStack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9008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内核页池分配临时缓冲，按UNIX规范压入 argv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9008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从高到低: argv[N]...argv[0]→NULL→argc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3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484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④ 建立页表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64845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EstablishUserPageTable(pInode)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4845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文本 Present=1(供Relocate写)；数据/栈 Present=1；创建 TEXT/DATA/STACK 三个 VMArea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4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30682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⑤ 载入 PE 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0682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Relocate 将 PE section 写入预分配物理帧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30682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此时文本已可访问，内核态写入不会触发缺页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5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9651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⑥ 文本惰性化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9651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文本帧 ht.Insert(inode,tp,frame)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96519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PTE 切为 Present=0, ForSystemUser=2, PageBaseAddress=文件内页号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"/>
            <a:ext cx="12" cy="0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830"/>
                </a:solidFill>
                <a:latin typeface="Microsoft YaHei"/>
              </a:defRPr>
            </a:pPr>
            <a:r>
              <a:t>⑦ 拷贝参数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6235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fakeStack 数据 MemCopy 到用户栈→释放 fakeStack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62356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→ 设 eip=0(runtime入口), esp=用户栈顶 → 返回用户态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缺页异常处理器：统一入口 → 四分支路由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4"/>
                </a:solidFill>
                <a:latin typeface="Microsoft YaHei"/>
              </a:defRPr>
            </a:pPr>
            <a:r>
              <a:t>所有缺页由 FindVMArea(cr2) 遍历 vm_area 链表判定地址归属 → 路由到对应分支。非法地址落入 sigsegv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0D0E8"/>
                </a:solidFill>
                <a:latin typeface="Microsoft YaHei"/>
              </a:defRPr>
            </a:pPr>
            <a:r>
              <a:t>INT 14 → 读 CR2 → 读 error_code → FindVMArea(cr2)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148840"/>
            <a:ext cx="576072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0" y="2"/>
            <a:ext cx="3" cy="4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830"/>
                </a:solidFill>
                <a:latin typeface="Microsoft YaHei"/>
              </a:defRPr>
            </a:pPr>
            <a:r>
              <a:t>A · COW 写时复制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301752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D0E8"/>
                </a:solidFill>
                <a:latin typeface="Microsoft YaHei"/>
              </a:defRPr>
            </a:pPr>
            <a:r>
              <a:t>写故障 + PTE只读</a:t>
            </a:r>
            <a:br/>
            <a:r>
              <a:t>Page[frame]≥1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79" y="388620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独占→设可写</a:t>
            </a:r>
            <a:br/>
            <a:r>
              <a:t>共享→新帧+拷贝</a:t>
            </a:r>
            <a:br/>
            <a:r>
              <a:t>Page[old]--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79" y="489204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关键：三段式搬运</a:t>
            </a:r>
            <a:br/>
            <a:r>
              <a:t>规避内核别名</a:t>
            </a:r>
            <a:br/>
            <a:r>
              <a:t>≥4MB越界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" y="2"/>
            <a:ext cx="3" cy="4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830"/>
                </a:solidFill>
                <a:latin typeface="Microsoft YaHei"/>
              </a:defRPr>
            </a:pPr>
            <a:r>
              <a:t>B · 栈自动扩展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01752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D0E8"/>
                </a:solidFill>
                <a:latin typeface="Microsoft YaHei"/>
              </a:defRPr>
            </a:pPr>
            <a:r>
              <a:t>cr2 &lt; 栈底</a:t>
            </a:r>
            <a:br/>
            <a:r>
              <a:t>靠近 ESP</a:t>
            </a:r>
            <a:br/>
            <a:r>
              <a:t>有剩余空间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88620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SStack 分一页</a:t>
            </a:r>
            <a:br/>
            <a:r>
              <a:t>直写硬PTE</a:t>
            </a:r>
            <a:br/>
            <a:r>
              <a:t>→单页invlpg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89204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3756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不调MapToPageTable</a:t>
            </a:r>
            <a:br/>
            <a:r>
              <a:t>避免全刷TLB</a:t>
            </a:r>
            <a:br/>
            <a:r>
              <a:t>引发连锁缺页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" y="2"/>
            <a:ext cx="3" cy="4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830"/>
                </a:solidFill>
                <a:latin typeface="Microsoft YaHei"/>
              </a:defRPr>
            </a:pPr>
            <a:r>
              <a:t>C · 数据按需调页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01752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D0E8"/>
                </a:solidFill>
                <a:latin typeface="Microsoft YaHei"/>
              </a:defRPr>
            </a:pPr>
            <a:r>
              <a:t>Present=0</a:t>
            </a:r>
            <a:br/>
            <a:r>
              <a:t>VMA_DATA/HEAP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88620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分配帧</a:t>
            </a:r>
            <a:br/>
            <a:r>
              <a:t>换入(若曾换出)</a:t>
            </a:r>
            <a:br/>
            <a:r>
              <a:t>或零填充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89204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sbrk 惰性扩展</a:t>
            </a:r>
            <a:br/>
            <a:r>
              <a:t>只改 m_DataSize</a:t>
            </a:r>
            <a:br/>
            <a:r>
              <a:t>不给物理页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" y="2"/>
            <a:ext cx="3" cy="4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830"/>
                </a:solidFill>
                <a:latin typeface="Microsoft YaHei"/>
              </a:defRPr>
            </a:pPr>
            <a:r>
              <a:t>D · 文本哈希共享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01752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20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D0E8"/>
                </a:solidFill>
                <a:latin typeface="Microsoft YaHei"/>
              </a:defRPr>
            </a:pPr>
            <a:r>
              <a:t>Present=0</a:t>
            </a:r>
            <a:br/>
            <a:r>
              <a:t>ForSystemUser=2</a:t>
            </a:r>
            <a:br/>
            <a:r>
              <a:t>VMA_TEXT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88620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查哈希表</a:t>
            </a:r>
            <a:br/>
            <a:r>
              <a:t>命中→共享只读</a:t>
            </a:r>
            <a:br/>
            <a:r>
              <a:t>AddRef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4892040"/>
            <a:ext cx="246888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8972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Exec 时已预装</a:t>
            </a:r>
            <a:br/>
            <a:r>
              <a:t>缺页无需</a:t>
            </a:r>
            <a:br/>
            <a:r>
              <a:t>磁盘 I/O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" y="7"/>
            <a:ext cx="10" cy="0"/>
          </a:xfrm>
          <a:prstGeom prst="roundRect">
            <a:avLst/>
          </a:prstGeom>
          <a:solidFill>
            <a:srgbClr val="0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54480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Microsoft YaHei"/>
              </a:defRPr>
            </a:pPr>
            <a:r>
              <a:t>sigsegv：地址不在任何 VMArea 内 → 非法内存访问 → SIGSEGV 终止进程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分支 A：COW 写时复制 — 最复杂的分支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6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何时触发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 b="0">
                <a:solidFill>
                  <a:srgbClr val="40D0E8"/>
                </a:solidFill>
                <a:latin typeface="Microsoft YaHei"/>
              </a:defRPr>
            </a:pPr>
            <a:r>
              <a:t>fork() 后父子共享数据/栈页</a:t>
            </a:r>
          </a:p>
          <a:p>
            <a:pPr>
              <a:spcAft>
                <a:spcPts val="600"/>
              </a:spcAft>
              <a:defRPr sz="1200" b="0">
                <a:solidFill>
                  <a:srgbClr val="40D0E8"/>
                </a:solidFill>
                <a:latin typeface="Microsoft YaHei"/>
              </a:defRPr>
            </a:pPr>
            <a:r>
              <a:t>但页表标记 ReadWriter=0 (只读)</a:t>
            </a:r>
          </a:p>
          <a:p>
            <a:pPr>
              <a:spcAft>
                <a:spcPts val="600"/>
              </a:spcAft>
              <a:defRPr sz="1200" b="0">
                <a:solidFill>
                  <a:srgbClr val="40D0E8"/>
                </a:solidFill>
                <a:latin typeface="Microsoft YaHei"/>
              </a:defRPr>
            </a:pPr>
            <a:r>
              <a:t>任一方写入 → CPU 触发写保护缺页</a:t>
            </a:r>
          </a:p>
          <a:p>
            <a:pPr>
              <a:spcAft>
                <a:spcPts val="600"/>
              </a:spcAft>
              <a:defRPr sz="1200" b="0">
                <a:solidFill>
                  <a:srgbClr val="40D0E8"/>
                </a:solidFill>
                <a:latin typeface="Microsoft YaHei"/>
              </a:defRPr>
            </a:pPr>
            <a:r>
              <a:t>error_code bit1=1 → 进入分支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" y="1"/>
            <a:ext cx="5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371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怎么处理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Page[old]==1 → 独占，直接设可写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Page[old] &gt;1 → 共享，分新帧+拷贝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拷贝后: Page[old]--, Page[new]=1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invlpg → 返回，CPU 重试成功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3"/>
            <a:ext cx="12" cy="1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830"/>
                </a:solidFill>
                <a:latin typeface="Microsoft YaHei"/>
              </a:defRPr>
            </a:pPr>
            <a:r>
              <a:t>实现难点：内核别名越界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内核页表只映射物理 0-4MB(虚拟 0xC0000000-0xC0400000)。用户物理页从 0x400000(4MB)开始分配。</a:t>
            </a:r>
          </a:p>
          <a:p>
            <a:pPr>
              <a:spcAft>
                <a:spcPts val="600"/>
              </a:spcAft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physAddr|0xC0000000 → 虚拟地址 ≥ 0xC0400000 → PDE 第769项未初始化 → 内核态缺页 → Double Fault → Panic</a:t>
            </a:r>
          </a:p>
          <a:p>
            <a:pPr>
              <a:spcAft>
                <a:spcPts val="600"/>
              </a:spcAft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解决：三段式搬运 — ①用户VA(可读旧帧)→②内核临时页(&lt;4MB可用)→③切换硬PTE→④用户VA(写新帧)。全程不碰 0xC0000000|physAddr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5"/>
            <a:ext cx="12" cy="1"/>
          </a:xfrm>
          <a:prstGeom prst="roundRect">
            <a:avLst/>
          </a:prstGeom>
          <a:solidFill>
            <a:srgbClr val="0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001768"/>
            <a:ext cx="10607040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0B0C4"/>
                </a:solidFill>
                <a:latin typeface="Consolas"/>
              </a:defRPr>
            </a:pPr>
            <a:r>
              <a:t>// 三段式搬运 COW 数据 — 不碰 0xC0000000 | physAddr</a:t>
            </a:r>
          </a:p>
          <a:p>
            <a:pPr>
              <a:spcAft>
                <a:spcPts val="100"/>
              </a:spcAft>
              <a:defRPr sz="1000" b="0">
                <a:solidFill>
                  <a:srgbClr val="A0B0C4"/>
                </a:solidFill>
                <a:latin typeface="Consolas"/>
              </a:defRPr>
            </a:pPr>
            <a:r>
              <a:t>unsigned long userVA = cr2 &amp; 0xFFFFF000;</a:t>
            </a:r>
          </a:p>
          <a:p>
            <a:pPr>
              <a:spcAft>
                <a:spcPts val="100"/>
              </a:spcAft>
              <a:defRPr sz="1000" b="0">
                <a:solidFill>
                  <a:srgbClr val="A0B0C4"/>
                </a:solidFill>
                <a:latin typeface="Consolas"/>
              </a:defRPr>
            </a:pPr>
            <a:r>
              <a:t>// ① 旧帧内容通过用户 VA 读到内核临时页（临时页 &lt; 4MB，0xC0000000 别名可用）</a:t>
            </a:r>
          </a:p>
          <a:p>
            <a:pPr>
              <a:spcAft>
                <a:spcPts val="100"/>
              </a:spcAft>
              <a:defRPr sz="1000" b="0">
                <a:solidFill>
                  <a:srgbClr val="A0B0C4"/>
                </a:solidFill>
                <a:latin typeface="Consolas"/>
              </a:defRPr>
            </a:pPr>
            <a:r>
              <a:t>Utility::DWordCopy((int*)userVA, (int*)(tmpPage | 0xC0000000), 1024);</a:t>
            </a:r>
          </a:p>
          <a:p>
            <a:pPr>
              <a:spcAft>
                <a:spcPts val="100"/>
              </a:spcAft>
              <a:defRPr sz="1000" b="0">
                <a:solidFill>
                  <a:srgbClr val="A0B0C4"/>
                </a:solidFill>
                <a:latin typeface="Consolas"/>
              </a:defRPr>
            </a:pPr>
            <a:r>
              <a:t>//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分支 B/C/D：栈扩展 · 数据按需 · 文本共享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3" cy="5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B · 栈扩展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触发条件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cr2&lt;栈底+靠近ESP</a:t>
            </a:r>
            <a:br/>
            <a:r>
              <a:t>且有剩余空间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SStack 分配一页 → 直写硬 PTE</a:t>
            </a:r>
            <a:br/>
            <a:r>
              <a:t>+ 单页 invlpg → 零填充</a:t>
            </a:r>
            <a:br/>
            <a:r>
              <a:t>更新 VMArea vm_start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30352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440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设计要点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不调 MapToPageTable(避免</a:t>
            </a:r>
            <a:br/>
            <a:r>
              <a:t>FlushPageDirectory 全刷TLB</a:t>
            </a:r>
            <a:br/>
            <a:r>
              <a:t>引发惰性文本页连锁缺页)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" y="1"/>
            <a:ext cx="3" cy="5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C · 数据/堆按需调页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2880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触发条件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Present=0</a:t>
            </a:r>
            <a:br/>
            <a:r>
              <a:t>+VMA_DATA 或 VMA_HEAP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42900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3566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分配帧 → ForSystemUser&amp;1?</a:t>
            </a:r>
            <a:br/>
            <a:r>
              <a:t>→是:Swap换入 / 否:零填充</a:t>
            </a:r>
            <a:br/>
            <a:r>
              <a:t>→ 建立软/硬 PTE → invlpg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530352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5440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设计要点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sbrk 只改 m_DataSize +</a:t>
            </a:r>
            <a:br/>
            <a:r>
              <a:t>注册 VMA_HEAP，不给物理页</a:t>
            </a:r>
            <a:br/>
            <a:r>
              <a:t>首次写入时由分支 C 分配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" y="1"/>
            <a:ext cx="3" cy="5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D · 文本哈希共享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82880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触发条件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Present=0+ForSystemUser=2</a:t>
            </a:r>
            <a:br/>
            <a:r>
              <a:t>+VMA_TEXT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42900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3566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9319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8"/>
                </a:solidFill>
                <a:latin typeface="Microsoft YaHei"/>
              </a:defRPr>
            </a:pPr>
            <a:r>
              <a:t>从 VMArea 取 inode</a:t>
            </a:r>
            <a:br/>
            <a:r>
              <a:t>从 PTE 取 filePage</a:t>
            </a:r>
            <a:br/>
            <a:r>
              <a:t>ht.Lookup → 命中→共享只读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5303520"/>
            <a:ext cx="329184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5440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0E8"/>
                </a:solidFill>
                <a:latin typeface="Microsoft YaHei"/>
              </a:defRPr>
            </a:pPr>
            <a:r>
              <a:t>设计要点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4"/>
                </a:solidFill>
                <a:latin typeface="Microsoft YaHei"/>
              </a:defRPr>
            </a:pPr>
            <a:r>
              <a:t>Exec 时文本已预装+</a:t>
            </a:r>
            <a:br/>
            <a:r>
              <a:t>Insert 哈希表。缺页处理</a:t>
            </a:r>
            <a:br/>
            <a:r>
              <a:t>只需一次哈希查找，无磁盘 I/O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实战发现：Fork 引用计数 Bug 及修复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7" cy="5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5555"/>
                </a:solidFill>
                <a:latin typeface="Microsoft YaHei"/>
              </a:defRPr>
            </a:pPr>
            <a:r>
              <a:t>Bug 是如何被发现的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运行 vmtest Test5（20轮fork+exit）时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第5轮左右出现 "Invalid MM access"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父进程访问已释放内存 → SIGSEGV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根因分析：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第1轮 fork：ModifyPageTable(父) → 可写页→只读，Page[F]++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第1轮 fork：ModifyPageTable(子) → 页已只读 → 条件 m_ReadWriter==1 为假 → 跳过！Page[F]未++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第1轮 子exit：FreeMemory(F) → Page[F]--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第2轮 fork：ModifyPageTable(父子) → ReadWriter已=0 → 都跳过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第2轮 子exit：FreeMemory(F) → Page[F]-- → 归零！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帧F被释放，父进程PTE仍指向F → 后续访问 → 缺页+sigsegv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" y="1"/>
            <a:ext cx="4" cy="5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E070"/>
                </a:solidFill>
                <a:latin typeface="Microsoft YaHei"/>
              </a:defRPr>
            </a:pPr>
            <a:r>
              <a:t>修复方案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830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在 NewProc 中子进程增加内联循环：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for (i in data_range+stack_range)</a:t>
            </a:r>
          </a:p>
          <a:p>
            <a:pPr>
              <a:spcAft>
                <a:spcPts val="600"/>
              </a:spcAft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  if (entrys[i].m_Present)</a:t>
            </a:r>
          </a:p>
          <a:p>
            <a:pPr>
              <a:spcAft>
                <a:spcPts val="600"/>
              </a:spcAft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    { rw=0; Page[frame]++; }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关键改变：不再检查 m_ReadWriter！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只要 PTE 是 Present 的页，子进程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就有一份引用 → Page[frame]++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修复后 Test5 通过 → 5/5 PASS</a:t>
            </a:r>
          </a:p>
          <a:p>
            <a:pPr>
              <a:spcAft>
                <a:spcPts val="600"/>
              </a:spcAft>
              <a:defRPr sz="20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EvictOnePage：时钟页面置换算法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6" cy="5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触发时机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AllocMemory 扫描位图找不到空闲页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→ 必须从现有物理页中选一个受害者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→ 腾出物理帧给新请求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两轮时钟算法：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① 第一轮：遍历可写页，Accessed 位清零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   CPU 在每次页访问时自动置 Accessed=1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② 第二轮：找第一个 Accessed==0 的页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   = 两轮之间未被访问过的页 → 淘汰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③ hand 静态变量记录上次位置 → 公平轮转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" y="1"/>
            <a:ext cx="5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371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脏页 vs 干净页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Dirty=1(脏页，进程写过)：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  AllocSwap → Buf::Swap 写磁盘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  PTE 存 swap 块号+ForSystemUser|=1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Dirty=0(干净页，未修改)：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  直接丢弃，不写磁盘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" y="4"/>
            <a:ext cx="5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3931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后续换入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343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进程访问曾被换出的页 → 缺页 → 分支C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检测 ForSystemUser&amp;1 → 取 swap 块号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→ Buf::Swap(块号, 新帧, B_READ)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→ FreeSwap 释放磁盘块 → 建 PTE 映射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Swap 走 DMA → 不经过内核别名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前置工作：离散化 · 滚动条 · Shell 增强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3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离散化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00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5555"/>
                </a:solidFill>
                <a:latin typeface="Microsoft YaHei"/>
              </a:defRPr>
            </a:pPr>
            <a:r>
              <a:t>原来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MapNode 链表</a:t>
            </a:r>
            <a:br/>
            <a:r>
              <a:t>分配 O(n)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3200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改后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BitMap 位图</a:t>
            </a:r>
            <a:br/>
            <a:r>
              <a:t>256×64位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" y="1"/>
            <a:ext cx="3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滚动条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200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5555"/>
                </a:solidFill>
                <a:latin typeface="Microsoft YaHei"/>
              </a:defRPr>
            </a:pPr>
            <a:r>
              <a:t>原来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直接写显存</a:t>
            </a:r>
            <a:br/>
            <a:r>
              <a:t>超屏即清屏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880360"/>
            <a:ext cx="3200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改后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200行缓冲</a:t>
            </a:r>
            <a:br/>
            <a:r>
              <a:t>WriteRow vs ViewStart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" y="1"/>
            <a:ext cx="3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Shell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828800"/>
            <a:ext cx="3200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5555"/>
                </a:solidFill>
                <a:latin typeface="Microsoft YaHei"/>
              </a:defRPr>
            </a:pPr>
            <a:r>
              <a:t>原来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gets() 等整行</a:t>
            </a:r>
            <a:br/>
            <a:r>
              <a:t>Backspace 内核丢弃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880360"/>
            <a:ext cx="3200400" cy="13716"/>
          </a:xfrm>
          <a:prstGeom prst="roundRect">
            <a:avLst/>
          </a:prstGeom>
          <a:solidFill>
            <a:srgbClr val="20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改后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逐字符 read()</a:t>
            </a:r>
            <a:br/>
            <a:r>
              <a:t>用户态行编辑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0" y="4"/>
            <a:ext cx="12" cy="2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共同的设计哲学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离散化：用空间换时间 → 10KB 固定位图开销，换来 O(N/64) 常数级分配 + 原生引用计数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滚动条：写入与显示分离 → WriteRow 只管写 O(1)，ViewStart 只管看 Refresh O(1200)，互不阻塞</a:t>
            </a:r>
          </a:p>
          <a:p>
            <a:pPr>
              <a:spcAft>
                <a:spcPts val="600"/>
              </a:spcAft>
              <a:defRPr sz="1300" b="0">
                <a:solidFill>
                  <a:srgbClr val="F2F2F8"/>
                </a:solidFill>
                <a:latin typeface="Microsoft YaHei"/>
              </a:defRPr>
            </a:pPr>
            <a:r>
              <a:t>Shell：内核最小化 → 内核只做唤醒/透传/不回显三件事，Shell 全权负责编辑语义和显示反馈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2F8"/>
                </a:solidFill>
                <a:latin typeface="Microsoft YaHei"/>
              </a:defRPr>
            </a:pPr>
            <a:r>
              <a:t>对照老师设计文档：14 项要求逐条通过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总体任务 — exec 分配栈帧 + 装入参数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234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Exec 七步：fakeStack 构建→MemCopy 入用户栈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2344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  其余逻辑页由缺页中断分配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910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A/B/C/D 覆盖 text/data/heap/stack 全部场景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5910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  释放时维护 Page 数组和哈希表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476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Exit → 遍历 PTE FreeMemory + 遍历 VMArea ht.Release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9476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04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缺页① — 识别非法内存访问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04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FindVMArea 返回 NULL 或无分支匹配 → sigsegv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3042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609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缺页② — 扩展堆栈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609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B：三道检查 + SStack 直写硬 PTE + 更新 VMArea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6609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缺页③ — A.代码/只读数据：从文件调页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17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D：哈希表 Lookup(inode,filePage) → 共享只读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0175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741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  B.数据段首次访问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741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C：分配帧 + 零填充(VMA_DATA)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3741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307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  C.堆首次访问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307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C：分配帧 + 零填充(VMA_HEAP)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7307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87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  D.栈首次访问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087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B：SStack 分配一页 + 零填充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0873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439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  非首次访问：写时复制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439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分支 A：独占→可写 / 共享→新帧+拷贝+Page[old]--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443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缺页④ — 定时复位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800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EvictOnePage 时钟算法：Accessed 清零 + 受害者选择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8006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572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数据结构 — ①-⑦ 全部七项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1572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见第 4 页：MemoryDescriptor/Page/HashTable/位图/页框/交换区/双页表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1572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138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Swap — 交换区管理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5138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SwapperManager::AllocSwap/FreeSwap + ForSystemUser 标记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51383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704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8"/>
                </a:solidFill>
                <a:latin typeface="Microsoft YaHei"/>
              </a:defRPr>
            </a:pPr>
            <a:r>
              <a:t>进程终止 — 释放物理页框 + 清理哈希表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870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B0C4"/>
                </a:solidFill>
                <a:latin typeface="Microsoft YaHei"/>
              </a:defRPr>
            </a:pPr>
            <a:r>
              <a:t>Exit → FreeMemory(逐页) + ht.Release(逐文本页)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58704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E07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2F2F8"/>
                </a:solidFill>
                <a:latin typeface="Microsoft YaHei"/>
              </a:defRPr>
            </a:pPr>
            <a:r>
              <a:t>总结：我完成了什么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09728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" y="2"/>
            <a:ext cx="10" cy="4"/>
          </a:xfrm>
          <a:prstGeom prst="roundRect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离散化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BitMap 位图分配器替代 MapNode 链表，O(n)→O(N/64)，Page[] 引用计数为 COW 奠基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滚动条 + 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200行缓冲+视口模型；用户态行编辑+Tab补全+20条历史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661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830"/>
                </a:solidFill>
                <a:latin typeface="Microsoft YaHei"/>
              </a:defRPr>
            </a:pPr>
            <a:r>
              <a:t>虚拟存储器 — 请求调页完整实现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862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缺页处理四分支：A-COW  B-栈  C-数据按需  D-文本哈希共享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DJB2 哈希表：(inode,filePage)→物理帧，256 桶链式，512 条目池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vm_area 链表：TEXT/DATA/HEAP/STACK，FindVMArea 遍历定位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时钟页面置换 + 交换区换入/换出 + COW 引用计数全生命周期维护</a:t>
            </a:r>
          </a:p>
          <a:p>
            <a:pPr>
              <a:spcAft>
                <a:spcPts val="600"/>
              </a:spcAft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Fork 引用计数 Bug 发现与修复 + 内核别名越界三段式搬运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" y="6"/>
            <a:ext cx="6" cy="0"/>
          </a:xfrm>
          <a:prstGeom prst="roundRect">
            <a:avLst/>
          </a:prstGeom>
          <a:solidFill>
            <a:srgbClr val="0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0E070"/>
                </a:solidFill>
                <a:latin typeface="Microsoft YaHei"/>
              </a:defRPr>
            </a:pPr>
            <a:r>
              <a:t>14 个文件修改 · vmtest 5/5 PASS · 14 项要求全部对标通过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2286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2F2F8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3840480"/>
            <a:ext cx="2103120" cy="27432"/>
          </a:xfrm>
          <a:prstGeom prst="roundRect">
            <a:avLst/>
          </a:prstGeom>
          <a:solidFill>
            <a:srgbClr val="F0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B0C4"/>
                </a:solidFill>
                <a:latin typeface="Microsoft YaHei"/>
              </a:defRPr>
            </a:pPr>
            <a:r>
              <a:t>UNIX V6++ 虚拟存储器实验汇报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627A"/>
                </a:solidFill>
                <a:latin typeface="Microsoft YaHei"/>
              </a:defRPr>
            </a:pPr>
            <a:r>
              <a:t>14 文件修改 · 5/5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50627A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1927</Words>
  <Application>Microsoft Office PowerPoint</Application>
  <PresentationFormat>宽屏</PresentationFormat>
  <Paragraphs>285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亦玮 王</cp:lastModifiedBy>
  <cp:revision>2</cp:revision>
  <dcterms:created xsi:type="dcterms:W3CDTF">2013-01-27T09:14:16Z</dcterms:created>
  <dcterms:modified xsi:type="dcterms:W3CDTF">2026-06-17T15:33:50Z</dcterms:modified>
  <cp:category/>
</cp:coreProperties>
</file>